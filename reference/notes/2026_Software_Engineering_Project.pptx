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10"/>
  </p:notesMasterIdLst>
  <p:sldIdLst>
    <p:sldId id="256" r:id="rId3"/>
    <p:sldId id="257" r:id="rId4"/>
    <p:sldId id="258" r:id="rId5"/>
    <p:sldId id="259" r:id="rId6"/>
    <p:sldId id="315" r:id="rId7"/>
    <p:sldId id="260" r:id="rId8"/>
    <p:sldId id="312" r:id="rId9"/>
    <p:sldId id="313" r:id="rId10"/>
    <p:sldId id="261" r:id="rId11"/>
    <p:sldId id="262" r:id="rId12"/>
    <p:sldId id="311" r:id="rId13"/>
    <p:sldId id="314" r:id="rId14"/>
    <p:sldId id="263"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316" r:id="rId33"/>
    <p:sldId id="282" r:id="rId34"/>
    <p:sldId id="317" r:id="rId35"/>
    <p:sldId id="283" r:id="rId36"/>
    <p:sldId id="318" r:id="rId37"/>
    <p:sldId id="284" r:id="rId38"/>
    <p:sldId id="285" r:id="rId39"/>
    <p:sldId id="286" r:id="rId40"/>
    <p:sldId id="287" r:id="rId41"/>
    <p:sldId id="288" r:id="rId42"/>
    <p:sldId id="289" r:id="rId43"/>
    <p:sldId id="290" r:id="rId44"/>
    <p:sldId id="291" r:id="rId45"/>
    <p:sldId id="292" r:id="rId46"/>
    <p:sldId id="293" r:id="rId47"/>
    <p:sldId id="295" r:id="rId48"/>
    <p:sldId id="294" r:id="rId49"/>
    <p:sldId id="296" r:id="rId50"/>
    <p:sldId id="297" r:id="rId51"/>
    <p:sldId id="319" r:id="rId52"/>
    <p:sldId id="320" r:id="rId53"/>
    <p:sldId id="321" r:id="rId54"/>
    <p:sldId id="322" r:id="rId55"/>
    <p:sldId id="323" r:id="rId56"/>
    <p:sldId id="324" r:id="rId57"/>
    <p:sldId id="325" r:id="rId58"/>
    <p:sldId id="326" r:id="rId59"/>
    <p:sldId id="264"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03" r:id="rId91"/>
    <p:sldId id="304" r:id="rId92"/>
    <p:sldId id="305" r:id="rId93"/>
    <p:sldId id="306" r:id="rId94"/>
    <p:sldId id="357" r:id="rId95"/>
    <p:sldId id="358" r:id="rId96"/>
    <p:sldId id="359" r:id="rId97"/>
    <p:sldId id="360" r:id="rId98"/>
    <p:sldId id="361" r:id="rId99"/>
    <p:sldId id="362" r:id="rId100"/>
    <p:sldId id="363" r:id="rId101"/>
    <p:sldId id="364" r:id="rId102"/>
    <p:sldId id="365" r:id="rId103"/>
    <p:sldId id="366" r:id="rId104"/>
    <p:sldId id="367" r:id="rId105"/>
    <p:sldId id="368" r:id="rId106"/>
    <p:sldId id="369" r:id="rId107"/>
    <p:sldId id="370" r:id="rId108"/>
    <p:sldId id="371"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E9434A-9BA0-4640-B9FD-31755FD8B27C}" v="33" dt="2026-02-25T00:06:12.3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0"/>
    <p:restoredTop sz="94725"/>
  </p:normalViewPr>
  <p:slideViewPr>
    <p:cSldViewPr snapToGrid="0">
      <p:cViewPr varScale="1">
        <p:scale>
          <a:sx n="110" d="100"/>
          <a:sy n="110" d="100"/>
        </p:scale>
        <p:origin x="7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customXml" Target="../customXml/item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heme" Target="theme/theme1.xml"/><Relationship Id="rId118" Type="http://schemas.openxmlformats.org/officeDocument/2006/relationships/customXml" Target="../customXml/item2.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tableStyles" Target="tableStyles.xml"/><Relationship Id="rId119" Type="http://schemas.openxmlformats.org/officeDocument/2006/relationships/customXml" Target="../customXml/item3.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notesMaster" Target="notesMasters/notesMaster1.xml"/><Relationship Id="rId115" Type="http://schemas.microsoft.com/office/2016/11/relationships/changesInfo" Target="changesInfos/changesInfo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shuo Li" userId="3b3b8587-f8db-4b07-819a-a1dc11bcd0ea" providerId="ADAL" clId="{BF59C9FF-5E3B-5C96-8E08-0F8254AB57D1}"/>
    <pc:docChg chg="undo custSel addSld delSld modSld sldOrd">
      <pc:chgData name="Wenshuo Li" userId="3b3b8587-f8db-4b07-819a-a1dc11bcd0ea" providerId="ADAL" clId="{BF59C9FF-5E3B-5C96-8E08-0F8254AB57D1}" dt="2026-02-25T00:23:53.747" v="283" actId="2696"/>
      <pc:docMkLst>
        <pc:docMk/>
      </pc:docMkLst>
      <pc:sldChg chg="addSp modSp mod setBg">
        <pc:chgData name="Wenshuo Li" userId="3b3b8587-f8db-4b07-819a-a1dc11bcd0ea" providerId="ADAL" clId="{BF59C9FF-5E3B-5C96-8E08-0F8254AB57D1}" dt="2026-02-12T01:43:42.799" v="66" actId="26606"/>
        <pc:sldMkLst>
          <pc:docMk/>
          <pc:sldMk cId="2609981594" sldId="293"/>
        </pc:sldMkLst>
        <pc:spChg chg="mod">
          <ac:chgData name="Wenshuo Li" userId="3b3b8587-f8db-4b07-819a-a1dc11bcd0ea" providerId="ADAL" clId="{BF59C9FF-5E3B-5C96-8E08-0F8254AB57D1}" dt="2026-02-12T01:43:42.799" v="66" actId="26606"/>
          <ac:spMkLst>
            <pc:docMk/>
            <pc:sldMk cId="2609981594" sldId="293"/>
            <ac:spMk id="2" creationId="{1C4AA8B9-7488-D2BA-1EA7-71981911FE81}"/>
          </ac:spMkLst>
        </pc:spChg>
        <pc:spChg chg="mod">
          <ac:chgData name="Wenshuo Li" userId="3b3b8587-f8db-4b07-819a-a1dc11bcd0ea" providerId="ADAL" clId="{BF59C9FF-5E3B-5C96-8E08-0F8254AB57D1}" dt="2026-02-12T01:43:42.799" v="66" actId="26606"/>
          <ac:spMkLst>
            <pc:docMk/>
            <pc:sldMk cId="2609981594" sldId="293"/>
            <ac:spMk id="3" creationId="{DE69577D-3A7D-24A6-9EAB-2C97D91E5BA3}"/>
          </ac:spMkLst>
        </pc:spChg>
        <pc:spChg chg="add">
          <ac:chgData name="Wenshuo Li" userId="3b3b8587-f8db-4b07-819a-a1dc11bcd0ea" providerId="ADAL" clId="{BF59C9FF-5E3B-5C96-8E08-0F8254AB57D1}" dt="2026-02-12T01:43:42.799" v="66" actId="26606"/>
          <ac:spMkLst>
            <pc:docMk/>
            <pc:sldMk cId="2609981594" sldId="293"/>
            <ac:spMk id="8" creationId="{907EF6B7-1338-4443-8C46-6A318D952DFD}"/>
          </ac:spMkLst>
        </pc:spChg>
        <pc:spChg chg="add">
          <ac:chgData name="Wenshuo Li" userId="3b3b8587-f8db-4b07-819a-a1dc11bcd0ea" providerId="ADAL" clId="{BF59C9FF-5E3B-5C96-8E08-0F8254AB57D1}" dt="2026-02-12T01:43:42.799" v="66" actId="26606"/>
          <ac:spMkLst>
            <pc:docMk/>
            <pc:sldMk cId="2609981594" sldId="293"/>
            <ac:spMk id="10" creationId="{DAAE4CDD-124C-4DCF-9584-B6033B545DD5}"/>
          </ac:spMkLst>
        </pc:spChg>
        <pc:spChg chg="add">
          <ac:chgData name="Wenshuo Li" userId="3b3b8587-f8db-4b07-819a-a1dc11bcd0ea" providerId="ADAL" clId="{BF59C9FF-5E3B-5C96-8E08-0F8254AB57D1}" dt="2026-02-12T01:43:42.799" v="66" actId="26606"/>
          <ac:spMkLst>
            <pc:docMk/>
            <pc:sldMk cId="2609981594" sldId="293"/>
            <ac:spMk id="12" creationId="{081E4A58-353D-44AE-B2FC-2A74E2E400F7}"/>
          </ac:spMkLst>
        </pc:spChg>
      </pc:sldChg>
      <pc:sldChg chg="addSp delSp modSp mod setBg">
        <pc:chgData name="Wenshuo Li" userId="3b3b8587-f8db-4b07-819a-a1dc11bcd0ea" providerId="ADAL" clId="{BF59C9FF-5E3B-5C96-8E08-0F8254AB57D1}" dt="2026-02-12T01:43:38.083" v="65" actId="26606"/>
        <pc:sldMkLst>
          <pc:docMk/>
          <pc:sldMk cId="1912605589" sldId="294"/>
        </pc:sldMkLst>
        <pc:spChg chg="mod">
          <ac:chgData name="Wenshuo Li" userId="3b3b8587-f8db-4b07-819a-a1dc11bcd0ea" providerId="ADAL" clId="{BF59C9FF-5E3B-5C96-8E08-0F8254AB57D1}" dt="2026-02-12T01:43:38.083" v="65" actId="26606"/>
          <ac:spMkLst>
            <pc:docMk/>
            <pc:sldMk cId="1912605589" sldId="294"/>
            <ac:spMk id="2" creationId="{A042811A-155B-555F-01A6-D344A524363F}"/>
          </ac:spMkLst>
        </pc:spChg>
        <pc:spChg chg="add mod">
          <ac:chgData name="Wenshuo Li" userId="3b3b8587-f8db-4b07-819a-a1dc11bcd0ea" providerId="ADAL" clId="{BF59C9FF-5E3B-5C96-8E08-0F8254AB57D1}" dt="2026-02-12T01:43:38.083" v="65" actId="26606"/>
          <ac:spMkLst>
            <pc:docMk/>
            <pc:sldMk cId="1912605589" sldId="294"/>
            <ac:spMk id="4" creationId="{BD46C3E5-10C0-5027-C7BB-AB1107C5A7DB}"/>
          </ac:spMkLst>
        </pc:spChg>
        <pc:spChg chg="add">
          <ac:chgData name="Wenshuo Li" userId="3b3b8587-f8db-4b07-819a-a1dc11bcd0ea" providerId="ADAL" clId="{BF59C9FF-5E3B-5C96-8E08-0F8254AB57D1}" dt="2026-02-12T01:43:38.083" v="65" actId="26606"/>
          <ac:spMkLst>
            <pc:docMk/>
            <pc:sldMk cId="1912605589" sldId="294"/>
            <ac:spMk id="9" creationId="{907EF6B7-1338-4443-8C46-6A318D952DFD}"/>
          </ac:spMkLst>
        </pc:spChg>
        <pc:spChg chg="add">
          <ac:chgData name="Wenshuo Li" userId="3b3b8587-f8db-4b07-819a-a1dc11bcd0ea" providerId="ADAL" clId="{BF59C9FF-5E3B-5C96-8E08-0F8254AB57D1}" dt="2026-02-12T01:43:38.083" v="65" actId="26606"/>
          <ac:spMkLst>
            <pc:docMk/>
            <pc:sldMk cId="1912605589" sldId="294"/>
            <ac:spMk id="11" creationId="{DAAE4CDD-124C-4DCF-9584-B6033B545DD5}"/>
          </ac:spMkLst>
        </pc:spChg>
        <pc:spChg chg="add">
          <ac:chgData name="Wenshuo Li" userId="3b3b8587-f8db-4b07-819a-a1dc11bcd0ea" providerId="ADAL" clId="{BF59C9FF-5E3B-5C96-8E08-0F8254AB57D1}" dt="2026-02-12T01:43:38.083" v="65" actId="26606"/>
          <ac:spMkLst>
            <pc:docMk/>
            <pc:sldMk cId="1912605589" sldId="294"/>
            <ac:spMk id="13" creationId="{081E4A58-353D-44AE-B2FC-2A74E2E400F7}"/>
          </ac:spMkLst>
        </pc:spChg>
      </pc:sldChg>
      <pc:sldChg chg="addSp delSp modSp mod ord setBg">
        <pc:chgData name="Wenshuo Li" userId="3b3b8587-f8db-4b07-819a-a1dc11bcd0ea" providerId="ADAL" clId="{BF59C9FF-5E3B-5C96-8E08-0F8254AB57D1}" dt="2026-02-12T01:42:44.463" v="29" actId="26606"/>
        <pc:sldMkLst>
          <pc:docMk/>
          <pc:sldMk cId="3524156548" sldId="295"/>
        </pc:sldMkLst>
        <pc:spChg chg="mod">
          <ac:chgData name="Wenshuo Li" userId="3b3b8587-f8db-4b07-819a-a1dc11bcd0ea" providerId="ADAL" clId="{BF59C9FF-5E3B-5C96-8E08-0F8254AB57D1}" dt="2026-02-12T01:42:44.463" v="29" actId="26606"/>
          <ac:spMkLst>
            <pc:docMk/>
            <pc:sldMk cId="3524156548" sldId="295"/>
            <ac:spMk id="2" creationId="{C89EA061-E60E-8660-45E6-FE483E7C74E2}"/>
          </ac:spMkLst>
        </pc:spChg>
        <pc:spChg chg="add">
          <ac:chgData name="Wenshuo Li" userId="3b3b8587-f8db-4b07-819a-a1dc11bcd0ea" providerId="ADAL" clId="{BF59C9FF-5E3B-5C96-8E08-0F8254AB57D1}" dt="2026-02-12T01:42:44.463" v="29" actId="26606"/>
          <ac:spMkLst>
            <pc:docMk/>
            <pc:sldMk cId="3524156548" sldId="295"/>
            <ac:spMk id="15" creationId="{081E4A58-353D-44AE-B2FC-2A74E2E400F7}"/>
          </ac:spMkLst>
        </pc:spChg>
        <pc:spChg chg="add">
          <ac:chgData name="Wenshuo Li" userId="3b3b8587-f8db-4b07-819a-a1dc11bcd0ea" providerId="ADAL" clId="{BF59C9FF-5E3B-5C96-8E08-0F8254AB57D1}" dt="2026-02-12T01:42:44.463" v="29" actId="26606"/>
          <ac:spMkLst>
            <pc:docMk/>
            <pc:sldMk cId="3524156548" sldId="295"/>
            <ac:spMk id="25" creationId="{907EF6B7-1338-4443-8C46-6A318D952DFD}"/>
          </ac:spMkLst>
        </pc:spChg>
        <pc:spChg chg="add">
          <ac:chgData name="Wenshuo Li" userId="3b3b8587-f8db-4b07-819a-a1dc11bcd0ea" providerId="ADAL" clId="{BF59C9FF-5E3B-5C96-8E08-0F8254AB57D1}" dt="2026-02-12T01:42:44.463" v="29" actId="26606"/>
          <ac:spMkLst>
            <pc:docMk/>
            <pc:sldMk cId="3524156548" sldId="295"/>
            <ac:spMk id="26" creationId="{DAAE4CDD-124C-4DCF-9584-B6033B545DD5}"/>
          </ac:spMkLst>
        </pc:spChg>
        <pc:spChg chg="add">
          <ac:chgData name="Wenshuo Li" userId="3b3b8587-f8db-4b07-819a-a1dc11bcd0ea" providerId="ADAL" clId="{BF59C9FF-5E3B-5C96-8E08-0F8254AB57D1}" dt="2026-02-12T01:42:44.463" v="29" actId="26606"/>
          <ac:spMkLst>
            <pc:docMk/>
            <pc:sldMk cId="3524156548" sldId="295"/>
            <ac:spMk id="27" creationId="{5B16058B-F59B-91EF-AA8D-6E344D75EA25}"/>
          </ac:spMkLst>
        </pc:spChg>
      </pc:sldChg>
      <pc:sldChg chg="modSp mod">
        <pc:chgData name="Wenshuo Li" userId="3b3b8587-f8db-4b07-819a-a1dc11bcd0ea" providerId="ADAL" clId="{BF59C9FF-5E3B-5C96-8E08-0F8254AB57D1}" dt="2026-02-12T01:44:53.625" v="73" actId="5793"/>
        <pc:sldMkLst>
          <pc:docMk/>
          <pc:sldMk cId="2904226605" sldId="296"/>
        </pc:sldMkLst>
        <pc:spChg chg="mod">
          <ac:chgData name="Wenshuo Li" userId="3b3b8587-f8db-4b07-819a-a1dc11bcd0ea" providerId="ADAL" clId="{BF59C9FF-5E3B-5C96-8E08-0F8254AB57D1}" dt="2026-02-12T01:44:43.866" v="70" actId="20577"/>
          <ac:spMkLst>
            <pc:docMk/>
            <pc:sldMk cId="2904226605" sldId="296"/>
            <ac:spMk id="2" creationId="{75D9CE0F-0404-B029-3F7B-C1664CF09D22}"/>
          </ac:spMkLst>
        </pc:spChg>
        <pc:spChg chg="mod">
          <ac:chgData name="Wenshuo Li" userId="3b3b8587-f8db-4b07-819a-a1dc11bcd0ea" providerId="ADAL" clId="{BF59C9FF-5E3B-5C96-8E08-0F8254AB57D1}" dt="2026-02-12T01:44:53.625" v="73" actId="5793"/>
          <ac:spMkLst>
            <pc:docMk/>
            <pc:sldMk cId="2904226605" sldId="296"/>
            <ac:spMk id="3" creationId="{6C5703E9-BD36-54A1-1C0E-B4C1EEA89D7D}"/>
          </ac:spMkLst>
        </pc:spChg>
      </pc:sldChg>
      <pc:sldChg chg="addSp delSp modSp mod setBg modClrScheme chgLayout">
        <pc:chgData name="Wenshuo Li" userId="3b3b8587-f8db-4b07-819a-a1dc11bcd0ea" providerId="ADAL" clId="{BF59C9FF-5E3B-5C96-8E08-0F8254AB57D1}" dt="2026-02-12T01:46:16.834" v="101" actId="26606"/>
        <pc:sldMkLst>
          <pc:docMk/>
          <pc:sldMk cId="2036345865" sldId="297"/>
        </pc:sldMkLst>
        <pc:spChg chg="add mod ord">
          <ac:chgData name="Wenshuo Li" userId="3b3b8587-f8db-4b07-819a-a1dc11bcd0ea" providerId="ADAL" clId="{BF59C9FF-5E3B-5C96-8E08-0F8254AB57D1}" dt="2026-02-12T01:46:16.834" v="101" actId="26606"/>
          <ac:spMkLst>
            <pc:docMk/>
            <pc:sldMk cId="2036345865" sldId="297"/>
            <ac:spMk id="4" creationId="{F34A241E-9124-E734-1CE4-CD0820B39135}"/>
          </ac:spMkLst>
        </pc:spChg>
        <pc:spChg chg="add mod ord">
          <ac:chgData name="Wenshuo Li" userId="3b3b8587-f8db-4b07-819a-a1dc11bcd0ea" providerId="ADAL" clId="{BF59C9FF-5E3B-5C96-8E08-0F8254AB57D1}" dt="2026-02-12T01:46:16.834" v="101" actId="26606"/>
          <ac:spMkLst>
            <pc:docMk/>
            <pc:sldMk cId="2036345865" sldId="297"/>
            <ac:spMk id="5" creationId="{E5862E7B-1E56-0E78-D2FD-E5FD1C472ACF}"/>
          </ac:spMkLst>
        </pc:spChg>
        <pc:spChg chg="add">
          <ac:chgData name="Wenshuo Li" userId="3b3b8587-f8db-4b07-819a-a1dc11bcd0ea" providerId="ADAL" clId="{BF59C9FF-5E3B-5C96-8E08-0F8254AB57D1}" dt="2026-02-12T01:46:16.834" v="101" actId="26606"/>
          <ac:spMkLst>
            <pc:docMk/>
            <pc:sldMk cId="2036345865" sldId="297"/>
            <ac:spMk id="32" creationId="{289ED1AA-8684-4D37-B208-8777E1A7780D}"/>
          </ac:spMkLst>
        </pc:spChg>
        <pc:spChg chg="add">
          <ac:chgData name="Wenshuo Li" userId="3b3b8587-f8db-4b07-819a-a1dc11bcd0ea" providerId="ADAL" clId="{BF59C9FF-5E3B-5C96-8E08-0F8254AB57D1}" dt="2026-02-12T01:46:16.834" v="101" actId="26606"/>
          <ac:spMkLst>
            <pc:docMk/>
            <pc:sldMk cId="2036345865" sldId="297"/>
            <ac:spMk id="33" creationId="{4180E01B-B1F4-437C-807D-1C930718EE64}"/>
          </ac:spMkLst>
        </pc:spChg>
        <pc:spChg chg="add">
          <ac:chgData name="Wenshuo Li" userId="3b3b8587-f8db-4b07-819a-a1dc11bcd0ea" providerId="ADAL" clId="{BF59C9FF-5E3B-5C96-8E08-0F8254AB57D1}" dt="2026-02-12T01:46:16.834" v="101" actId="26606"/>
          <ac:spMkLst>
            <pc:docMk/>
            <pc:sldMk cId="2036345865" sldId="297"/>
            <ac:spMk id="34" creationId="{41F77738-2AF0-4750-A0C7-F97C2C17590E}"/>
          </ac:spMkLst>
        </pc:spChg>
      </pc:sldChg>
      <pc:sldChg chg="addSp delSp modSp mod setBg">
        <pc:chgData name="Wenshuo Li" userId="3b3b8587-f8db-4b07-819a-a1dc11bcd0ea" providerId="ADAL" clId="{BF59C9FF-5E3B-5C96-8E08-0F8254AB57D1}" dt="2026-02-12T01:49:33.691" v="141"/>
        <pc:sldMkLst>
          <pc:docMk/>
          <pc:sldMk cId="2851725803" sldId="303"/>
        </pc:sldMkLst>
        <pc:spChg chg="mod">
          <ac:chgData name="Wenshuo Li" userId="3b3b8587-f8db-4b07-819a-a1dc11bcd0ea" providerId="ADAL" clId="{BF59C9FF-5E3B-5C96-8E08-0F8254AB57D1}" dt="2026-02-12T01:49:17.297" v="137" actId="122"/>
          <ac:spMkLst>
            <pc:docMk/>
            <pc:sldMk cId="2851725803" sldId="303"/>
            <ac:spMk id="2" creationId="{60D86F73-8015-472A-51D2-D4F62F5F37F0}"/>
          </ac:spMkLst>
        </pc:spChg>
        <pc:spChg chg="add">
          <ac:chgData name="Wenshuo Li" userId="3b3b8587-f8db-4b07-819a-a1dc11bcd0ea" providerId="ADAL" clId="{BF59C9FF-5E3B-5C96-8E08-0F8254AB57D1}" dt="2026-02-12T01:49:14.238" v="136" actId="26606"/>
          <ac:spMkLst>
            <pc:docMk/>
            <pc:sldMk cId="2851725803" sldId="303"/>
            <ac:spMk id="9" creationId="{BACC6370-2D7E-4714-9D71-7542949D7D5D}"/>
          </ac:spMkLst>
        </pc:spChg>
        <pc:spChg chg="add">
          <ac:chgData name="Wenshuo Li" userId="3b3b8587-f8db-4b07-819a-a1dc11bcd0ea" providerId="ADAL" clId="{BF59C9FF-5E3B-5C96-8E08-0F8254AB57D1}" dt="2026-02-12T01:49:14.238" v="136" actId="26606"/>
          <ac:spMkLst>
            <pc:docMk/>
            <pc:sldMk cId="2851725803" sldId="303"/>
            <ac:spMk id="11" creationId="{F68B3F68-107C-434F-AA38-110D5EA91B85}"/>
          </ac:spMkLst>
        </pc:spChg>
        <pc:spChg chg="add">
          <ac:chgData name="Wenshuo Li" userId="3b3b8587-f8db-4b07-819a-a1dc11bcd0ea" providerId="ADAL" clId="{BF59C9FF-5E3B-5C96-8E08-0F8254AB57D1}" dt="2026-02-12T01:49:14.238" v="136" actId="26606"/>
          <ac:spMkLst>
            <pc:docMk/>
            <pc:sldMk cId="2851725803" sldId="303"/>
            <ac:spMk id="13" creationId="{AAD0DBB9-1A4B-4391-81D4-CB19F9AB918A}"/>
          </ac:spMkLst>
        </pc:spChg>
        <pc:spChg chg="add">
          <ac:chgData name="Wenshuo Li" userId="3b3b8587-f8db-4b07-819a-a1dc11bcd0ea" providerId="ADAL" clId="{BF59C9FF-5E3B-5C96-8E08-0F8254AB57D1}" dt="2026-02-12T01:49:14.238" v="136" actId="26606"/>
          <ac:spMkLst>
            <pc:docMk/>
            <pc:sldMk cId="2851725803" sldId="303"/>
            <ac:spMk id="15" creationId="{063BBA22-50EA-4C4D-BE05-F1CE4E63AA56}"/>
          </ac:spMkLst>
        </pc:spChg>
        <pc:graphicFrameChg chg="add mod modGraphic">
          <ac:chgData name="Wenshuo Li" userId="3b3b8587-f8db-4b07-819a-a1dc11bcd0ea" providerId="ADAL" clId="{BF59C9FF-5E3B-5C96-8E08-0F8254AB57D1}" dt="2026-02-12T01:49:33.691" v="141"/>
          <ac:graphicFrameMkLst>
            <pc:docMk/>
            <pc:sldMk cId="2851725803" sldId="303"/>
            <ac:graphicFrameMk id="4" creationId="{251DB701-963B-E0D7-C078-EC9023E20512}"/>
          </ac:graphicFrameMkLst>
        </pc:graphicFrameChg>
      </pc:sldChg>
      <pc:sldChg chg="addSp delSp modSp mod modClrScheme chgLayout">
        <pc:chgData name="Wenshuo Li" userId="3b3b8587-f8db-4b07-819a-a1dc11bcd0ea" providerId="ADAL" clId="{BF59C9FF-5E3B-5C96-8E08-0F8254AB57D1}" dt="2026-02-23T21:43:25.062" v="214" actId="26606"/>
        <pc:sldMkLst>
          <pc:docMk/>
          <pc:sldMk cId="1842241638" sldId="304"/>
        </pc:sldMkLst>
        <pc:spChg chg="add mod ord">
          <ac:chgData name="Wenshuo Li" userId="3b3b8587-f8db-4b07-819a-a1dc11bcd0ea" providerId="ADAL" clId="{BF59C9FF-5E3B-5C96-8E08-0F8254AB57D1}" dt="2026-02-23T21:41:35.511" v="198" actId="20577"/>
          <ac:spMkLst>
            <pc:docMk/>
            <pc:sldMk cId="1842241638" sldId="304"/>
            <ac:spMk id="6" creationId="{11FB23C9-E5ED-ECF8-5A7A-94BD711A988E}"/>
          </ac:spMkLst>
        </pc:spChg>
        <pc:graphicFrameChg chg="add">
          <ac:chgData name="Wenshuo Li" userId="3b3b8587-f8db-4b07-819a-a1dc11bcd0ea" providerId="ADAL" clId="{BF59C9FF-5E3B-5C96-8E08-0F8254AB57D1}" dt="2026-02-23T21:43:25.062" v="214" actId="26606"/>
          <ac:graphicFrameMkLst>
            <pc:docMk/>
            <pc:sldMk cId="1842241638" sldId="304"/>
            <ac:graphicFrameMk id="9" creationId="{BF463D2C-5416-56D5-3570-75FB1FA1BE18}"/>
          </ac:graphicFrameMkLst>
        </pc:graphicFrameChg>
      </pc:sldChg>
      <pc:sldChg chg="addSp delSp modSp mod setBg">
        <pc:chgData name="Wenshuo Li" userId="3b3b8587-f8db-4b07-819a-a1dc11bcd0ea" providerId="ADAL" clId="{BF59C9FF-5E3B-5C96-8E08-0F8254AB57D1}" dt="2026-02-23T21:46:15.066" v="243" actId="403"/>
        <pc:sldMkLst>
          <pc:docMk/>
          <pc:sldMk cId="3065703736" sldId="305"/>
        </pc:sldMkLst>
        <pc:spChg chg="mod">
          <ac:chgData name="Wenshuo Li" userId="3b3b8587-f8db-4b07-819a-a1dc11bcd0ea" providerId="ADAL" clId="{BF59C9FF-5E3B-5C96-8E08-0F8254AB57D1}" dt="2026-02-23T21:45:26.474" v="231" actId="26606"/>
          <ac:spMkLst>
            <pc:docMk/>
            <pc:sldMk cId="3065703736" sldId="305"/>
            <ac:spMk id="2" creationId="{A613D8C7-F39F-FDF4-B9E3-BE8BAE8FAF8B}"/>
          </ac:spMkLst>
        </pc:spChg>
        <pc:spChg chg="add">
          <ac:chgData name="Wenshuo Li" userId="3b3b8587-f8db-4b07-819a-a1dc11bcd0ea" providerId="ADAL" clId="{BF59C9FF-5E3B-5C96-8E08-0F8254AB57D1}" dt="2026-02-23T21:45:26.474" v="231" actId="26606"/>
          <ac:spMkLst>
            <pc:docMk/>
            <pc:sldMk cId="3065703736" sldId="305"/>
            <ac:spMk id="13" creationId="{9DECDBF4-02B6-4BB4-B65B-B8107AD6A9E8}"/>
          </ac:spMkLst>
        </pc:spChg>
        <pc:spChg chg="add">
          <ac:chgData name="Wenshuo Li" userId="3b3b8587-f8db-4b07-819a-a1dc11bcd0ea" providerId="ADAL" clId="{BF59C9FF-5E3B-5C96-8E08-0F8254AB57D1}" dt="2026-02-23T21:45:26.474" v="231" actId="26606"/>
          <ac:spMkLst>
            <pc:docMk/>
            <pc:sldMk cId="3065703736" sldId="305"/>
            <ac:spMk id="14" creationId="{53B021B3-DE93-4AB7-8A18-CF5F1CED88B8}"/>
          </ac:spMkLst>
        </pc:spChg>
        <pc:spChg chg="add">
          <ac:chgData name="Wenshuo Li" userId="3b3b8587-f8db-4b07-819a-a1dc11bcd0ea" providerId="ADAL" clId="{BF59C9FF-5E3B-5C96-8E08-0F8254AB57D1}" dt="2026-02-23T21:45:26.474" v="231" actId="26606"/>
          <ac:spMkLst>
            <pc:docMk/>
            <pc:sldMk cId="3065703736" sldId="305"/>
            <ac:spMk id="15" creationId="{52D502E5-F6B4-4D58-B4AE-FC466FF15EE8}"/>
          </ac:spMkLst>
        </pc:spChg>
        <pc:graphicFrameChg chg="add mod modGraphic">
          <ac:chgData name="Wenshuo Li" userId="3b3b8587-f8db-4b07-819a-a1dc11bcd0ea" providerId="ADAL" clId="{BF59C9FF-5E3B-5C96-8E08-0F8254AB57D1}" dt="2026-02-23T21:46:15.066" v="243" actId="403"/>
          <ac:graphicFrameMkLst>
            <pc:docMk/>
            <pc:sldMk cId="3065703736" sldId="305"/>
            <ac:graphicFrameMk id="4" creationId="{63787CFF-2C9B-D691-E50F-209270EF84B3}"/>
          </ac:graphicFrameMkLst>
        </pc:graphicFrameChg>
      </pc:sldChg>
      <pc:sldChg chg="addSp delSp modSp mod setBg modClrScheme chgLayout">
        <pc:chgData name="Wenshuo Li" userId="3b3b8587-f8db-4b07-819a-a1dc11bcd0ea" providerId="ADAL" clId="{BF59C9FF-5E3B-5C96-8E08-0F8254AB57D1}" dt="2026-02-23T21:47:15.514" v="247" actId="26606"/>
        <pc:sldMkLst>
          <pc:docMk/>
          <pc:sldMk cId="3407133814" sldId="306"/>
        </pc:sldMkLst>
        <pc:spChg chg="add mod ord">
          <ac:chgData name="Wenshuo Li" userId="3b3b8587-f8db-4b07-819a-a1dc11bcd0ea" providerId="ADAL" clId="{BF59C9FF-5E3B-5C96-8E08-0F8254AB57D1}" dt="2026-02-23T21:47:15.514" v="247" actId="26606"/>
          <ac:spMkLst>
            <pc:docMk/>
            <pc:sldMk cId="3407133814" sldId="306"/>
            <ac:spMk id="4" creationId="{C22F0CC2-74D6-6F36-E3B3-443A7E9A6076}"/>
          </ac:spMkLst>
        </pc:spChg>
        <pc:spChg chg="add mod ord">
          <ac:chgData name="Wenshuo Li" userId="3b3b8587-f8db-4b07-819a-a1dc11bcd0ea" providerId="ADAL" clId="{BF59C9FF-5E3B-5C96-8E08-0F8254AB57D1}" dt="2026-02-23T21:47:15.514" v="247" actId="26606"/>
          <ac:spMkLst>
            <pc:docMk/>
            <pc:sldMk cId="3407133814" sldId="306"/>
            <ac:spMk id="5" creationId="{2ECA6DE3-1557-C5D0-28FC-566C526DD15D}"/>
          </ac:spMkLst>
        </pc:spChg>
        <pc:spChg chg="add">
          <ac:chgData name="Wenshuo Li" userId="3b3b8587-f8db-4b07-819a-a1dc11bcd0ea" providerId="ADAL" clId="{BF59C9FF-5E3B-5C96-8E08-0F8254AB57D1}" dt="2026-02-23T21:47:15.514" v="247" actId="26606"/>
          <ac:spMkLst>
            <pc:docMk/>
            <pc:sldMk cId="3407133814" sldId="306"/>
            <ac:spMk id="11" creationId="{4D60F200-5EB0-B223-2439-C96C67F0FEE1}"/>
          </ac:spMkLst>
        </pc:spChg>
        <pc:spChg chg="add">
          <ac:chgData name="Wenshuo Li" userId="3b3b8587-f8db-4b07-819a-a1dc11bcd0ea" providerId="ADAL" clId="{BF59C9FF-5E3B-5C96-8E08-0F8254AB57D1}" dt="2026-02-23T21:47:15.514" v="247" actId="26606"/>
          <ac:spMkLst>
            <pc:docMk/>
            <pc:sldMk cId="3407133814" sldId="306"/>
            <ac:spMk id="13" creationId="{74067CD3-146F-6228-E362-39AA720C25F7}"/>
          </ac:spMkLst>
        </pc:spChg>
        <pc:spChg chg="add">
          <ac:chgData name="Wenshuo Li" userId="3b3b8587-f8db-4b07-819a-a1dc11bcd0ea" providerId="ADAL" clId="{BF59C9FF-5E3B-5C96-8E08-0F8254AB57D1}" dt="2026-02-23T21:47:15.514" v="247" actId="26606"/>
          <ac:spMkLst>
            <pc:docMk/>
            <pc:sldMk cId="3407133814" sldId="306"/>
            <ac:spMk id="15" creationId="{271C7E5C-A0F8-E9FA-56DB-31A257FD4EDB}"/>
          </ac:spMkLst>
        </pc:spChg>
        <pc:spChg chg="add">
          <ac:chgData name="Wenshuo Li" userId="3b3b8587-f8db-4b07-819a-a1dc11bcd0ea" providerId="ADAL" clId="{BF59C9FF-5E3B-5C96-8E08-0F8254AB57D1}" dt="2026-02-23T21:47:15.514" v="247" actId="26606"/>
          <ac:spMkLst>
            <pc:docMk/>
            <pc:sldMk cId="3407133814" sldId="306"/>
            <ac:spMk id="17" creationId="{33F70A3C-4474-2A39-470C-FD55A8837503}"/>
          </ac:spMkLst>
        </pc:spChg>
        <pc:spChg chg="add">
          <ac:chgData name="Wenshuo Li" userId="3b3b8587-f8db-4b07-819a-a1dc11bcd0ea" providerId="ADAL" clId="{BF59C9FF-5E3B-5C96-8E08-0F8254AB57D1}" dt="2026-02-23T21:47:15.514" v="247" actId="26606"/>
          <ac:spMkLst>
            <pc:docMk/>
            <pc:sldMk cId="3407133814" sldId="306"/>
            <ac:spMk id="19" creationId="{BAC3F7D4-9613-0E1F-901C-98FE831DEBC0}"/>
          </ac:spMkLst>
        </pc:spChg>
        <pc:spChg chg="add">
          <ac:chgData name="Wenshuo Li" userId="3b3b8587-f8db-4b07-819a-a1dc11bcd0ea" providerId="ADAL" clId="{BF59C9FF-5E3B-5C96-8E08-0F8254AB57D1}" dt="2026-02-23T21:47:15.514" v="247" actId="26606"/>
          <ac:spMkLst>
            <pc:docMk/>
            <pc:sldMk cId="3407133814" sldId="306"/>
            <ac:spMk id="21" creationId="{AFD5167C-AF48-26F0-7A9F-3F7643374872}"/>
          </ac:spMkLst>
        </pc:spChg>
        <pc:spChg chg="add">
          <ac:chgData name="Wenshuo Li" userId="3b3b8587-f8db-4b07-819a-a1dc11bcd0ea" providerId="ADAL" clId="{BF59C9FF-5E3B-5C96-8E08-0F8254AB57D1}" dt="2026-02-23T21:47:15.514" v="247" actId="26606"/>
          <ac:spMkLst>
            <pc:docMk/>
            <pc:sldMk cId="3407133814" sldId="306"/>
            <ac:spMk id="23" creationId="{87B30A01-FCA8-86A5-A840-C32A3BE2EDD6}"/>
          </ac:spMkLst>
        </pc:spChg>
        <pc:picChg chg="add">
          <ac:chgData name="Wenshuo Li" userId="3b3b8587-f8db-4b07-819a-a1dc11bcd0ea" providerId="ADAL" clId="{BF59C9FF-5E3B-5C96-8E08-0F8254AB57D1}" dt="2026-02-23T21:47:15.514" v="247" actId="26606"/>
          <ac:picMkLst>
            <pc:docMk/>
            <pc:sldMk cId="3407133814" sldId="306"/>
            <ac:picMk id="7" creationId="{F7E807C9-0E04-5259-A9FE-0152F9C7AB79}"/>
          </ac:picMkLst>
        </pc:picChg>
      </pc:sldChg>
      <pc:sldChg chg="del">
        <pc:chgData name="Wenshuo Li" userId="3b3b8587-f8db-4b07-819a-a1dc11bcd0ea" providerId="ADAL" clId="{BF59C9FF-5E3B-5C96-8E08-0F8254AB57D1}" dt="2026-02-25T00:23:53.747" v="283" actId="2696"/>
        <pc:sldMkLst>
          <pc:docMk/>
          <pc:sldMk cId="1151175989" sldId="307"/>
        </pc:sldMkLst>
      </pc:sldChg>
      <pc:sldChg chg="del">
        <pc:chgData name="Wenshuo Li" userId="3b3b8587-f8db-4b07-819a-a1dc11bcd0ea" providerId="ADAL" clId="{BF59C9FF-5E3B-5C96-8E08-0F8254AB57D1}" dt="2026-02-25T00:23:53.739" v="281" actId="2696"/>
        <pc:sldMkLst>
          <pc:docMk/>
          <pc:sldMk cId="3498573754" sldId="308"/>
        </pc:sldMkLst>
      </pc:sldChg>
      <pc:sldChg chg="del">
        <pc:chgData name="Wenshuo Li" userId="3b3b8587-f8db-4b07-819a-a1dc11bcd0ea" providerId="ADAL" clId="{BF59C9FF-5E3B-5C96-8E08-0F8254AB57D1}" dt="2026-02-25T00:23:53.743" v="282" actId="2696"/>
        <pc:sldMkLst>
          <pc:docMk/>
          <pc:sldMk cId="3549868156" sldId="309"/>
        </pc:sldMkLst>
      </pc:sldChg>
      <pc:sldChg chg="del">
        <pc:chgData name="Wenshuo Li" userId="3b3b8587-f8db-4b07-819a-a1dc11bcd0ea" providerId="ADAL" clId="{BF59C9FF-5E3B-5C96-8E08-0F8254AB57D1}" dt="2026-02-25T00:23:53.737" v="280" actId="2696"/>
        <pc:sldMkLst>
          <pc:docMk/>
          <pc:sldMk cId="3024946967" sldId="310"/>
        </pc:sldMkLst>
      </pc:sldChg>
      <pc:sldChg chg="modSp">
        <pc:chgData name="Wenshuo Li" userId="3b3b8587-f8db-4b07-819a-a1dc11bcd0ea" providerId="ADAL" clId="{BF59C9FF-5E3B-5C96-8E08-0F8254AB57D1}" dt="2026-02-25T00:00:53.268" v="261" actId="20577"/>
        <pc:sldMkLst>
          <pc:docMk/>
          <pc:sldMk cId="0" sldId="320"/>
        </pc:sldMkLst>
        <pc:spChg chg="mod">
          <ac:chgData name="Wenshuo Li" userId="3b3b8587-f8db-4b07-819a-a1dc11bcd0ea" providerId="ADAL" clId="{BF59C9FF-5E3B-5C96-8E08-0F8254AB57D1}" dt="2026-02-25T00:00:53.268" v="261" actId="20577"/>
          <ac:spMkLst>
            <pc:docMk/>
            <pc:sldMk cId="0" sldId="320"/>
            <ac:spMk id="8" creationId="{00000000-0000-0000-0000-000000000000}"/>
          </ac:spMkLst>
        </pc:spChg>
      </pc:sldChg>
      <pc:sldChg chg="modSp">
        <pc:chgData name="Wenshuo Li" userId="3b3b8587-f8db-4b07-819a-a1dc11bcd0ea" providerId="ADAL" clId="{BF59C9FF-5E3B-5C96-8E08-0F8254AB57D1}" dt="2026-02-25T00:06:12.375" v="272" actId="20577"/>
        <pc:sldMkLst>
          <pc:docMk/>
          <pc:sldMk cId="0" sldId="324"/>
        </pc:sldMkLst>
        <pc:spChg chg="mod">
          <ac:chgData name="Wenshuo Li" userId="3b3b8587-f8db-4b07-819a-a1dc11bcd0ea" providerId="ADAL" clId="{BF59C9FF-5E3B-5C96-8E08-0F8254AB57D1}" dt="2026-02-25T00:06:12.375" v="272" actId="20577"/>
          <ac:spMkLst>
            <pc:docMk/>
            <pc:sldMk cId="0" sldId="324"/>
            <ac:spMk id="17" creationId="{00000000-0000-0000-0000-000000000000}"/>
          </ac:spMkLst>
        </pc:spChg>
      </pc:sldChg>
      <pc:sldChg chg="modSp mod">
        <pc:chgData name="Wenshuo Li" userId="3b3b8587-f8db-4b07-819a-a1dc11bcd0ea" providerId="ADAL" clId="{BF59C9FF-5E3B-5C96-8E08-0F8254AB57D1}" dt="2026-02-25T00:09:05.811" v="277" actId="20577"/>
        <pc:sldMkLst>
          <pc:docMk/>
          <pc:sldMk cId="0" sldId="327"/>
        </pc:sldMkLst>
        <pc:spChg chg="mod">
          <ac:chgData name="Wenshuo Li" userId="3b3b8587-f8db-4b07-819a-a1dc11bcd0ea" providerId="ADAL" clId="{BF59C9FF-5E3B-5C96-8E08-0F8254AB57D1}" dt="2026-02-25T00:09:01.929" v="274" actId="1076"/>
          <ac:spMkLst>
            <pc:docMk/>
            <pc:sldMk cId="0" sldId="327"/>
            <ac:spMk id="12" creationId="{00000000-0000-0000-0000-000000000000}"/>
          </ac:spMkLst>
        </pc:spChg>
        <pc:spChg chg="mod">
          <ac:chgData name="Wenshuo Li" userId="3b3b8587-f8db-4b07-819a-a1dc11bcd0ea" providerId="ADAL" clId="{BF59C9FF-5E3B-5C96-8E08-0F8254AB57D1}" dt="2026-02-25T00:09:05.811" v="277" actId="20577"/>
          <ac:spMkLst>
            <pc:docMk/>
            <pc:sldMk cId="0" sldId="327"/>
            <ac:spMk id="13" creationId="{00000000-0000-0000-0000-000000000000}"/>
          </ac:spMkLst>
        </pc:spChg>
      </pc:sldChg>
      <pc:sldChg chg="modSp mod">
        <pc:chgData name="Wenshuo Li" userId="3b3b8587-f8db-4b07-819a-a1dc11bcd0ea" providerId="ADAL" clId="{BF59C9FF-5E3B-5C96-8E08-0F8254AB57D1}" dt="2026-02-25T00:10:27.416" v="279" actId="20577"/>
        <pc:sldMkLst>
          <pc:docMk/>
          <pc:sldMk cId="0" sldId="330"/>
        </pc:sldMkLst>
        <pc:spChg chg="mod">
          <ac:chgData name="Wenshuo Li" userId="3b3b8587-f8db-4b07-819a-a1dc11bcd0ea" providerId="ADAL" clId="{BF59C9FF-5E3B-5C96-8E08-0F8254AB57D1}" dt="2026-02-25T00:10:27.416" v="279" actId="20577"/>
          <ac:spMkLst>
            <pc:docMk/>
            <pc:sldMk cId="0" sldId="330"/>
            <ac:spMk id="9" creationId="{00000000-0000-0000-0000-000000000000}"/>
          </ac:spMkLst>
        </pc:spChg>
      </pc:sldChg>
      <pc:sldChg chg="add del setBg">
        <pc:chgData name="Wenshuo Li" userId="3b3b8587-f8db-4b07-819a-a1dc11bcd0ea" providerId="ADAL" clId="{BF59C9FF-5E3B-5C96-8E08-0F8254AB57D1}" dt="2026-02-23T21:58:11.544" v="250"/>
        <pc:sldMkLst>
          <pc:docMk/>
          <pc:sldMk cId="0" sldId="357"/>
        </pc:sldMkLst>
      </pc:sldChg>
      <pc:sldChg chg="add del setBg">
        <pc:chgData name="Wenshuo Li" userId="3b3b8587-f8db-4b07-819a-a1dc11bcd0ea" providerId="ADAL" clId="{BF59C9FF-5E3B-5C96-8E08-0F8254AB57D1}" dt="2026-02-23T21:58:11.544" v="250"/>
        <pc:sldMkLst>
          <pc:docMk/>
          <pc:sldMk cId="0" sldId="358"/>
        </pc:sldMkLst>
      </pc:sldChg>
      <pc:sldChg chg="add del setBg">
        <pc:chgData name="Wenshuo Li" userId="3b3b8587-f8db-4b07-819a-a1dc11bcd0ea" providerId="ADAL" clId="{BF59C9FF-5E3B-5C96-8E08-0F8254AB57D1}" dt="2026-02-23T21:58:11.544" v="250"/>
        <pc:sldMkLst>
          <pc:docMk/>
          <pc:sldMk cId="0" sldId="359"/>
        </pc:sldMkLst>
      </pc:sldChg>
      <pc:sldChg chg="add del setBg">
        <pc:chgData name="Wenshuo Li" userId="3b3b8587-f8db-4b07-819a-a1dc11bcd0ea" providerId="ADAL" clId="{BF59C9FF-5E3B-5C96-8E08-0F8254AB57D1}" dt="2026-02-23T21:58:11.544" v="250"/>
        <pc:sldMkLst>
          <pc:docMk/>
          <pc:sldMk cId="0" sldId="360"/>
        </pc:sldMkLst>
      </pc:sldChg>
      <pc:sldChg chg="add del setBg">
        <pc:chgData name="Wenshuo Li" userId="3b3b8587-f8db-4b07-819a-a1dc11bcd0ea" providerId="ADAL" clId="{BF59C9FF-5E3B-5C96-8E08-0F8254AB57D1}" dt="2026-02-23T21:58:11.544" v="250"/>
        <pc:sldMkLst>
          <pc:docMk/>
          <pc:sldMk cId="0" sldId="361"/>
        </pc:sldMkLst>
      </pc:sldChg>
      <pc:sldChg chg="add del setBg">
        <pc:chgData name="Wenshuo Li" userId="3b3b8587-f8db-4b07-819a-a1dc11bcd0ea" providerId="ADAL" clId="{BF59C9FF-5E3B-5C96-8E08-0F8254AB57D1}" dt="2026-02-23T21:58:11.544" v="250"/>
        <pc:sldMkLst>
          <pc:docMk/>
          <pc:sldMk cId="0" sldId="362"/>
        </pc:sldMkLst>
      </pc:sldChg>
      <pc:sldChg chg="add del setBg">
        <pc:chgData name="Wenshuo Li" userId="3b3b8587-f8db-4b07-819a-a1dc11bcd0ea" providerId="ADAL" clId="{BF59C9FF-5E3B-5C96-8E08-0F8254AB57D1}" dt="2026-02-23T21:58:11.544" v="250"/>
        <pc:sldMkLst>
          <pc:docMk/>
          <pc:sldMk cId="0" sldId="363"/>
        </pc:sldMkLst>
      </pc:sldChg>
      <pc:sldChg chg="add del setBg">
        <pc:chgData name="Wenshuo Li" userId="3b3b8587-f8db-4b07-819a-a1dc11bcd0ea" providerId="ADAL" clId="{BF59C9FF-5E3B-5C96-8E08-0F8254AB57D1}" dt="2026-02-23T21:58:11.544" v="250"/>
        <pc:sldMkLst>
          <pc:docMk/>
          <pc:sldMk cId="0" sldId="364"/>
        </pc:sldMkLst>
      </pc:sldChg>
      <pc:sldChg chg="add del setBg">
        <pc:chgData name="Wenshuo Li" userId="3b3b8587-f8db-4b07-819a-a1dc11bcd0ea" providerId="ADAL" clId="{BF59C9FF-5E3B-5C96-8E08-0F8254AB57D1}" dt="2026-02-23T21:58:11.544" v="250"/>
        <pc:sldMkLst>
          <pc:docMk/>
          <pc:sldMk cId="0" sldId="365"/>
        </pc:sldMkLst>
      </pc:sldChg>
      <pc:sldChg chg="add del setBg">
        <pc:chgData name="Wenshuo Li" userId="3b3b8587-f8db-4b07-819a-a1dc11bcd0ea" providerId="ADAL" clId="{BF59C9FF-5E3B-5C96-8E08-0F8254AB57D1}" dt="2026-02-23T21:58:11.544" v="250"/>
        <pc:sldMkLst>
          <pc:docMk/>
          <pc:sldMk cId="0" sldId="366"/>
        </pc:sldMkLst>
      </pc:sldChg>
      <pc:sldChg chg="add del setBg">
        <pc:chgData name="Wenshuo Li" userId="3b3b8587-f8db-4b07-819a-a1dc11bcd0ea" providerId="ADAL" clId="{BF59C9FF-5E3B-5C96-8E08-0F8254AB57D1}" dt="2026-02-23T21:58:11.544" v="250"/>
        <pc:sldMkLst>
          <pc:docMk/>
          <pc:sldMk cId="0" sldId="367"/>
        </pc:sldMkLst>
      </pc:sldChg>
      <pc:sldChg chg="add del setBg">
        <pc:chgData name="Wenshuo Li" userId="3b3b8587-f8db-4b07-819a-a1dc11bcd0ea" providerId="ADAL" clId="{BF59C9FF-5E3B-5C96-8E08-0F8254AB57D1}" dt="2026-02-23T21:58:11.544" v="250"/>
        <pc:sldMkLst>
          <pc:docMk/>
          <pc:sldMk cId="0" sldId="368"/>
        </pc:sldMkLst>
      </pc:sldChg>
      <pc:sldChg chg="add del setBg">
        <pc:chgData name="Wenshuo Li" userId="3b3b8587-f8db-4b07-819a-a1dc11bcd0ea" providerId="ADAL" clId="{BF59C9FF-5E3B-5C96-8E08-0F8254AB57D1}" dt="2026-02-23T21:58:11.544" v="250"/>
        <pc:sldMkLst>
          <pc:docMk/>
          <pc:sldMk cId="0" sldId="369"/>
        </pc:sldMkLst>
      </pc:sldChg>
      <pc:sldChg chg="add del setBg">
        <pc:chgData name="Wenshuo Li" userId="3b3b8587-f8db-4b07-819a-a1dc11bcd0ea" providerId="ADAL" clId="{BF59C9FF-5E3B-5C96-8E08-0F8254AB57D1}" dt="2026-02-23T21:58:11.544" v="250"/>
        <pc:sldMkLst>
          <pc:docMk/>
          <pc:sldMk cId="0" sldId="370"/>
        </pc:sldMkLst>
      </pc:sldChg>
      <pc:sldChg chg="add del setBg">
        <pc:chgData name="Wenshuo Li" userId="3b3b8587-f8db-4b07-819a-a1dc11bcd0ea" providerId="ADAL" clId="{BF59C9FF-5E3B-5C96-8E08-0F8254AB57D1}" dt="2026-02-23T21:58:11.544" v="250"/>
        <pc:sldMkLst>
          <pc:docMk/>
          <pc:sldMk cId="0" sldId="371"/>
        </pc:sldMkLst>
      </pc:sldChg>
    </pc:docChg>
  </pc:docChgLst>
  <pc:docChgLst>
    <pc:chgData name="Wenshuo Li" userId="3b3b8587-f8db-4b07-819a-a1dc11bcd0ea" providerId="ADAL" clId="{D32CA372-2CAF-4B87-8943-9F9410D60A4D}"/>
    <pc:docChg chg="undo custSel addSld delSld modSld">
      <pc:chgData name="Wenshuo Li" userId="3b3b8587-f8db-4b07-819a-a1dc11bcd0ea" providerId="ADAL" clId="{D32CA372-2CAF-4B87-8943-9F9410D60A4D}" dt="2026-02-18T08:35:50.912" v="755" actId="123"/>
      <pc:docMkLst>
        <pc:docMk/>
      </pc:docMkLst>
      <pc:sldChg chg="delSp modSp add del mod setBg modAnim">
        <pc:chgData name="Wenshuo Li" userId="3b3b8587-f8db-4b07-819a-a1dc11bcd0ea" providerId="ADAL" clId="{D32CA372-2CAF-4B87-8943-9F9410D60A4D}" dt="2026-02-18T08:19:39.484" v="615"/>
        <pc:sldMkLst>
          <pc:docMk/>
          <pc:sldMk cId="0" sldId="264"/>
        </pc:sldMkLst>
        <pc:spChg chg="mod">
          <ac:chgData name="Wenshuo Li" userId="3b3b8587-f8db-4b07-819a-a1dc11bcd0ea" providerId="ADAL" clId="{D32CA372-2CAF-4B87-8943-9F9410D60A4D}" dt="2026-02-18T08:19:10.678" v="605" actId="403"/>
          <ac:spMkLst>
            <pc:docMk/>
            <pc:sldMk cId="0" sldId="264"/>
            <ac:spMk id="5" creationId="{00000000-0000-0000-0000-000000000000}"/>
          </ac:spMkLst>
        </pc:spChg>
        <pc:spChg chg="mod">
          <ac:chgData name="Wenshuo Li" userId="3b3b8587-f8db-4b07-819a-a1dc11bcd0ea" providerId="ADAL" clId="{D32CA372-2CAF-4B87-8943-9F9410D60A4D}" dt="2026-02-18T08:19:13.355" v="606" actId="1076"/>
          <ac:spMkLst>
            <pc:docMk/>
            <pc:sldMk cId="0" sldId="264"/>
            <ac:spMk id="8" creationId="{00000000-0000-0000-0000-000000000000}"/>
          </ac:spMkLst>
        </pc:spChg>
      </pc:sldChg>
      <pc:sldChg chg="addSp delSp modSp mod setBg">
        <pc:chgData name="Wenshuo Li" userId="3b3b8587-f8db-4b07-819a-a1dc11bcd0ea" providerId="ADAL" clId="{D32CA372-2CAF-4B87-8943-9F9410D60A4D}" dt="2026-02-04T07:57:47.833" v="319" actId="26606"/>
        <pc:sldMkLst>
          <pc:docMk/>
          <pc:sldMk cId="2883144446" sldId="279"/>
        </pc:sldMkLst>
        <pc:spChg chg="mod">
          <ac:chgData name="Wenshuo Li" userId="3b3b8587-f8db-4b07-819a-a1dc11bcd0ea" providerId="ADAL" clId="{D32CA372-2CAF-4B87-8943-9F9410D60A4D}" dt="2026-02-04T07:57:47.811" v="318" actId="26606"/>
          <ac:spMkLst>
            <pc:docMk/>
            <pc:sldMk cId="2883144446" sldId="279"/>
            <ac:spMk id="2" creationId="{B239CA3A-B893-3ECE-F242-B3A9B2C16593}"/>
          </ac:spMkLst>
        </pc:spChg>
        <pc:spChg chg="add">
          <ac:chgData name="Wenshuo Li" userId="3b3b8587-f8db-4b07-819a-a1dc11bcd0ea" providerId="ADAL" clId="{D32CA372-2CAF-4B87-8943-9F9410D60A4D}" dt="2026-02-04T07:57:47.833" v="319" actId="26606"/>
          <ac:spMkLst>
            <pc:docMk/>
            <pc:sldMk cId="2883144446" sldId="279"/>
            <ac:spMk id="24" creationId="{BACC6370-2D7E-4714-9D71-7542949D7D5D}"/>
          </ac:spMkLst>
        </pc:spChg>
        <pc:spChg chg="add">
          <ac:chgData name="Wenshuo Li" userId="3b3b8587-f8db-4b07-819a-a1dc11bcd0ea" providerId="ADAL" clId="{D32CA372-2CAF-4B87-8943-9F9410D60A4D}" dt="2026-02-04T07:57:47.833" v="319" actId="26606"/>
          <ac:spMkLst>
            <pc:docMk/>
            <pc:sldMk cId="2883144446" sldId="279"/>
            <ac:spMk id="25" creationId="{F68B3F68-107C-434F-AA38-110D5EA91B85}"/>
          </ac:spMkLst>
        </pc:spChg>
        <pc:spChg chg="add">
          <ac:chgData name="Wenshuo Li" userId="3b3b8587-f8db-4b07-819a-a1dc11bcd0ea" providerId="ADAL" clId="{D32CA372-2CAF-4B87-8943-9F9410D60A4D}" dt="2026-02-04T07:57:47.833" v="319" actId="26606"/>
          <ac:spMkLst>
            <pc:docMk/>
            <pc:sldMk cId="2883144446" sldId="279"/>
            <ac:spMk id="26" creationId="{AAD0DBB9-1A4B-4391-81D4-CB19F9AB918A}"/>
          </ac:spMkLst>
        </pc:spChg>
        <pc:spChg chg="add">
          <ac:chgData name="Wenshuo Li" userId="3b3b8587-f8db-4b07-819a-a1dc11bcd0ea" providerId="ADAL" clId="{D32CA372-2CAF-4B87-8943-9F9410D60A4D}" dt="2026-02-04T07:57:47.833" v="319" actId="26606"/>
          <ac:spMkLst>
            <pc:docMk/>
            <pc:sldMk cId="2883144446" sldId="279"/>
            <ac:spMk id="27" creationId="{063BBA22-50EA-4C4D-BE05-F1CE4E63AA56}"/>
          </ac:spMkLst>
        </pc:spChg>
        <pc:graphicFrameChg chg="add mod modGraphic">
          <ac:chgData name="Wenshuo Li" userId="3b3b8587-f8db-4b07-819a-a1dc11bcd0ea" providerId="ADAL" clId="{D32CA372-2CAF-4B87-8943-9F9410D60A4D}" dt="2026-02-04T07:57:47.833" v="319" actId="26606"/>
          <ac:graphicFrameMkLst>
            <pc:docMk/>
            <pc:sldMk cId="2883144446" sldId="279"/>
            <ac:graphicFrameMk id="5" creationId="{1DA14454-A839-2076-21ED-D18617771DFE}"/>
          </ac:graphicFrameMkLst>
        </pc:graphicFrameChg>
      </pc:sldChg>
      <pc:sldChg chg="addSp modSp mod setBg setClrOvrMap">
        <pc:chgData name="Wenshuo Li" userId="3b3b8587-f8db-4b07-819a-a1dc11bcd0ea" providerId="ADAL" clId="{D32CA372-2CAF-4B87-8943-9F9410D60A4D}" dt="2026-02-04T07:57:52.911" v="320" actId="26606"/>
        <pc:sldMkLst>
          <pc:docMk/>
          <pc:sldMk cId="824104199" sldId="280"/>
        </pc:sldMkLst>
        <pc:spChg chg="mod">
          <ac:chgData name="Wenshuo Li" userId="3b3b8587-f8db-4b07-819a-a1dc11bcd0ea" providerId="ADAL" clId="{D32CA372-2CAF-4B87-8943-9F9410D60A4D}" dt="2026-02-04T07:57:52.911" v="320" actId="26606"/>
          <ac:spMkLst>
            <pc:docMk/>
            <pc:sldMk cId="824104199" sldId="280"/>
            <ac:spMk id="2" creationId="{C9F8CA2E-E717-F77D-4915-BCCB8459E9E7}"/>
          </ac:spMkLst>
        </pc:spChg>
        <pc:spChg chg="mod">
          <ac:chgData name="Wenshuo Li" userId="3b3b8587-f8db-4b07-819a-a1dc11bcd0ea" providerId="ADAL" clId="{D32CA372-2CAF-4B87-8943-9F9410D60A4D}" dt="2026-02-04T07:57:52.911" v="320" actId="26606"/>
          <ac:spMkLst>
            <pc:docMk/>
            <pc:sldMk cId="824104199" sldId="280"/>
            <ac:spMk id="3" creationId="{108D3B2D-A967-56A8-C822-B337A3C22424}"/>
          </ac:spMkLst>
        </pc:spChg>
        <pc:spChg chg="add">
          <ac:chgData name="Wenshuo Li" userId="3b3b8587-f8db-4b07-819a-a1dc11bcd0ea" providerId="ADAL" clId="{D32CA372-2CAF-4B87-8943-9F9410D60A4D}" dt="2026-02-04T07:57:52.911" v="320" actId="26606"/>
          <ac:spMkLst>
            <pc:docMk/>
            <pc:sldMk cId="824104199" sldId="280"/>
            <ac:spMk id="9" creationId="{9228552E-C8B1-4A80-8448-0787CE0FC704}"/>
          </ac:spMkLst>
        </pc:spChg>
        <pc:picChg chg="add">
          <ac:chgData name="Wenshuo Li" userId="3b3b8587-f8db-4b07-819a-a1dc11bcd0ea" providerId="ADAL" clId="{D32CA372-2CAF-4B87-8943-9F9410D60A4D}" dt="2026-02-04T07:57:52.911" v="320" actId="26606"/>
          <ac:picMkLst>
            <pc:docMk/>
            <pc:sldMk cId="824104199" sldId="280"/>
            <ac:picMk id="5" creationId="{B43C3103-B517-D67C-E8FC-358F673FC5DA}"/>
          </ac:picMkLst>
        </pc:picChg>
      </pc:sldChg>
      <pc:sldChg chg="addSp delSp modSp mod setBg setClrOvrMap">
        <pc:chgData name="Wenshuo Li" userId="3b3b8587-f8db-4b07-819a-a1dc11bcd0ea" providerId="ADAL" clId="{D32CA372-2CAF-4B87-8943-9F9410D60A4D}" dt="2026-02-04T07:57:57.435" v="321" actId="26606"/>
        <pc:sldMkLst>
          <pc:docMk/>
          <pc:sldMk cId="796221274" sldId="281"/>
        </pc:sldMkLst>
        <pc:spChg chg="mod">
          <ac:chgData name="Wenshuo Li" userId="3b3b8587-f8db-4b07-819a-a1dc11bcd0ea" providerId="ADAL" clId="{D32CA372-2CAF-4B87-8943-9F9410D60A4D}" dt="2026-02-04T07:57:57.435" v="321" actId="26606"/>
          <ac:spMkLst>
            <pc:docMk/>
            <pc:sldMk cId="796221274" sldId="281"/>
            <ac:spMk id="2" creationId="{2C1D5DB7-D773-C15A-271E-4095E7745CFA}"/>
          </ac:spMkLst>
        </pc:spChg>
        <pc:spChg chg="add mod">
          <ac:chgData name="Wenshuo Li" userId="3b3b8587-f8db-4b07-819a-a1dc11bcd0ea" providerId="ADAL" clId="{D32CA372-2CAF-4B87-8943-9F9410D60A4D}" dt="2026-02-04T07:57:57.435" v="321" actId="26606"/>
          <ac:spMkLst>
            <pc:docMk/>
            <pc:sldMk cId="796221274" sldId="281"/>
            <ac:spMk id="6" creationId="{E1C1F983-2D43-01C3-89AE-D3B56CCB3E13}"/>
          </ac:spMkLst>
        </pc:spChg>
        <pc:spChg chg="add">
          <ac:chgData name="Wenshuo Li" userId="3b3b8587-f8db-4b07-819a-a1dc11bcd0ea" providerId="ADAL" clId="{D32CA372-2CAF-4B87-8943-9F9410D60A4D}" dt="2026-02-04T07:57:57.435" v="321" actId="26606"/>
          <ac:spMkLst>
            <pc:docMk/>
            <pc:sldMk cId="796221274" sldId="281"/>
            <ac:spMk id="12" creationId="{9228552E-C8B1-4A80-8448-0787CE0FC704}"/>
          </ac:spMkLst>
        </pc:spChg>
        <pc:picChg chg="add">
          <ac:chgData name="Wenshuo Li" userId="3b3b8587-f8db-4b07-819a-a1dc11bcd0ea" providerId="ADAL" clId="{D32CA372-2CAF-4B87-8943-9F9410D60A4D}" dt="2026-02-04T07:57:57.435" v="321" actId="26606"/>
          <ac:picMkLst>
            <pc:docMk/>
            <pc:sldMk cId="796221274" sldId="281"/>
            <ac:picMk id="8" creationId="{0C2B07D1-B67F-05A3-98CB-AD0714790C89}"/>
          </ac:picMkLst>
        </pc:picChg>
      </pc:sldChg>
      <pc:sldChg chg="addSp delSp modSp mod setBg setClrOvrMap">
        <pc:chgData name="Wenshuo Li" userId="3b3b8587-f8db-4b07-819a-a1dc11bcd0ea" providerId="ADAL" clId="{D32CA372-2CAF-4B87-8943-9F9410D60A4D}" dt="2026-02-04T07:58:16.082" v="327" actId="26606"/>
        <pc:sldMkLst>
          <pc:docMk/>
          <pc:sldMk cId="4275816922" sldId="282"/>
        </pc:sldMkLst>
        <pc:spChg chg="mod">
          <ac:chgData name="Wenshuo Li" userId="3b3b8587-f8db-4b07-819a-a1dc11bcd0ea" providerId="ADAL" clId="{D32CA372-2CAF-4B87-8943-9F9410D60A4D}" dt="2026-02-04T07:58:16.082" v="327" actId="26606"/>
          <ac:spMkLst>
            <pc:docMk/>
            <pc:sldMk cId="4275816922" sldId="282"/>
            <ac:spMk id="2" creationId="{23DE7656-6B25-8117-D772-3AFD010E04A7}"/>
          </ac:spMkLst>
        </pc:spChg>
        <pc:spChg chg="add mod">
          <ac:chgData name="Wenshuo Li" userId="3b3b8587-f8db-4b07-819a-a1dc11bcd0ea" providerId="ADAL" clId="{D32CA372-2CAF-4B87-8943-9F9410D60A4D}" dt="2026-02-04T07:58:16.082" v="327" actId="26606"/>
          <ac:spMkLst>
            <pc:docMk/>
            <pc:sldMk cId="4275816922" sldId="282"/>
            <ac:spMk id="4" creationId="{EA99DE94-C8A1-51E6-113E-9B7468C8198C}"/>
          </ac:spMkLst>
        </pc:spChg>
        <pc:spChg chg="add">
          <ac:chgData name="Wenshuo Li" userId="3b3b8587-f8db-4b07-819a-a1dc11bcd0ea" providerId="ADAL" clId="{D32CA372-2CAF-4B87-8943-9F9410D60A4D}" dt="2026-02-04T07:58:16.082" v="327" actId="26606"/>
          <ac:spMkLst>
            <pc:docMk/>
            <pc:sldMk cId="4275816922" sldId="282"/>
            <ac:spMk id="10" creationId="{9228552E-C8B1-4A80-8448-0787CE0FC704}"/>
          </ac:spMkLst>
        </pc:spChg>
        <pc:picChg chg="add">
          <ac:chgData name="Wenshuo Li" userId="3b3b8587-f8db-4b07-819a-a1dc11bcd0ea" providerId="ADAL" clId="{D32CA372-2CAF-4B87-8943-9F9410D60A4D}" dt="2026-02-04T07:58:16.082" v="327" actId="26606"/>
          <ac:picMkLst>
            <pc:docMk/>
            <pc:sldMk cId="4275816922" sldId="282"/>
            <ac:picMk id="6" creationId="{3E5ED666-9193-3D2B-C437-D7A8554C8911}"/>
          </ac:picMkLst>
        </pc:picChg>
      </pc:sldChg>
      <pc:sldChg chg="addSp delSp modSp mod setBg">
        <pc:chgData name="Wenshuo Li" userId="3b3b8587-f8db-4b07-819a-a1dc11bcd0ea" providerId="ADAL" clId="{D32CA372-2CAF-4B87-8943-9F9410D60A4D}" dt="2026-02-04T07:57:22.846" v="315" actId="403"/>
        <pc:sldMkLst>
          <pc:docMk/>
          <pc:sldMk cId="3900534547" sldId="283"/>
        </pc:sldMkLst>
        <pc:spChg chg="mod">
          <ac:chgData name="Wenshuo Li" userId="3b3b8587-f8db-4b07-819a-a1dc11bcd0ea" providerId="ADAL" clId="{D32CA372-2CAF-4B87-8943-9F9410D60A4D}" dt="2026-02-04T07:57:18.811" v="314" actId="26606"/>
          <ac:spMkLst>
            <pc:docMk/>
            <pc:sldMk cId="3900534547" sldId="283"/>
            <ac:spMk id="2" creationId="{BA3BE2C9-D6CF-B22F-0EB0-AC498993A44F}"/>
          </ac:spMkLst>
        </pc:spChg>
        <pc:spChg chg="add mod ord">
          <ac:chgData name="Wenshuo Li" userId="3b3b8587-f8db-4b07-819a-a1dc11bcd0ea" providerId="ADAL" clId="{D32CA372-2CAF-4B87-8943-9F9410D60A4D}" dt="2026-02-04T07:57:22.846" v="315" actId="403"/>
          <ac:spMkLst>
            <pc:docMk/>
            <pc:sldMk cId="3900534547" sldId="283"/>
            <ac:spMk id="4" creationId="{E419EB8D-1789-66F1-E55A-3D2B9E99002B}"/>
          </ac:spMkLst>
        </pc:spChg>
        <pc:spChg chg="add">
          <ac:chgData name="Wenshuo Li" userId="3b3b8587-f8db-4b07-819a-a1dc11bcd0ea" providerId="ADAL" clId="{D32CA372-2CAF-4B87-8943-9F9410D60A4D}" dt="2026-02-04T07:57:18.811" v="314" actId="26606"/>
          <ac:spMkLst>
            <pc:docMk/>
            <pc:sldMk cId="3900534547" sldId="283"/>
            <ac:spMk id="12" creationId="{32AEEBC8-9D30-42EF-95F2-386C2653FBF0}"/>
          </ac:spMkLst>
        </pc:spChg>
        <pc:spChg chg="add">
          <ac:chgData name="Wenshuo Li" userId="3b3b8587-f8db-4b07-819a-a1dc11bcd0ea" providerId="ADAL" clId="{D32CA372-2CAF-4B87-8943-9F9410D60A4D}" dt="2026-02-04T07:57:18.811" v="314" actId="26606"/>
          <ac:spMkLst>
            <pc:docMk/>
            <pc:sldMk cId="3900534547" sldId="283"/>
            <ac:spMk id="14" creationId="{2E92FA66-67D7-4CB4-94D3-E643A9AD4757}"/>
          </ac:spMkLst>
        </pc:spChg>
        <pc:picChg chg="add mod">
          <ac:chgData name="Wenshuo Li" userId="3b3b8587-f8db-4b07-819a-a1dc11bcd0ea" providerId="ADAL" clId="{D32CA372-2CAF-4B87-8943-9F9410D60A4D}" dt="2026-02-04T07:57:18.811" v="314" actId="26606"/>
          <ac:picMkLst>
            <pc:docMk/>
            <pc:sldMk cId="3900534547" sldId="283"/>
            <ac:picMk id="6" creationId="{C4E19918-FB2F-60A2-FAF2-FDEF03701D5B}"/>
          </ac:picMkLst>
        </pc:picChg>
      </pc:sldChg>
      <pc:sldChg chg="addSp delSp modSp mod setBg setClrOvrMap">
        <pc:chgData name="Wenshuo Li" userId="3b3b8587-f8db-4b07-819a-a1dc11bcd0ea" providerId="ADAL" clId="{D32CA372-2CAF-4B87-8943-9F9410D60A4D}" dt="2026-02-04T07:58:54.452" v="335" actId="26606"/>
        <pc:sldMkLst>
          <pc:docMk/>
          <pc:sldMk cId="3848191696" sldId="284"/>
        </pc:sldMkLst>
        <pc:spChg chg="mod">
          <ac:chgData name="Wenshuo Li" userId="3b3b8587-f8db-4b07-819a-a1dc11bcd0ea" providerId="ADAL" clId="{D32CA372-2CAF-4B87-8943-9F9410D60A4D}" dt="2026-02-04T07:58:54.452" v="335" actId="26606"/>
          <ac:spMkLst>
            <pc:docMk/>
            <pc:sldMk cId="3848191696" sldId="284"/>
            <ac:spMk id="2" creationId="{2505947D-F28A-CDF9-9589-17C442361360}"/>
          </ac:spMkLst>
        </pc:spChg>
        <pc:spChg chg="add">
          <ac:chgData name="Wenshuo Li" userId="3b3b8587-f8db-4b07-819a-a1dc11bcd0ea" providerId="ADAL" clId="{D32CA372-2CAF-4B87-8943-9F9410D60A4D}" dt="2026-02-04T07:58:54.452" v="335" actId="26606"/>
          <ac:spMkLst>
            <pc:docMk/>
            <pc:sldMk cId="3848191696" sldId="284"/>
            <ac:spMk id="9" creationId="{56E9B3E6-E277-4D68-BA48-9CB43FFBD6E2}"/>
          </ac:spMkLst>
        </pc:spChg>
        <pc:spChg chg="add">
          <ac:chgData name="Wenshuo Li" userId="3b3b8587-f8db-4b07-819a-a1dc11bcd0ea" providerId="ADAL" clId="{D32CA372-2CAF-4B87-8943-9F9410D60A4D}" dt="2026-02-04T07:58:54.452" v="335" actId="26606"/>
          <ac:spMkLst>
            <pc:docMk/>
            <pc:sldMk cId="3848191696" sldId="284"/>
            <ac:spMk id="16" creationId="{D5B0017B-2ECA-49AF-B397-DC140825DF8D}"/>
          </ac:spMkLst>
        </pc:spChg>
        <pc:grpChg chg="add">
          <ac:chgData name="Wenshuo Li" userId="3b3b8587-f8db-4b07-819a-a1dc11bcd0ea" providerId="ADAL" clId="{D32CA372-2CAF-4B87-8943-9F9410D60A4D}" dt="2026-02-04T07:58:54.452" v="335" actId="26606"/>
          <ac:grpSpMkLst>
            <pc:docMk/>
            <pc:sldMk cId="3848191696" sldId="284"/>
            <ac:grpSpMk id="11" creationId="{AE1C45F0-260A-458C-96ED-C1F6D2151219}"/>
          </ac:grpSpMkLst>
        </pc:grpChg>
        <pc:graphicFrameChg chg="add">
          <ac:chgData name="Wenshuo Li" userId="3b3b8587-f8db-4b07-819a-a1dc11bcd0ea" providerId="ADAL" clId="{D32CA372-2CAF-4B87-8943-9F9410D60A4D}" dt="2026-02-04T07:58:54.452" v="335" actId="26606"/>
          <ac:graphicFrameMkLst>
            <pc:docMk/>
            <pc:sldMk cId="3848191696" sldId="284"/>
            <ac:graphicFrameMk id="15" creationId="{7AEDD89E-F86C-294F-F0B3-BE9E216D051C}"/>
          </ac:graphicFrameMkLst>
        </pc:graphicFrameChg>
        <pc:cxnChg chg="add">
          <ac:chgData name="Wenshuo Li" userId="3b3b8587-f8db-4b07-819a-a1dc11bcd0ea" providerId="ADAL" clId="{D32CA372-2CAF-4B87-8943-9F9410D60A4D}" dt="2026-02-04T07:58:54.452" v="335" actId="26606"/>
          <ac:cxnSpMkLst>
            <pc:docMk/>
            <pc:sldMk cId="3848191696" sldId="284"/>
            <ac:cxnSpMk id="18" creationId="{6CF1BAF6-AD41-4082-B212-8A1F9A2E8779}"/>
          </ac:cxnSpMkLst>
        </pc:cxnChg>
      </pc:sldChg>
      <pc:sldChg chg="addSp modSp mod setBg">
        <pc:chgData name="Wenshuo Li" userId="3b3b8587-f8db-4b07-819a-a1dc11bcd0ea" providerId="ADAL" clId="{D32CA372-2CAF-4B87-8943-9F9410D60A4D}" dt="2026-02-04T07:59:00.861" v="336" actId="26606"/>
        <pc:sldMkLst>
          <pc:docMk/>
          <pc:sldMk cId="1526285083" sldId="285"/>
        </pc:sldMkLst>
        <pc:spChg chg="mod">
          <ac:chgData name="Wenshuo Li" userId="3b3b8587-f8db-4b07-819a-a1dc11bcd0ea" providerId="ADAL" clId="{D32CA372-2CAF-4B87-8943-9F9410D60A4D}" dt="2026-02-04T07:59:00.861" v="336" actId="26606"/>
          <ac:spMkLst>
            <pc:docMk/>
            <pc:sldMk cId="1526285083" sldId="285"/>
            <ac:spMk id="2" creationId="{49B5ED0B-8609-BA96-94BB-CACA5796AE3A}"/>
          </ac:spMkLst>
        </pc:spChg>
        <pc:spChg chg="mod">
          <ac:chgData name="Wenshuo Li" userId="3b3b8587-f8db-4b07-819a-a1dc11bcd0ea" providerId="ADAL" clId="{D32CA372-2CAF-4B87-8943-9F9410D60A4D}" dt="2026-02-04T07:59:00.861" v="336" actId="26606"/>
          <ac:spMkLst>
            <pc:docMk/>
            <pc:sldMk cId="1526285083" sldId="285"/>
            <ac:spMk id="3" creationId="{D960A46A-2CED-1741-164B-0E079E4F3A5E}"/>
          </ac:spMkLst>
        </pc:spChg>
        <pc:spChg chg="add">
          <ac:chgData name="Wenshuo Li" userId="3b3b8587-f8db-4b07-819a-a1dc11bcd0ea" providerId="ADAL" clId="{D32CA372-2CAF-4B87-8943-9F9410D60A4D}" dt="2026-02-04T07:59:00.861" v="336" actId="26606"/>
          <ac:spMkLst>
            <pc:docMk/>
            <pc:sldMk cId="1526285083" sldId="285"/>
            <ac:spMk id="8" creationId="{4DA718D0-4865-4629-8134-44F68D41D574}"/>
          </ac:spMkLst>
        </pc:spChg>
        <pc:spChg chg="add">
          <ac:chgData name="Wenshuo Li" userId="3b3b8587-f8db-4b07-819a-a1dc11bcd0ea" providerId="ADAL" clId="{D32CA372-2CAF-4B87-8943-9F9410D60A4D}" dt="2026-02-04T07:59:00.861" v="336" actId="26606"/>
          <ac:spMkLst>
            <pc:docMk/>
            <pc:sldMk cId="1526285083" sldId="285"/>
            <ac:spMk id="14" creationId="{CBC4F608-B4B8-48C3-9572-C0F061B1CD99}"/>
          </ac:spMkLst>
        </pc:spChg>
        <pc:grpChg chg="add">
          <ac:chgData name="Wenshuo Li" userId="3b3b8587-f8db-4b07-819a-a1dc11bcd0ea" providerId="ADAL" clId="{D32CA372-2CAF-4B87-8943-9F9410D60A4D}" dt="2026-02-04T07:59:00.861" v="336" actId="26606"/>
          <ac:grpSpMkLst>
            <pc:docMk/>
            <pc:sldMk cId="1526285083" sldId="285"/>
            <ac:grpSpMk id="10" creationId="{65167ED7-6315-43AB-B1B6-C326D5FD8F84}"/>
          </ac:grpSpMkLst>
        </pc:grpChg>
      </pc:sldChg>
      <pc:sldChg chg="addSp delSp modSp mod setBg">
        <pc:chgData name="Wenshuo Li" userId="3b3b8587-f8db-4b07-819a-a1dc11bcd0ea" providerId="ADAL" clId="{D32CA372-2CAF-4B87-8943-9F9410D60A4D}" dt="2026-02-04T07:59:09.595" v="339" actId="26606"/>
        <pc:sldMkLst>
          <pc:docMk/>
          <pc:sldMk cId="4098424375" sldId="286"/>
        </pc:sldMkLst>
        <pc:spChg chg="mod">
          <ac:chgData name="Wenshuo Li" userId="3b3b8587-f8db-4b07-819a-a1dc11bcd0ea" providerId="ADAL" clId="{D32CA372-2CAF-4B87-8943-9F9410D60A4D}" dt="2026-02-04T07:59:09.595" v="339" actId="26606"/>
          <ac:spMkLst>
            <pc:docMk/>
            <pc:sldMk cId="4098424375" sldId="286"/>
            <ac:spMk id="2" creationId="{FD80C2B7-2488-358D-29B3-41DACCF64825}"/>
          </ac:spMkLst>
        </pc:spChg>
        <pc:spChg chg="add mod">
          <ac:chgData name="Wenshuo Li" userId="3b3b8587-f8db-4b07-819a-a1dc11bcd0ea" providerId="ADAL" clId="{D32CA372-2CAF-4B87-8943-9F9410D60A4D}" dt="2026-02-04T07:59:09.595" v="339" actId="26606"/>
          <ac:spMkLst>
            <pc:docMk/>
            <pc:sldMk cId="4098424375" sldId="286"/>
            <ac:spMk id="4" creationId="{0351D5FE-E657-F155-9FFC-97F7657B8BD5}"/>
          </ac:spMkLst>
        </pc:spChg>
        <pc:spChg chg="add">
          <ac:chgData name="Wenshuo Li" userId="3b3b8587-f8db-4b07-819a-a1dc11bcd0ea" providerId="ADAL" clId="{D32CA372-2CAF-4B87-8943-9F9410D60A4D}" dt="2026-02-04T07:59:09.595" v="339" actId="26606"/>
          <ac:spMkLst>
            <pc:docMk/>
            <pc:sldMk cId="4098424375" sldId="286"/>
            <ac:spMk id="17" creationId="{DAF1966E-FD40-4A4A-B61B-C4DF7FA05F06}"/>
          </ac:spMkLst>
        </pc:spChg>
        <pc:spChg chg="add">
          <ac:chgData name="Wenshuo Li" userId="3b3b8587-f8db-4b07-819a-a1dc11bcd0ea" providerId="ADAL" clId="{D32CA372-2CAF-4B87-8943-9F9410D60A4D}" dt="2026-02-04T07:59:09.595" v="339" actId="26606"/>
          <ac:spMkLst>
            <pc:docMk/>
            <pc:sldMk cId="4098424375" sldId="286"/>
            <ac:spMk id="18" creationId="{047BFA19-D45E-416B-A404-7AF2F3F27017}"/>
          </ac:spMkLst>
        </pc:spChg>
        <pc:spChg chg="add">
          <ac:chgData name="Wenshuo Li" userId="3b3b8587-f8db-4b07-819a-a1dc11bcd0ea" providerId="ADAL" clId="{D32CA372-2CAF-4B87-8943-9F9410D60A4D}" dt="2026-02-04T07:59:09.595" v="339" actId="26606"/>
          <ac:spMkLst>
            <pc:docMk/>
            <pc:sldMk cId="4098424375" sldId="286"/>
            <ac:spMk id="19" creationId="{8E0105E7-23DB-4CF2-8258-FF47C7620F6E}"/>
          </ac:spMkLst>
        </pc:spChg>
        <pc:spChg chg="add">
          <ac:chgData name="Wenshuo Li" userId="3b3b8587-f8db-4b07-819a-a1dc11bcd0ea" providerId="ADAL" clId="{D32CA372-2CAF-4B87-8943-9F9410D60A4D}" dt="2026-02-04T07:59:09.595" v="339" actId="26606"/>
          <ac:spMkLst>
            <pc:docMk/>
            <pc:sldMk cId="4098424375" sldId="286"/>
            <ac:spMk id="20" creationId="{074B4F7D-14B2-478B-8BF5-01E4E0C5D263}"/>
          </ac:spMkLst>
        </pc:spChg>
      </pc:sldChg>
      <pc:sldChg chg="addSp delSp modSp mod setBg">
        <pc:chgData name="Wenshuo Li" userId="3b3b8587-f8db-4b07-819a-a1dc11bcd0ea" providerId="ADAL" clId="{D32CA372-2CAF-4B87-8943-9F9410D60A4D}" dt="2026-02-04T07:51:16.292" v="243" actId="26606"/>
        <pc:sldMkLst>
          <pc:docMk/>
          <pc:sldMk cId="2219441734" sldId="287"/>
        </pc:sldMkLst>
        <pc:spChg chg="mod">
          <ac:chgData name="Wenshuo Li" userId="3b3b8587-f8db-4b07-819a-a1dc11bcd0ea" providerId="ADAL" clId="{D32CA372-2CAF-4B87-8943-9F9410D60A4D}" dt="2026-02-04T07:51:16.292" v="243" actId="26606"/>
          <ac:spMkLst>
            <pc:docMk/>
            <pc:sldMk cId="2219441734" sldId="287"/>
            <ac:spMk id="2" creationId="{E75F3D13-3052-D1F8-6486-2EC239F85E8B}"/>
          </ac:spMkLst>
        </pc:spChg>
        <pc:spChg chg="add">
          <ac:chgData name="Wenshuo Li" userId="3b3b8587-f8db-4b07-819a-a1dc11bcd0ea" providerId="ADAL" clId="{D32CA372-2CAF-4B87-8943-9F9410D60A4D}" dt="2026-02-04T07:51:16.292" v="243" actId="26606"/>
          <ac:spMkLst>
            <pc:docMk/>
            <pc:sldMk cId="2219441734" sldId="287"/>
            <ac:spMk id="53" creationId="{BA79A7CF-01AF-4178-9369-94E0C90EB046}"/>
          </ac:spMkLst>
        </pc:spChg>
        <pc:spChg chg="add">
          <ac:chgData name="Wenshuo Li" userId="3b3b8587-f8db-4b07-819a-a1dc11bcd0ea" providerId="ADAL" clId="{D32CA372-2CAF-4B87-8943-9F9410D60A4D}" dt="2026-02-04T07:51:16.292" v="243" actId="26606"/>
          <ac:spMkLst>
            <pc:docMk/>
            <pc:sldMk cId="2219441734" sldId="287"/>
            <ac:spMk id="55" creationId="{99413ED5-9ED4-4772-BCE4-2BCAE6B12E35}"/>
          </ac:spMkLst>
        </pc:spChg>
        <pc:spChg chg="add">
          <ac:chgData name="Wenshuo Li" userId="3b3b8587-f8db-4b07-819a-a1dc11bcd0ea" providerId="ADAL" clId="{D32CA372-2CAF-4B87-8943-9F9410D60A4D}" dt="2026-02-04T07:51:16.292" v="243" actId="26606"/>
          <ac:spMkLst>
            <pc:docMk/>
            <pc:sldMk cId="2219441734" sldId="287"/>
            <ac:spMk id="57" creationId="{04357C93-F0CB-4A1C-8F77-4E9063789819}"/>
          </ac:spMkLst>
        </pc:spChg>
        <pc:spChg chg="add">
          <ac:chgData name="Wenshuo Li" userId="3b3b8587-f8db-4b07-819a-a1dc11bcd0ea" providerId="ADAL" clId="{D32CA372-2CAF-4B87-8943-9F9410D60A4D}" dt="2026-02-04T07:51:16.292" v="243" actId="26606"/>
          <ac:spMkLst>
            <pc:docMk/>
            <pc:sldMk cId="2219441734" sldId="287"/>
            <ac:spMk id="59" creationId="{90F533E9-6690-41A8-A372-4C6C622D028D}"/>
          </ac:spMkLst>
        </pc:spChg>
        <pc:picChg chg="add mod">
          <ac:chgData name="Wenshuo Li" userId="3b3b8587-f8db-4b07-819a-a1dc11bcd0ea" providerId="ADAL" clId="{D32CA372-2CAF-4B87-8943-9F9410D60A4D}" dt="2026-02-04T07:51:16.292" v="243" actId="26606"/>
          <ac:picMkLst>
            <pc:docMk/>
            <pc:sldMk cId="2219441734" sldId="287"/>
            <ac:picMk id="13" creationId="{9516C5A9-B6C5-7E76-044A-225DA069DB60}"/>
          </ac:picMkLst>
        </pc:picChg>
      </pc:sldChg>
      <pc:sldChg chg="addSp modSp mod setBg">
        <pc:chgData name="Wenshuo Li" userId="3b3b8587-f8db-4b07-819a-a1dc11bcd0ea" providerId="ADAL" clId="{D32CA372-2CAF-4B87-8943-9F9410D60A4D}" dt="2026-02-04T07:59:15.547" v="340" actId="26606"/>
        <pc:sldMkLst>
          <pc:docMk/>
          <pc:sldMk cId="4038799695" sldId="288"/>
        </pc:sldMkLst>
        <pc:spChg chg="mod">
          <ac:chgData name="Wenshuo Li" userId="3b3b8587-f8db-4b07-819a-a1dc11bcd0ea" providerId="ADAL" clId="{D32CA372-2CAF-4B87-8943-9F9410D60A4D}" dt="2026-02-04T07:59:15.547" v="340" actId="26606"/>
          <ac:spMkLst>
            <pc:docMk/>
            <pc:sldMk cId="4038799695" sldId="288"/>
            <ac:spMk id="2" creationId="{56B84330-A72E-48FB-47F3-E032AAC8E5DB}"/>
          </ac:spMkLst>
        </pc:spChg>
        <pc:spChg chg="mod">
          <ac:chgData name="Wenshuo Li" userId="3b3b8587-f8db-4b07-819a-a1dc11bcd0ea" providerId="ADAL" clId="{D32CA372-2CAF-4B87-8943-9F9410D60A4D}" dt="2026-02-04T07:59:15.547" v="340" actId="26606"/>
          <ac:spMkLst>
            <pc:docMk/>
            <pc:sldMk cId="4038799695" sldId="288"/>
            <ac:spMk id="3" creationId="{AC346D14-73B5-A202-8900-06618BB58871}"/>
          </ac:spMkLst>
        </pc:spChg>
        <pc:spChg chg="add">
          <ac:chgData name="Wenshuo Li" userId="3b3b8587-f8db-4b07-819a-a1dc11bcd0ea" providerId="ADAL" clId="{D32CA372-2CAF-4B87-8943-9F9410D60A4D}" dt="2026-02-04T07:59:15.547" v="340" actId="26606"/>
          <ac:spMkLst>
            <pc:docMk/>
            <pc:sldMk cId="4038799695" sldId="288"/>
            <ac:spMk id="8" creationId="{DAF1966E-FD40-4A4A-B61B-C4DF7FA05F06}"/>
          </ac:spMkLst>
        </pc:spChg>
        <pc:spChg chg="add">
          <ac:chgData name="Wenshuo Li" userId="3b3b8587-f8db-4b07-819a-a1dc11bcd0ea" providerId="ADAL" clId="{D32CA372-2CAF-4B87-8943-9F9410D60A4D}" dt="2026-02-04T07:59:15.547" v="340" actId="26606"/>
          <ac:spMkLst>
            <pc:docMk/>
            <pc:sldMk cId="4038799695" sldId="288"/>
            <ac:spMk id="10" creationId="{047BFA19-D45E-416B-A404-7AF2F3F27017}"/>
          </ac:spMkLst>
        </pc:spChg>
        <pc:spChg chg="add">
          <ac:chgData name="Wenshuo Li" userId="3b3b8587-f8db-4b07-819a-a1dc11bcd0ea" providerId="ADAL" clId="{D32CA372-2CAF-4B87-8943-9F9410D60A4D}" dt="2026-02-04T07:59:15.547" v="340" actId="26606"/>
          <ac:spMkLst>
            <pc:docMk/>
            <pc:sldMk cId="4038799695" sldId="288"/>
            <ac:spMk id="12" creationId="{8E0105E7-23DB-4CF2-8258-FF47C7620F6E}"/>
          </ac:spMkLst>
        </pc:spChg>
        <pc:spChg chg="add">
          <ac:chgData name="Wenshuo Li" userId="3b3b8587-f8db-4b07-819a-a1dc11bcd0ea" providerId="ADAL" clId="{D32CA372-2CAF-4B87-8943-9F9410D60A4D}" dt="2026-02-04T07:59:15.547" v="340" actId="26606"/>
          <ac:spMkLst>
            <pc:docMk/>
            <pc:sldMk cId="4038799695" sldId="288"/>
            <ac:spMk id="14" creationId="{074B4F7D-14B2-478B-8BF5-01E4E0C5D263}"/>
          </ac:spMkLst>
        </pc:spChg>
      </pc:sldChg>
      <pc:sldChg chg="addSp modSp mod setBg setClrOvrMap">
        <pc:chgData name="Wenshuo Li" userId="3b3b8587-f8db-4b07-819a-a1dc11bcd0ea" providerId="ADAL" clId="{D32CA372-2CAF-4B87-8943-9F9410D60A4D}" dt="2026-02-04T07:59:18.934" v="341" actId="26606"/>
        <pc:sldMkLst>
          <pc:docMk/>
          <pc:sldMk cId="2940705747" sldId="289"/>
        </pc:sldMkLst>
        <pc:spChg chg="mod">
          <ac:chgData name="Wenshuo Li" userId="3b3b8587-f8db-4b07-819a-a1dc11bcd0ea" providerId="ADAL" clId="{D32CA372-2CAF-4B87-8943-9F9410D60A4D}" dt="2026-02-04T07:59:18.934" v="341" actId="26606"/>
          <ac:spMkLst>
            <pc:docMk/>
            <pc:sldMk cId="2940705747" sldId="289"/>
            <ac:spMk id="2" creationId="{AD449606-F793-4B61-23DF-9CBA1BDC0120}"/>
          </ac:spMkLst>
        </pc:spChg>
        <pc:spChg chg="mod">
          <ac:chgData name="Wenshuo Li" userId="3b3b8587-f8db-4b07-819a-a1dc11bcd0ea" providerId="ADAL" clId="{D32CA372-2CAF-4B87-8943-9F9410D60A4D}" dt="2026-02-04T07:59:18.934" v="341" actId="26606"/>
          <ac:spMkLst>
            <pc:docMk/>
            <pc:sldMk cId="2940705747" sldId="289"/>
            <ac:spMk id="3" creationId="{175F77C9-7084-4B4A-D91E-13674DC9EBFA}"/>
          </ac:spMkLst>
        </pc:spChg>
        <pc:spChg chg="add">
          <ac:chgData name="Wenshuo Li" userId="3b3b8587-f8db-4b07-819a-a1dc11bcd0ea" providerId="ADAL" clId="{D32CA372-2CAF-4B87-8943-9F9410D60A4D}" dt="2026-02-04T07:59:18.934" v="341" actId="26606"/>
          <ac:spMkLst>
            <pc:docMk/>
            <pc:sldMk cId="2940705747" sldId="289"/>
            <ac:spMk id="9" creationId="{9228552E-C8B1-4A80-8448-0787CE0FC704}"/>
          </ac:spMkLst>
        </pc:spChg>
        <pc:picChg chg="add">
          <ac:chgData name="Wenshuo Li" userId="3b3b8587-f8db-4b07-819a-a1dc11bcd0ea" providerId="ADAL" clId="{D32CA372-2CAF-4B87-8943-9F9410D60A4D}" dt="2026-02-04T07:59:18.934" v="341" actId="26606"/>
          <ac:picMkLst>
            <pc:docMk/>
            <pc:sldMk cId="2940705747" sldId="289"/>
            <ac:picMk id="5" creationId="{7DBE49BA-060F-34ED-F2A0-A1CB967D2E70}"/>
          </ac:picMkLst>
        </pc:picChg>
      </pc:sldChg>
      <pc:sldChg chg="addSp delSp modSp mod setBg setClrOvrMap">
        <pc:chgData name="Wenshuo Li" userId="3b3b8587-f8db-4b07-819a-a1dc11bcd0ea" providerId="ADAL" clId="{D32CA372-2CAF-4B87-8943-9F9410D60A4D}" dt="2026-02-04T07:59:24.452" v="342" actId="26606"/>
        <pc:sldMkLst>
          <pc:docMk/>
          <pc:sldMk cId="2902018138" sldId="290"/>
        </pc:sldMkLst>
        <pc:spChg chg="mod">
          <ac:chgData name="Wenshuo Li" userId="3b3b8587-f8db-4b07-819a-a1dc11bcd0ea" providerId="ADAL" clId="{D32CA372-2CAF-4B87-8943-9F9410D60A4D}" dt="2026-02-04T07:59:24.452" v="342" actId="26606"/>
          <ac:spMkLst>
            <pc:docMk/>
            <pc:sldMk cId="2902018138" sldId="290"/>
            <ac:spMk id="2" creationId="{F4DCC324-2093-514E-88C9-E7EB161599B4}"/>
          </ac:spMkLst>
        </pc:spChg>
        <pc:graphicFrameChg chg="add">
          <ac:chgData name="Wenshuo Li" userId="3b3b8587-f8db-4b07-819a-a1dc11bcd0ea" providerId="ADAL" clId="{D32CA372-2CAF-4B87-8943-9F9410D60A4D}" dt="2026-02-04T07:59:24.452" v="342" actId="26606"/>
          <ac:graphicFrameMkLst>
            <pc:docMk/>
            <pc:sldMk cId="2902018138" sldId="290"/>
            <ac:graphicFrameMk id="5" creationId="{EA3B4819-C126-ED9F-8061-5E67784A0DDF}"/>
          </ac:graphicFrameMkLst>
        </pc:graphicFrameChg>
        <pc:picChg chg="add">
          <ac:chgData name="Wenshuo Li" userId="3b3b8587-f8db-4b07-819a-a1dc11bcd0ea" providerId="ADAL" clId="{D32CA372-2CAF-4B87-8943-9F9410D60A4D}" dt="2026-02-04T07:59:24.452" v="342" actId="26606"/>
          <ac:picMkLst>
            <pc:docMk/>
            <pc:sldMk cId="2902018138" sldId="290"/>
            <ac:picMk id="6" creationId="{9F480EB2-8494-57D0-68E5-1E5482490675}"/>
          </ac:picMkLst>
        </pc:picChg>
      </pc:sldChg>
      <pc:sldChg chg="addSp delSp modSp mod setBg setClrOvrMap">
        <pc:chgData name="Wenshuo Li" userId="3b3b8587-f8db-4b07-819a-a1dc11bcd0ea" providerId="ADAL" clId="{D32CA372-2CAF-4B87-8943-9F9410D60A4D}" dt="2026-02-04T07:59:29.719" v="345" actId="26606"/>
        <pc:sldMkLst>
          <pc:docMk/>
          <pc:sldMk cId="3489426032" sldId="291"/>
        </pc:sldMkLst>
        <pc:spChg chg="mod">
          <ac:chgData name="Wenshuo Li" userId="3b3b8587-f8db-4b07-819a-a1dc11bcd0ea" providerId="ADAL" clId="{D32CA372-2CAF-4B87-8943-9F9410D60A4D}" dt="2026-02-04T07:59:29.719" v="345" actId="26606"/>
          <ac:spMkLst>
            <pc:docMk/>
            <pc:sldMk cId="3489426032" sldId="291"/>
            <ac:spMk id="2" creationId="{2EA657D4-495C-79F7-1F7E-93DABE8F9CF2}"/>
          </ac:spMkLst>
        </pc:spChg>
        <pc:spChg chg="mod">
          <ac:chgData name="Wenshuo Li" userId="3b3b8587-f8db-4b07-819a-a1dc11bcd0ea" providerId="ADAL" clId="{D32CA372-2CAF-4B87-8943-9F9410D60A4D}" dt="2026-02-04T07:59:29.719" v="345" actId="26606"/>
          <ac:spMkLst>
            <pc:docMk/>
            <pc:sldMk cId="3489426032" sldId="291"/>
            <ac:spMk id="3" creationId="{62CB5B83-1EBA-255B-2F26-012B38C7EE31}"/>
          </ac:spMkLst>
        </pc:spChg>
        <pc:spChg chg="add">
          <ac:chgData name="Wenshuo Li" userId="3b3b8587-f8db-4b07-819a-a1dc11bcd0ea" providerId="ADAL" clId="{D32CA372-2CAF-4B87-8943-9F9410D60A4D}" dt="2026-02-04T07:59:29.719" v="345" actId="26606"/>
          <ac:spMkLst>
            <pc:docMk/>
            <pc:sldMk cId="3489426032" sldId="291"/>
            <ac:spMk id="9" creationId="{9228552E-C8B1-4A80-8448-0787CE0FC704}"/>
          </ac:spMkLst>
        </pc:spChg>
        <pc:picChg chg="add">
          <ac:chgData name="Wenshuo Li" userId="3b3b8587-f8db-4b07-819a-a1dc11bcd0ea" providerId="ADAL" clId="{D32CA372-2CAF-4B87-8943-9F9410D60A4D}" dt="2026-02-04T07:59:29.719" v="345" actId="26606"/>
          <ac:picMkLst>
            <pc:docMk/>
            <pc:sldMk cId="3489426032" sldId="291"/>
            <ac:picMk id="7" creationId="{9FFBD9A6-1674-0E19-F319-6F03580AE94D}"/>
          </ac:picMkLst>
        </pc:picChg>
      </pc:sldChg>
      <pc:sldChg chg="addSp delSp modSp mod setBg setClrOvrMap">
        <pc:chgData name="Wenshuo Li" userId="3b3b8587-f8db-4b07-819a-a1dc11bcd0ea" providerId="ADAL" clId="{D32CA372-2CAF-4B87-8943-9F9410D60A4D}" dt="2026-02-18T08:35:41.372" v="754" actId="403"/>
        <pc:sldMkLst>
          <pc:docMk/>
          <pc:sldMk cId="2324460812" sldId="292"/>
        </pc:sldMkLst>
        <pc:spChg chg="mod">
          <ac:chgData name="Wenshuo Li" userId="3b3b8587-f8db-4b07-819a-a1dc11bcd0ea" providerId="ADAL" clId="{D32CA372-2CAF-4B87-8943-9F9410D60A4D}" dt="2026-02-04T07:59:34.675" v="348" actId="26606"/>
          <ac:spMkLst>
            <pc:docMk/>
            <pc:sldMk cId="2324460812" sldId="292"/>
            <ac:spMk id="2" creationId="{8D4A7277-7802-9E58-7E1E-3B3A3C26248C}"/>
          </ac:spMkLst>
        </pc:spChg>
        <pc:graphicFrameChg chg="add modGraphic">
          <ac:chgData name="Wenshuo Li" userId="3b3b8587-f8db-4b07-819a-a1dc11bcd0ea" providerId="ADAL" clId="{D32CA372-2CAF-4B87-8943-9F9410D60A4D}" dt="2026-02-18T08:35:41.372" v="754" actId="403"/>
          <ac:graphicFrameMkLst>
            <pc:docMk/>
            <pc:sldMk cId="2324460812" sldId="292"/>
            <ac:graphicFrameMk id="13" creationId="{252CFFD1-6E73-F52F-804D-33AF9BD7B174}"/>
          </ac:graphicFrameMkLst>
        </pc:graphicFrameChg>
        <pc:picChg chg="add">
          <ac:chgData name="Wenshuo Li" userId="3b3b8587-f8db-4b07-819a-a1dc11bcd0ea" providerId="ADAL" clId="{D32CA372-2CAF-4B87-8943-9F9410D60A4D}" dt="2026-02-04T07:59:34.675" v="348" actId="26606"/>
          <ac:picMkLst>
            <pc:docMk/>
            <pc:sldMk cId="2324460812" sldId="292"/>
            <ac:picMk id="12" creationId="{56B980B1-A82C-55C5-37B8-ABD7DA03EE51}"/>
          </ac:picMkLst>
        </pc:picChg>
      </pc:sldChg>
      <pc:sldChg chg="modSp mod">
        <pc:chgData name="Wenshuo Li" userId="3b3b8587-f8db-4b07-819a-a1dc11bcd0ea" providerId="ADAL" clId="{D32CA372-2CAF-4B87-8943-9F9410D60A4D}" dt="2026-02-08T02:48:36.364" v="441" actId="20577"/>
        <pc:sldMkLst>
          <pc:docMk/>
          <pc:sldMk cId="2609981594" sldId="293"/>
        </pc:sldMkLst>
        <pc:spChg chg="mod">
          <ac:chgData name="Wenshuo Li" userId="3b3b8587-f8db-4b07-819a-a1dc11bcd0ea" providerId="ADAL" clId="{D32CA372-2CAF-4B87-8943-9F9410D60A4D}" dt="2026-02-08T02:45:30.581" v="368" actId="20577"/>
          <ac:spMkLst>
            <pc:docMk/>
            <pc:sldMk cId="2609981594" sldId="293"/>
            <ac:spMk id="2" creationId="{1C4AA8B9-7488-D2BA-1EA7-71981911FE81}"/>
          </ac:spMkLst>
        </pc:spChg>
        <pc:spChg chg="mod">
          <ac:chgData name="Wenshuo Li" userId="3b3b8587-f8db-4b07-819a-a1dc11bcd0ea" providerId="ADAL" clId="{D32CA372-2CAF-4B87-8943-9F9410D60A4D}" dt="2026-02-08T02:48:36.364" v="441" actId="20577"/>
          <ac:spMkLst>
            <pc:docMk/>
            <pc:sldMk cId="2609981594" sldId="293"/>
            <ac:spMk id="3" creationId="{DE69577D-3A7D-24A6-9EAB-2C97D91E5BA3}"/>
          </ac:spMkLst>
        </pc:spChg>
      </pc:sldChg>
      <pc:sldChg chg="modSp mod">
        <pc:chgData name="Wenshuo Li" userId="3b3b8587-f8db-4b07-819a-a1dc11bcd0ea" providerId="ADAL" clId="{D32CA372-2CAF-4B87-8943-9F9410D60A4D}" dt="2026-02-08T02:45:43.958" v="396" actId="20577"/>
        <pc:sldMkLst>
          <pc:docMk/>
          <pc:sldMk cId="3524156548" sldId="295"/>
        </pc:sldMkLst>
        <pc:spChg chg="mod">
          <ac:chgData name="Wenshuo Li" userId="3b3b8587-f8db-4b07-819a-a1dc11bcd0ea" providerId="ADAL" clId="{D32CA372-2CAF-4B87-8943-9F9410D60A4D}" dt="2026-02-08T02:45:43.958" v="396" actId="20577"/>
          <ac:spMkLst>
            <pc:docMk/>
            <pc:sldMk cId="3524156548" sldId="295"/>
            <ac:spMk id="2" creationId="{C89EA061-E60E-8660-45E6-FE483E7C74E2}"/>
          </ac:spMkLst>
        </pc:spChg>
      </pc:sldChg>
      <pc:sldChg chg="modSp mod">
        <pc:chgData name="Wenshuo Li" userId="3b3b8587-f8db-4b07-819a-a1dc11bcd0ea" providerId="ADAL" clId="{D32CA372-2CAF-4B87-8943-9F9410D60A4D}" dt="2026-02-18T08:35:50.912" v="755" actId="123"/>
        <pc:sldMkLst>
          <pc:docMk/>
          <pc:sldMk cId="2904226605" sldId="296"/>
        </pc:sldMkLst>
        <pc:spChg chg="mod">
          <ac:chgData name="Wenshuo Li" userId="3b3b8587-f8db-4b07-819a-a1dc11bcd0ea" providerId="ADAL" clId="{D32CA372-2CAF-4B87-8943-9F9410D60A4D}" dt="2026-02-18T08:35:50.912" v="755" actId="123"/>
          <ac:spMkLst>
            <pc:docMk/>
            <pc:sldMk cId="2904226605" sldId="296"/>
            <ac:spMk id="3" creationId="{6C5703E9-BD36-54A1-1C0E-B4C1EEA89D7D}"/>
          </ac:spMkLst>
        </pc:spChg>
      </pc:sldChg>
      <pc:sldChg chg="modSp mod">
        <pc:chgData name="Wenshuo Li" userId="3b3b8587-f8db-4b07-819a-a1dc11bcd0ea" providerId="ADAL" clId="{D32CA372-2CAF-4B87-8943-9F9410D60A4D}" dt="2026-02-08T02:45:58.148" v="439" actId="20577"/>
        <pc:sldMkLst>
          <pc:docMk/>
          <pc:sldMk cId="2036345865" sldId="297"/>
        </pc:sldMkLst>
      </pc:sldChg>
      <pc:sldChg chg="addSp delSp modSp new mod setBg setClrOvrMap">
        <pc:chgData name="Wenshuo Li" userId="3b3b8587-f8db-4b07-819a-a1dc11bcd0ea" providerId="ADAL" clId="{D32CA372-2CAF-4B87-8943-9F9410D60A4D}" dt="2026-02-04T07:58:11.611" v="326" actId="26606"/>
        <pc:sldMkLst>
          <pc:docMk/>
          <pc:sldMk cId="552914028" sldId="316"/>
        </pc:sldMkLst>
        <pc:spChg chg="mod">
          <ac:chgData name="Wenshuo Li" userId="3b3b8587-f8db-4b07-819a-a1dc11bcd0ea" providerId="ADAL" clId="{D32CA372-2CAF-4B87-8943-9F9410D60A4D}" dt="2026-02-04T07:58:11.611" v="326" actId="26606"/>
          <ac:spMkLst>
            <pc:docMk/>
            <pc:sldMk cId="552914028" sldId="316"/>
            <ac:spMk id="2" creationId="{219BD3C6-553F-DE1B-197D-EC597A362828}"/>
          </ac:spMkLst>
        </pc:spChg>
        <pc:spChg chg="mod">
          <ac:chgData name="Wenshuo Li" userId="3b3b8587-f8db-4b07-819a-a1dc11bcd0ea" providerId="ADAL" clId="{D32CA372-2CAF-4B87-8943-9F9410D60A4D}" dt="2026-02-04T07:58:11.611" v="326" actId="26606"/>
          <ac:spMkLst>
            <pc:docMk/>
            <pc:sldMk cId="552914028" sldId="316"/>
            <ac:spMk id="3" creationId="{25A91DA3-D8EA-10BE-9C2F-269E29DC7489}"/>
          </ac:spMkLst>
        </pc:spChg>
        <pc:grpChg chg="add">
          <ac:chgData name="Wenshuo Li" userId="3b3b8587-f8db-4b07-819a-a1dc11bcd0ea" providerId="ADAL" clId="{D32CA372-2CAF-4B87-8943-9F9410D60A4D}" dt="2026-02-04T07:58:11.611" v="326" actId="26606"/>
          <ac:grpSpMkLst>
            <pc:docMk/>
            <pc:sldMk cId="552914028" sldId="316"/>
            <ac:grpSpMk id="11" creationId="{D8C13078-6EA8-39DE-7A9D-C7FC6EA43A32}"/>
          </ac:grpSpMkLst>
        </pc:grpChg>
      </pc:sldChg>
      <pc:sldChg chg="addSp delSp modSp new mod setBg">
        <pc:chgData name="Wenshuo Li" userId="3b3b8587-f8db-4b07-819a-a1dc11bcd0ea" providerId="ADAL" clId="{D32CA372-2CAF-4B87-8943-9F9410D60A4D}" dt="2026-02-04T07:58:27.270" v="329" actId="26606"/>
        <pc:sldMkLst>
          <pc:docMk/>
          <pc:sldMk cId="670412302" sldId="317"/>
        </pc:sldMkLst>
        <pc:spChg chg="mod">
          <ac:chgData name="Wenshuo Li" userId="3b3b8587-f8db-4b07-819a-a1dc11bcd0ea" providerId="ADAL" clId="{D32CA372-2CAF-4B87-8943-9F9410D60A4D}" dt="2026-02-04T07:58:21.451" v="328" actId="26606"/>
          <ac:spMkLst>
            <pc:docMk/>
            <pc:sldMk cId="670412302" sldId="317"/>
            <ac:spMk id="2" creationId="{3217401D-2A6F-27D2-9352-39B913ECB038}"/>
          </ac:spMkLst>
        </pc:spChg>
        <pc:spChg chg="mod">
          <ac:chgData name="Wenshuo Li" userId="3b3b8587-f8db-4b07-819a-a1dc11bcd0ea" providerId="ADAL" clId="{D32CA372-2CAF-4B87-8943-9F9410D60A4D}" dt="2026-02-04T07:58:21.451" v="328" actId="26606"/>
          <ac:spMkLst>
            <pc:docMk/>
            <pc:sldMk cId="670412302" sldId="317"/>
            <ac:spMk id="3" creationId="{D5069CD8-D56C-0393-7D18-2F729460FC33}"/>
          </ac:spMkLst>
        </pc:spChg>
        <pc:cxnChg chg="add">
          <ac:chgData name="Wenshuo Li" userId="3b3b8587-f8db-4b07-819a-a1dc11bcd0ea" providerId="ADAL" clId="{D32CA372-2CAF-4B87-8943-9F9410D60A4D}" dt="2026-02-04T07:58:27.270" v="329" actId="26606"/>
          <ac:cxnSpMkLst>
            <pc:docMk/>
            <pc:sldMk cId="670412302" sldId="317"/>
            <ac:cxnSpMk id="13" creationId="{00CD8E7C-C23B-A3B9-B18A-838AED877A40}"/>
          </ac:cxnSpMkLst>
        </pc:cxnChg>
      </pc:sldChg>
      <pc:sldChg chg="addSp delSp modSp new mod setBg">
        <pc:chgData name="Wenshuo Li" userId="3b3b8587-f8db-4b07-819a-a1dc11bcd0ea" providerId="ADAL" clId="{D32CA372-2CAF-4B87-8943-9F9410D60A4D}" dt="2026-02-04T07:58:49.170" v="332" actId="26606"/>
        <pc:sldMkLst>
          <pc:docMk/>
          <pc:sldMk cId="2439954913" sldId="318"/>
        </pc:sldMkLst>
        <pc:spChg chg="mod">
          <ac:chgData name="Wenshuo Li" userId="3b3b8587-f8db-4b07-819a-a1dc11bcd0ea" providerId="ADAL" clId="{D32CA372-2CAF-4B87-8943-9F9410D60A4D}" dt="2026-02-04T07:58:49.154" v="331" actId="26606"/>
          <ac:spMkLst>
            <pc:docMk/>
            <pc:sldMk cId="2439954913" sldId="318"/>
            <ac:spMk id="2" creationId="{377860CF-D0F4-BB18-B614-4306C16AC85D}"/>
          </ac:spMkLst>
        </pc:spChg>
        <pc:graphicFrameChg chg="add">
          <ac:chgData name="Wenshuo Li" userId="3b3b8587-f8db-4b07-819a-a1dc11bcd0ea" providerId="ADAL" clId="{D32CA372-2CAF-4B87-8943-9F9410D60A4D}" dt="2026-02-04T07:58:49.170" v="332" actId="26606"/>
          <ac:graphicFrameMkLst>
            <pc:docMk/>
            <pc:sldMk cId="2439954913" sldId="318"/>
            <ac:graphicFrameMk id="5" creationId="{0FEDEE96-8A80-FD3C-C753-90185DDD0F04}"/>
          </ac:graphicFrameMkLst>
        </pc:graphicFrameChg>
      </pc:sldChg>
      <pc:sldChg chg="add del setBg">
        <pc:chgData name="Wenshuo Li" userId="3b3b8587-f8db-4b07-819a-a1dc11bcd0ea" providerId="ADAL" clId="{D32CA372-2CAF-4B87-8943-9F9410D60A4D}" dt="2026-02-18T08:05:49.301" v="445"/>
        <pc:sldMkLst>
          <pc:docMk/>
          <pc:sldMk cId="0" sldId="319"/>
        </pc:sldMkLst>
      </pc:sldChg>
      <pc:sldChg chg="modSp add del mod setBg modAnim">
        <pc:chgData name="Wenshuo Li" userId="3b3b8587-f8db-4b07-819a-a1dc11bcd0ea" providerId="ADAL" clId="{D32CA372-2CAF-4B87-8943-9F9410D60A4D}" dt="2026-02-18T08:12:44.557" v="496"/>
        <pc:sldMkLst>
          <pc:docMk/>
          <pc:sldMk cId="0" sldId="320"/>
        </pc:sldMkLst>
        <pc:spChg chg="mod">
          <ac:chgData name="Wenshuo Li" userId="3b3b8587-f8db-4b07-819a-a1dc11bcd0ea" providerId="ADAL" clId="{D32CA372-2CAF-4B87-8943-9F9410D60A4D}" dt="2026-02-18T08:10:11.937" v="449" actId="404"/>
          <ac:spMkLst>
            <pc:docMk/>
            <pc:sldMk cId="0" sldId="320"/>
            <ac:spMk id="14" creationId="{00000000-0000-0000-0000-000000000000}"/>
          </ac:spMkLst>
        </pc:spChg>
        <pc:spChg chg="mod">
          <ac:chgData name="Wenshuo Li" userId="3b3b8587-f8db-4b07-819a-a1dc11bcd0ea" providerId="ADAL" clId="{D32CA372-2CAF-4B87-8943-9F9410D60A4D}" dt="2026-02-18T08:10:29.204" v="455" actId="120"/>
          <ac:spMkLst>
            <pc:docMk/>
            <pc:sldMk cId="0" sldId="320"/>
            <ac:spMk id="18" creationId="{00000000-0000-0000-0000-000000000000}"/>
          </ac:spMkLst>
        </pc:spChg>
        <pc:spChg chg="mod">
          <ac:chgData name="Wenshuo Li" userId="3b3b8587-f8db-4b07-819a-a1dc11bcd0ea" providerId="ADAL" clId="{D32CA372-2CAF-4B87-8943-9F9410D60A4D}" dt="2026-02-18T08:10:21.917" v="452" actId="108"/>
          <ac:spMkLst>
            <pc:docMk/>
            <pc:sldMk cId="0" sldId="320"/>
            <ac:spMk id="22" creationId="{00000000-0000-0000-0000-000000000000}"/>
          </ac:spMkLst>
        </pc:spChg>
      </pc:sldChg>
      <pc:sldChg chg="modSp add del mod setBg modAnim">
        <pc:chgData name="Wenshuo Li" userId="3b3b8587-f8db-4b07-819a-a1dc11bcd0ea" providerId="ADAL" clId="{D32CA372-2CAF-4B87-8943-9F9410D60A4D}" dt="2026-02-18T08:12:33.539" v="492"/>
        <pc:sldMkLst>
          <pc:docMk/>
          <pc:sldMk cId="0" sldId="321"/>
        </pc:sldMkLst>
        <pc:spChg chg="mod">
          <ac:chgData name="Wenshuo Li" userId="3b3b8587-f8db-4b07-819a-a1dc11bcd0ea" providerId="ADAL" clId="{D32CA372-2CAF-4B87-8943-9F9410D60A4D}" dt="2026-02-18T08:10:49.377" v="461" actId="122"/>
          <ac:spMkLst>
            <pc:docMk/>
            <pc:sldMk cId="0" sldId="321"/>
            <ac:spMk id="5" creationId="{00000000-0000-0000-0000-000000000000}"/>
          </ac:spMkLst>
        </pc:spChg>
        <pc:spChg chg="mod">
          <ac:chgData name="Wenshuo Li" userId="3b3b8587-f8db-4b07-819a-a1dc11bcd0ea" providerId="ADAL" clId="{D32CA372-2CAF-4B87-8943-9F9410D60A4D}" dt="2026-02-18T08:10:35.500" v="456" actId="1076"/>
          <ac:spMkLst>
            <pc:docMk/>
            <pc:sldMk cId="0" sldId="321"/>
            <ac:spMk id="6" creationId="{00000000-0000-0000-0000-000000000000}"/>
          </ac:spMkLst>
        </pc:spChg>
        <pc:spChg chg="mod">
          <ac:chgData name="Wenshuo Li" userId="3b3b8587-f8db-4b07-819a-a1dc11bcd0ea" providerId="ADAL" clId="{D32CA372-2CAF-4B87-8943-9F9410D60A4D}" dt="2026-02-18T08:11:13.064" v="470" actId="403"/>
          <ac:spMkLst>
            <pc:docMk/>
            <pc:sldMk cId="0" sldId="321"/>
            <ac:spMk id="9" creationId="{00000000-0000-0000-0000-000000000000}"/>
          </ac:spMkLst>
        </pc:spChg>
        <pc:spChg chg="mod">
          <ac:chgData name="Wenshuo Li" userId="3b3b8587-f8db-4b07-819a-a1dc11bcd0ea" providerId="ADAL" clId="{D32CA372-2CAF-4B87-8943-9F9410D60A4D}" dt="2026-02-18T08:10:54.537" v="463" actId="403"/>
          <ac:spMkLst>
            <pc:docMk/>
            <pc:sldMk cId="0" sldId="321"/>
            <ac:spMk id="40" creationId="{00000000-0000-0000-0000-000000000000}"/>
          </ac:spMkLst>
        </pc:spChg>
        <pc:spChg chg="mod">
          <ac:chgData name="Wenshuo Li" userId="3b3b8587-f8db-4b07-819a-a1dc11bcd0ea" providerId="ADAL" clId="{D32CA372-2CAF-4B87-8943-9F9410D60A4D}" dt="2026-02-18T08:10:58.747" v="465" actId="403"/>
          <ac:spMkLst>
            <pc:docMk/>
            <pc:sldMk cId="0" sldId="321"/>
            <ac:spMk id="43" creationId="{00000000-0000-0000-0000-000000000000}"/>
          </ac:spMkLst>
        </pc:spChg>
        <pc:spChg chg="mod">
          <ac:chgData name="Wenshuo Li" userId="3b3b8587-f8db-4b07-819a-a1dc11bcd0ea" providerId="ADAL" clId="{D32CA372-2CAF-4B87-8943-9F9410D60A4D}" dt="2026-02-18T08:11:02.864" v="467" actId="403"/>
          <ac:spMkLst>
            <pc:docMk/>
            <pc:sldMk cId="0" sldId="321"/>
            <ac:spMk id="46" creationId="{00000000-0000-0000-0000-000000000000}"/>
          </ac:spMkLst>
        </pc:spChg>
      </pc:sldChg>
      <pc:sldChg chg="delSp modSp add del mod setBg modAnim">
        <pc:chgData name="Wenshuo Li" userId="3b3b8587-f8db-4b07-819a-a1dc11bcd0ea" providerId="ADAL" clId="{D32CA372-2CAF-4B87-8943-9F9410D60A4D}" dt="2026-02-18T08:12:23.120" v="489"/>
        <pc:sldMkLst>
          <pc:docMk/>
          <pc:sldMk cId="0" sldId="322"/>
        </pc:sldMkLst>
        <pc:spChg chg="mod">
          <ac:chgData name="Wenshuo Li" userId="3b3b8587-f8db-4b07-819a-a1dc11bcd0ea" providerId="ADAL" clId="{D32CA372-2CAF-4B87-8943-9F9410D60A4D}" dt="2026-02-18T08:11:44.363" v="481" actId="122"/>
          <ac:spMkLst>
            <pc:docMk/>
            <pc:sldMk cId="0" sldId="322"/>
            <ac:spMk id="5" creationId="{00000000-0000-0000-0000-000000000000}"/>
          </ac:spMkLst>
        </pc:spChg>
        <pc:spChg chg="mod">
          <ac:chgData name="Wenshuo Li" userId="3b3b8587-f8db-4b07-819a-a1dc11bcd0ea" providerId="ADAL" clId="{D32CA372-2CAF-4B87-8943-9F9410D60A4D}" dt="2026-02-18T08:11:34.797" v="476" actId="14100"/>
          <ac:spMkLst>
            <pc:docMk/>
            <pc:sldMk cId="0" sldId="322"/>
            <ac:spMk id="8" creationId="{00000000-0000-0000-0000-000000000000}"/>
          </ac:spMkLst>
        </pc:spChg>
        <pc:spChg chg="mod">
          <ac:chgData name="Wenshuo Li" userId="3b3b8587-f8db-4b07-819a-a1dc11bcd0ea" providerId="ADAL" clId="{D32CA372-2CAF-4B87-8943-9F9410D60A4D}" dt="2026-02-18T08:11:50.212" v="482" actId="403"/>
          <ac:spMkLst>
            <pc:docMk/>
            <pc:sldMk cId="0" sldId="322"/>
            <ac:spMk id="11" creationId="{00000000-0000-0000-0000-000000000000}"/>
          </ac:spMkLst>
        </pc:spChg>
        <pc:spChg chg="mod">
          <ac:chgData name="Wenshuo Li" userId="3b3b8587-f8db-4b07-819a-a1dc11bcd0ea" providerId="ADAL" clId="{D32CA372-2CAF-4B87-8943-9F9410D60A4D}" dt="2026-02-18T08:11:56.500" v="485" actId="403"/>
          <ac:spMkLst>
            <pc:docMk/>
            <pc:sldMk cId="0" sldId="322"/>
            <ac:spMk id="14" creationId="{00000000-0000-0000-0000-000000000000}"/>
          </ac:spMkLst>
        </pc:spChg>
      </pc:sldChg>
      <pc:sldChg chg="delSp modSp add del mod setBg modAnim">
        <pc:chgData name="Wenshuo Li" userId="3b3b8587-f8db-4b07-819a-a1dc11bcd0ea" providerId="ADAL" clId="{D32CA372-2CAF-4B87-8943-9F9410D60A4D}" dt="2026-02-18T08:13:31.101" v="511" actId="403"/>
        <pc:sldMkLst>
          <pc:docMk/>
          <pc:sldMk cId="0" sldId="323"/>
        </pc:sldMkLst>
        <pc:spChg chg="mod">
          <ac:chgData name="Wenshuo Li" userId="3b3b8587-f8db-4b07-819a-a1dc11bcd0ea" providerId="ADAL" clId="{D32CA372-2CAF-4B87-8943-9F9410D60A4D}" dt="2026-02-18T08:13:05.860" v="503" actId="113"/>
          <ac:spMkLst>
            <pc:docMk/>
            <pc:sldMk cId="0" sldId="323"/>
            <ac:spMk id="5" creationId="{00000000-0000-0000-0000-000000000000}"/>
          </ac:spMkLst>
        </pc:spChg>
        <pc:spChg chg="mod">
          <ac:chgData name="Wenshuo Li" userId="3b3b8587-f8db-4b07-819a-a1dc11bcd0ea" providerId="ADAL" clId="{D32CA372-2CAF-4B87-8943-9F9410D60A4D}" dt="2026-02-18T08:13:10.219" v="504" actId="1076"/>
          <ac:spMkLst>
            <pc:docMk/>
            <pc:sldMk cId="0" sldId="323"/>
            <ac:spMk id="8" creationId="{00000000-0000-0000-0000-000000000000}"/>
          </ac:spMkLst>
        </pc:spChg>
        <pc:spChg chg="mod">
          <ac:chgData name="Wenshuo Li" userId="3b3b8587-f8db-4b07-819a-a1dc11bcd0ea" providerId="ADAL" clId="{D32CA372-2CAF-4B87-8943-9F9410D60A4D}" dt="2026-02-18T08:13:22.476" v="508" actId="403"/>
          <ac:spMkLst>
            <pc:docMk/>
            <pc:sldMk cId="0" sldId="323"/>
            <ac:spMk id="25" creationId="{00000000-0000-0000-0000-000000000000}"/>
          </ac:spMkLst>
        </pc:spChg>
        <pc:spChg chg="mod">
          <ac:chgData name="Wenshuo Li" userId="3b3b8587-f8db-4b07-819a-a1dc11bcd0ea" providerId="ADAL" clId="{D32CA372-2CAF-4B87-8943-9F9410D60A4D}" dt="2026-02-18T08:13:31.101" v="511" actId="403"/>
          <ac:spMkLst>
            <pc:docMk/>
            <pc:sldMk cId="0" sldId="323"/>
            <ac:spMk id="27" creationId="{00000000-0000-0000-0000-000000000000}"/>
          </ac:spMkLst>
        </pc:spChg>
      </pc:sldChg>
      <pc:sldChg chg="delSp modSp add del mod setBg modAnim">
        <pc:chgData name="Wenshuo Li" userId="3b3b8587-f8db-4b07-819a-a1dc11bcd0ea" providerId="ADAL" clId="{D32CA372-2CAF-4B87-8943-9F9410D60A4D}" dt="2026-02-18T08:15:10.404" v="529"/>
        <pc:sldMkLst>
          <pc:docMk/>
          <pc:sldMk cId="0" sldId="324"/>
        </pc:sldMkLst>
        <pc:spChg chg="mod">
          <ac:chgData name="Wenshuo Li" userId="3b3b8587-f8db-4b07-819a-a1dc11bcd0ea" providerId="ADAL" clId="{D32CA372-2CAF-4B87-8943-9F9410D60A4D}" dt="2026-02-18T08:13:53.669" v="521" actId="403"/>
          <ac:spMkLst>
            <pc:docMk/>
            <pc:sldMk cId="0" sldId="324"/>
            <ac:spMk id="5" creationId="{00000000-0000-0000-0000-000000000000}"/>
          </ac:spMkLst>
        </pc:spChg>
        <pc:spChg chg="mod">
          <ac:chgData name="Wenshuo Li" userId="3b3b8587-f8db-4b07-819a-a1dc11bcd0ea" providerId="ADAL" clId="{D32CA372-2CAF-4B87-8943-9F9410D60A4D}" dt="2026-02-18T08:13:41.258" v="513" actId="1076"/>
          <ac:spMkLst>
            <pc:docMk/>
            <pc:sldMk cId="0" sldId="324"/>
            <ac:spMk id="8" creationId="{00000000-0000-0000-0000-000000000000}"/>
          </ac:spMkLst>
        </pc:spChg>
        <pc:spChg chg="mod">
          <ac:chgData name="Wenshuo Li" userId="3b3b8587-f8db-4b07-819a-a1dc11bcd0ea" providerId="ADAL" clId="{D32CA372-2CAF-4B87-8943-9F9410D60A4D}" dt="2026-02-18T08:15:09.348" v="528" actId="403"/>
          <ac:spMkLst>
            <pc:docMk/>
            <pc:sldMk cId="0" sldId="324"/>
            <ac:spMk id="23" creationId="{00000000-0000-0000-0000-000000000000}"/>
          </ac:spMkLst>
        </pc:spChg>
      </pc:sldChg>
      <pc:sldChg chg="delSp modSp add del mod setBg modAnim">
        <pc:chgData name="Wenshuo Li" userId="3b3b8587-f8db-4b07-819a-a1dc11bcd0ea" providerId="ADAL" clId="{D32CA372-2CAF-4B87-8943-9F9410D60A4D}" dt="2026-02-18T08:15:39.571" v="543"/>
        <pc:sldMkLst>
          <pc:docMk/>
          <pc:sldMk cId="0" sldId="325"/>
        </pc:sldMkLst>
        <pc:spChg chg="mod">
          <ac:chgData name="Wenshuo Li" userId="3b3b8587-f8db-4b07-819a-a1dc11bcd0ea" providerId="ADAL" clId="{D32CA372-2CAF-4B87-8943-9F9410D60A4D}" dt="2026-02-18T08:15:24.600" v="536" actId="113"/>
          <ac:spMkLst>
            <pc:docMk/>
            <pc:sldMk cId="0" sldId="325"/>
            <ac:spMk id="5" creationId="{00000000-0000-0000-0000-000000000000}"/>
          </ac:spMkLst>
        </pc:spChg>
        <pc:spChg chg="mod">
          <ac:chgData name="Wenshuo Li" userId="3b3b8587-f8db-4b07-819a-a1dc11bcd0ea" providerId="ADAL" clId="{D32CA372-2CAF-4B87-8943-9F9410D60A4D}" dt="2026-02-18T08:15:27.860" v="537" actId="1076"/>
          <ac:spMkLst>
            <pc:docMk/>
            <pc:sldMk cId="0" sldId="325"/>
            <ac:spMk id="8" creationId="{00000000-0000-0000-0000-000000000000}"/>
          </ac:spMkLst>
        </pc:spChg>
        <pc:spChg chg="mod">
          <ac:chgData name="Wenshuo Li" userId="3b3b8587-f8db-4b07-819a-a1dc11bcd0ea" providerId="ADAL" clId="{D32CA372-2CAF-4B87-8943-9F9410D60A4D}" dt="2026-02-18T08:15:38.602" v="542" actId="403"/>
          <ac:spMkLst>
            <pc:docMk/>
            <pc:sldMk cId="0" sldId="325"/>
            <ac:spMk id="16" creationId="{00000000-0000-0000-0000-000000000000}"/>
          </ac:spMkLst>
        </pc:spChg>
      </pc:sldChg>
      <pc:sldChg chg="delSp modSp add del mod setBg modAnim">
        <pc:chgData name="Wenshuo Li" userId="3b3b8587-f8db-4b07-819a-a1dc11bcd0ea" providerId="ADAL" clId="{D32CA372-2CAF-4B87-8943-9F9410D60A4D}" dt="2026-02-18T08:19:00.454" v="600"/>
        <pc:sldMkLst>
          <pc:docMk/>
          <pc:sldMk cId="0" sldId="326"/>
        </pc:sldMkLst>
        <pc:spChg chg="mod">
          <ac:chgData name="Wenshuo Li" userId="3b3b8587-f8db-4b07-819a-a1dc11bcd0ea" providerId="ADAL" clId="{D32CA372-2CAF-4B87-8943-9F9410D60A4D}" dt="2026-02-18T08:15:48.536" v="548" actId="403"/>
          <ac:spMkLst>
            <pc:docMk/>
            <pc:sldMk cId="0" sldId="326"/>
            <ac:spMk id="5" creationId="{00000000-0000-0000-0000-000000000000}"/>
          </ac:spMkLst>
        </pc:spChg>
        <pc:spChg chg="mod">
          <ac:chgData name="Wenshuo Li" userId="3b3b8587-f8db-4b07-819a-a1dc11bcd0ea" providerId="ADAL" clId="{D32CA372-2CAF-4B87-8943-9F9410D60A4D}" dt="2026-02-18T08:15:53.143" v="549" actId="1076"/>
          <ac:spMkLst>
            <pc:docMk/>
            <pc:sldMk cId="0" sldId="326"/>
            <ac:spMk id="8" creationId="{00000000-0000-0000-0000-000000000000}"/>
          </ac:spMkLst>
        </pc:spChg>
        <pc:spChg chg="mod">
          <ac:chgData name="Wenshuo Li" userId="3b3b8587-f8db-4b07-819a-a1dc11bcd0ea" providerId="ADAL" clId="{D32CA372-2CAF-4B87-8943-9F9410D60A4D}" dt="2026-02-18T08:16:57.264" v="563" actId="14100"/>
          <ac:spMkLst>
            <pc:docMk/>
            <pc:sldMk cId="0" sldId="326"/>
            <ac:spMk id="9" creationId="{00000000-0000-0000-0000-000000000000}"/>
          </ac:spMkLst>
        </pc:spChg>
        <pc:spChg chg="mod">
          <ac:chgData name="Wenshuo Li" userId="3b3b8587-f8db-4b07-819a-a1dc11bcd0ea" providerId="ADAL" clId="{D32CA372-2CAF-4B87-8943-9F9410D60A4D}" dt="2026-02-18T08:16:52.595" v="561" actId="14100"/>
          <ac:spMkLst>
            <pc:docMk/>
            <pc:sldMk cId="0" sldId="326"/>
            <ac:spMk id="10" creationId="{00000000-0000-0000-0000-000000000000}"/>
          </ac:spMkLst>
        </pc:spChg>
        <pc:spChg chg="mod">
          <ac:chgData name="Wenshuo Li" userId="3b3b8587-f8db-4b07-819a-a1dc11bcd0ea" providerId="ADAL" clId="{D32CA372-2CAF-4B87-8943-9F9410D60A4D}" dt="2026-02-18T08:18:33.296" v="594" actId="14100"/>
          <ac:spMkLst>
            <pc:docMk/>
            <pc:sldMk cId="0" sldId="326"/>
            <ac:spMk id="11" creationId="{00000000-0000-0000-0000-000000000000}"/>
          </ac:spMkLst>
        </pc:spChg>
        <pc:spChg chg="mod">
          <ac:chgData name="Wenshuo Li" userId="3b3b8587-f8db-4b07-819a-a1dc11bcd0ea" providerId="ADAL" clId="{D32CA372-2CAF-4B87-8943-9F9410D60A4D}" dt="2026-02-18T08:17:45.336" v="578" actId="14100"/>
          <ac:spMkLst>
            <pc:docMk/>
            <pc:sldMk cId="0" sldId="326"/>
            <ac:spMk id="12" creationId="{00000000-0000-0000-0000-000000000000}"/>
          </ac:spMkLst>
        </pc:spChg>
        <pc:spChg chg="mod">
          <ac:chgData name="Wenshuo Li" userId="3b3b8587-f8db-4b07-819a-a1dc11bcd0ea" providerId="ADAL" clId="{D32CA372-2CAF-4B87-8943-9F9410D60A4D}" dt="2026-02-18T08:17:54.154" v="582" actId="1076"/>
          <ac:spMkLst>
            <pc:docMk/>
            <pc:sldMk cId="0" sldId="326"/>
            <ac:spMk id="13" creationId="{00000000-0000-0000-0000-000000000000}"/>
          </ac:spMkLst>
        </pc:spChg>
        <pc:spChg chg="mod">
          <ac:chgData name="Wenshuo Li" userId="3b3b8587-f8db-4b07-819a-a1dc11bcd0ea" providerId="ADAL" clId="{D32CA372-2CAF-4B87-8943-9F9410D60A4D}" dt="2026-02-18T08:18:18.100" v="589" actId="14100"/>
          <ac:spMkLst>
            <pc:docMk/>
            <pc:sldMk cId="0" sldId="326"/>
            <ac:spMk id="14" creationId="{00000000-0000-0000-0000-000000000000}"/>
          </ac:spMkLst>
        </pc:spChg>
        <pc:spChg chg="mod">
          <ac:chgData name="Wenshuo Li" userId="3b3b8587-f8db-4b07-819a-a1dc11bcd0ea" providerId="ADAL" clId="{D32CA372-2CAF-4B87-8943-9F9410D60A4D}" dt="2026-02-18T08:17:47.166" v="579" actId="14100"/>
          <ac:spMkLst>
            <pc:docMk/>
            <pc:sldMk cId="0" sldId="326"/>
            <ac:spMk id="15" creationId="{00000000-0000-0000-0000-000000000000}"/>
          </ac:spMkLst>
        </pc:spChg>
        <pc:spChg chg="mod">
          <ac:chgData name="Wenshuo Li" userId="3b3b8587-f8db-4b07-819a-a1dc11bcd0ea" providerId="ADAL" clId="{D32CA372-2CAF-4B87-8943-9F9410D60A4D}" dt="2026-02-18T08:17:41.826" v="577" actId="1076"/>
          <ac:spMkLst>
            <pc:docMk/>
            <pc:sldMk cId="0" sldId="326"/>
            <ac:spMk id="16" creationId="{00000000-0000-0000-0000-000000000000}"/>
          </ac:spMkLst>
        </pc:spChg>
        <pc:spChg chg="mod">
          <ac:chgData name="Wenshuo Li" userId="3b3b8587-f8db-4b07-819a-a1dc11bcd0ea" providerId="ADAL" clId="{D32CA372-2CAF-4B87-8943-9F9410D60A4D}" dt="2026-02-18T08:18:42.229" v="597" actId="14100"/>
          <ac:spMkLst>
            <pc:docMk/>
            <pc:sldMk cId="0" sldId="326"/>
            <ac:spMk id="17" creationId="{00000000-0000-0000-0000-000000000000}"/>
          </ac:spMkLst>
        </pc:spChg>
        <pc:spChg chg="mod">
          <ac:chgData name="Wenshuo Li" userId="3b3b8587-f8db-4b07-819a-a1dc11bcd0ea" providerId="ADAL" clId="{D32CA372-2CAF-4B87-8943-9F9410D60A4D}" dt="2026-02-18T08:18:10.860" v="588" actId="1076"/>
          <ac:spMkLst>
            <pc:docMk/>
            <pc:sldMk cId="0" sldId="326"/>
            <ac:spMk id="18" creationId="{00000000-0000-0000-0000-000000000000}"/>
          </ac:spMkLst>
        </pc:spChg>
        <pc:spChg chg="mod">
          <ac:chgData name="Wenshuo Li" userId="3b3b8587-f8db-4b07-819a-a1dc11bcd0ea" providerId="ADAL" clId="{D32CA372-2CAF-4B87-8943-9F9410D60A4D}" dt="2026-02-18T08:16:38.803" v="559" actId="1076"/>
          <ac:spMkLst>
            <pc:docMk/>
            <pc:sldMk cId="0" sldId="326"/>
            <ac:spMk id="22" creationId="{00000000-0000-0000-0000-000000000000}"/>
          </ac:spMkLst>
        </pc:spChg>
        <pc:spChg chg="mod">
          <ac:chgData name="Wenshuo Li" userId="3b3b8587-f8db-4b07-819a-a1dc11bcd0ea" providerId="ADAL" clId="{D32CA372-2CAF-4B87-8943-9F9410D60A4D}" dt="2026-02-18T08:16:44.561" v="560" actId="1076"/>
          <ac:spMkLst>
            <pc:docMk/>
            <pc:sldMk cId="0" sldId="326"/>
            <ac:spMk id="23" creationId="{00000000-0000-0000-0000-000000000000}"/>
          </ac:spMkLst>
        </pc:spChg>
        <pc:spChg chg="mod">
          <ac:chgData name="Wenshuo Li" userId="3b3b8587-f8db-4b07-819a-a1dc11bcd0ea" providerId="ADAL" clId="{D32CA372-2CAF-4B87-8943-9F9410D60A4D}" dt="2026-02-18T08:17:30.776" v="572" actId="1076"/>
          <ac:spMkLst>
            <pc:docMk/>
            <pc:sldMk cId="0" sldId="326"/>
            <ac:spMk id="24" creationId="{00000000-0000-0000-0000-000000000000}"/>
          </ac:spMkLst>
        </pc:spChg>
      </pc:sldChg>
      <pc:sldChg chg="delSp modSp add del mod setBg modAnim">
        <pc:chgData name="Wenshuo Li" userId="3b3b8587-f8db-4b07-819a-a1dc11bcd0ea" providerId="ADAL" clId="{D32CA372-2CAF-4B87-8943-9F9410D60A4D}" dt="2026-02-18T08:20:36.415" v="632"/>
        <pc:sldMkLst>
          <pc:docMk/>
          <pc:sldMk cId="0" sldId="327"/>
        </pc:sldMkLst>
        <pc:spChg chg="mod">
          <ac:chgData name="Wenshuo Li" userId="3b3b8587-f8db-4b07-819a-a1dc11bcd0ea" providerId="ADAL" clId="{D32CA372-2CAF-4B87-8943-9F9410D60A4D}" dt="2026-02-18T08:19:50.455" v="620" actId="403"/>
          <ac:spMkLst>
            <pc:docMk/>
            <pc:sldMk cId="0" sldId="327"/>
            <ac:spMk id="5" creationId="{00000000-0000-0000-0000-000000000000}"/>
          </ac:spMkLst>
        </pc:spChg>
        <pc:spChg chg="mod">
          <ac:chgData name="Wenshuo Li" userId="3b3b8587-f8db-4b07-819a-a1dc11bcd0ea" providerId="ADAL" clId="{D32CA372-2CAF-4B87-8943-9F9410D60A4D}" dt="2026-02-18T08:19:54.379" v="621" actId="1076"/>
          <ac:spMkLst>
            <pc:docMk/>
            <pc:sldMk cId="0" sldId="327"/>
            <ac:spMk id="8" creationId="{00000000-0000-0000-0000-000000000000}"/>
          </ac:spMkLst>
        </pc:spChg>
      </pc:sldChg>
      <pc:sldChg chg="delSp modSp add del mod setBg modAnim">
        <pc:chgData name="Wenshuo Li" userId="3b3b8587-f8db-4b07-819a-a1dc11bcd0ea" providerId="ADAL" clId="{D32CA372-2CAF-4B87-8943-9F9410D60A4D}" dt="2026-02-18T08:21:45.952" v="644"/>
        <pc:sldMkLst>
          <pc:docMk/>
          <pc:sldMk cId="0" sldId="328"/>
        </pc:sldMkLst>
        <pc:spChg chg="mod">
          <ac:chgData name="Wenshuo Li" userId="3b3b8587-f8db-4b07-819a-a1dc11bcd0ea" providerId="ADAL" clId="{D32CA372-2CAF-4B87-8943-9F9410D60A4D}" dt="2026-02-18T08:21:28.355" v="637" actId="403"/>
          <ac:spMkLst>
            <pc:docMk/>
            <pc:sldMk cId="0" sldId="328"/>
            <ac:spMk id="5" creationId="{00000000-0000-0000-0000-000000000000}"/>
          </ac:spMkLst>
        </pc:spChg>
        <pc:spChg chg="mod">
          <ac:chgData name="Wenshuo Li" userId="3b3b8587-f8db-4b07-819a-a1dc11bcd0ea" providerId="ADAL" clId="{D32CA372-2CAF-4B87-8943-9F9410D60A4D}" dt="2026-02-18T08:21:31.046" v="638" actId="1076"/>
          <ac:spMkLst>
            <pc:docMk/>
            <pc:sldMk cId="0" sldId="328"/>
            <ac:spMk id="8" creationId="{00000000-0000-0000-0000-000000000000}"/>
          </ac:spMkLst>
        </pc:spChg>
      </pc:sldChg>
      <pc:sldChg chg="modSp add del mod setBg">
        <pc:chgData name="Wenshuo Li" userId="3b3b8587-f8db-4b07-819a-a1dc11bcd0ea" providerId="ADAL" clId="{D32CA372-2CAF-4B87-8943-9F9410D60A4D}" dt="2026-02-18T08:22:13.475" v="648" actId="1076"/>
        <pc:sldMkLst>
          <pc:docMk/>
          <pc:sldMk cId="0" sldId="329"/>
        </pc:sldMkLst>
        <pc:spChg chg="mod">
          <ac:chgData name="Wenshuo Li" userId="3b3b8587-f8db-4b07-819a-a1dc11bcd0ea" providerId="ADAL" clId="{D32CA372-2CAF-4B87-8943-9F9410D60A4D}" dt="2026-02-18T08:21:56.702" v="645" actId="122"/>
          <ac:spMkLst>
            <pc:docMk/>
            <pc:sldMk cId="0" sldId="329"/>
            <ac:spMk id="5" creationId="{00000000-0000-0000-0000-000000000000}"/>
          </ac:spMkLst>
        </pc:spChg>
        <pc:graphicFrameChg chg="mod modGraphic">
          <ac:chgData name="Wenshuo Li" userId="3b3b8587-f8db-4b07-819a-a1dc11bcd0ea" providerId="ADAL" clId="{D32CA372-2CAF-4B87-8943-9F9410D60A4D}" dt="2026-02-18T08:22:13.475" v="648" actId="1076"/>
          <ac:graphicFrameMkLst>
            <pc:docMk/>
            <pc:sldMk cId="0" sldId="329"/>
            <ac:graphicFrameMk id="13" creationId="{00000000-0000-0000-0000-000000000000}"/>
          </ac:graphicFrameMkLst>
        </pc:graphicFrameChg>
      </pc:sldChg>
      <pc:sldChg chg="modSp add del mod setBg modAnim">
        <pc:chgData name="Wenshuo Li" userId="3b3b8587-f8db-4b07-819a-a1dc11bcd0ea" providerId="ADAL" clId="{D32CA372-2CAF-4B87-8943-9F9410D60A4D}" dt="2026-02-18T08:22:33.821" v="654"/>
        <pc:sldMkLst>
          <pc:docMk/>
          <pc:sldMk cId="0" sldId="330"/>
        </pc:sldMkLst>
        <pc:spChg chg="mod">
          <ac:chgData name="Wenshuo Li" userId="3b3b8587-f8db-4b07-819a-a1dc11bcd0ea" providerId="ADAL" clId="{D32CA372-2CAF-4B87-8943-9F9410D60A4D}" dt="2026-02-18T08:22:23.670" v="652" actId="1076"/>
          <ac:spMkLst>
            <pc:docMk/>
            <pc:sldMk cId="0" sldId="330"/>
            <ac:spMk id="5" creationId="{00000000-0000-0000-0000-000000000000}"/>
          </ac:spMkLst>
        </pc:spChg>
      </pc:sldChg>
      <pc:sldChg chg="add del setBg modAnim">
        <pc:chgData name="Wenshuo Li" userId="3b3b8587-f8db-4b07-819a-a1dc11bcd0ea" providerId="ADAL" clId="{D32CA372-2CAF-4B87-8943-9F9410D60A4D}" dt="2026-02-18T08:22:43.590" v="658"/>
        <pc:sldMkLst>
          <pc:docMk/>
          <pc:sldMk cId="0" sldId="331"/>
        </pc:sldMkLst>
      </pc:sldChg>
      <pc:sldChg chg="modSp add del mod setBg modAnim">
        <pc:chgData name="Wenshuo Li" userId="3b3b8587-f8db-4b07-819a-a1dc11bcd0ea" providerId="ADAL" clId="{D32CA372-2CAF-4B87-8943-9F9410D60A4D}" dt="2026-02-18T08:23:08.828" v="667"/>
        <pc:sldMkLst>
          <pc:docMk/>
          <pc:sldMk cId="0" sldId="332"/>
        </pc:sldMkLst>
        <pc:spChg chg="mod">
          <ac:chgData name="Wenshuo Li" userId="3b3b8587-f8db-4b07-819a-a1dc11bcd0ea" providerId="ADAL" clId="{D32CA372-2CAF-4B87-8943-9F9410D60A4D}" dt="2026-02-18T08:22:55.547" v="662" actId="14100"/>
          <ac:spMkLst>
            <pc:docMk/>
            <pc:sldMk cId="0" sldId="332"/>
            <ac:spMk id="5" creationId="{00000000-0000-0000-0000-000000000000}"/>
          </ac:spMkLst>
        </pc:spChg>
      </pc:sldChg>
      <pc:sldChg chg="modSp add del mod setBg modAnim">
        <pc:chgData name="Wenshuo Li" userId="3b3b8587-f8db-4b07-819a-a1dc11bcd0ea" providerId="ADAL" clId="{D32CA372-2CAF-4B87-8943-9F9410D60A4D}" dt="2026-02-18T08:23:19.323" v="670"/>
        <pc:sldMkLst>
          <pc:docMk/>
          <pc:sldMk cId="0" sldId="333"/>
        </pc:sldMkLst>
        <pc:spChg chg="mod">
          <ac:chgData name="Wenshuo Li" userId="3b3b8587-f8db-4b07-819a-a1dc11bcd0ea" providerId="ADAL" clId="{D32CA372-2CAF-4B87-8943-9F9410D60A4D}" dt="2026-02-18T08:23:15.865" v="669" actId="14100"/>
          <ac:spMkLst>
            <pc:docMk/>
            <pc:sldMk cId="0" sldId="333"/>
            <ac:spMk id="5" creationId="{00000000-0000-0000-0000-000000000000}"/>
          </ac:spMkLst>
        </pc:spChg>
      </pc:sldChg>
      <pc:sldChg chg="add del setBg">
        <pc:chgData name="Wenshuo Li" userId="3b3b8587-f8db-4b07-819a-a1dc11bcd0ea" providerId="ADAL" clId="{D32CA372-2CAF-4B87-8943-9F9410D60A4D}" dt="2026-02-18T08:23:42.746" v="673"/>
        <pc:sldMkLst>
          <pc:docMk/>
          <pc:sldMk cId="0" sldId="334"/>
        </pc:sldMkLst>
      </pc:sldChg>
      <pc:sldChg chg="add del setBg modAnim">
        <pc:chgData name="Wenshuo Li" userId="3b3b8587-f8db-4b07-819a-a1dc11bcd0ea" providerId="ADAL" clId="{D32CA372-2CAF-4B87-8943-9F9410D60A4D}" dt="2026-02-18T08:24:00.727" v="677"/>
        <pc:sldMkLst>
          <pc:docMk/>
          <pc:sldMk cId="0" sldId="335"/>
        </pc:sldMkLst>
      </pc:sldChg>
      <pc:sldChg chg="modSp add del mod setBg modAnim">
        <pc:chgData name="Wenshuo Li" userId="3b3b8587-f8db-4b07-819a-a1dc11bcd0ea" providerId="ADAL" clId="{D32CA372-2CAF-4B87-8943-9F9410D60A4D}" dt="2026-02-18T08:24:31.240" v="685"/>
        <pc:sldMkLst>
          <pc:docMk/>
          <pc:sldMk cId="0" sldId="336"/>
        </pc:sldMkLst>
        <pc:spChg chg="mod">
          <ac:chgData name="Wenshuo Li" userId="3b3b8587-f8db-4b07-819a-a1dc11bcd0ea" providerId="ADAL" clId="{D32CA372-2CAF-4B87-8943-9F9410D60A4D}" dt="2026-02-18T08:24:04.779" v="678" actId="1076"/>
          <ac:spMkLst>
            <pc:docMk/>
            <pc:sldMk cId="0" sldId="336"/>
            <ac:spMk id="6" creationId="{00000000-0000-0000-0000-000000000000}"/>
          </ac:spMkLst>
        </pc:spChg>
      </pc:sldChg>
      <pc:sldChg chg="add del setBg">
        <pc:chgData name="Wenshuo Li" userId="3b3b8587-f8db-4b07-819a-a1dc11bcd0ea" providerId="ADAL" clId="{D32CA372-2CAF-4B87-8943-9F9410D60A4D}" dt="2026-02-18T08:23:42.746" v="673"/>
        <pc:sldMkLst>
          <pc:docMk/>
          <pc:sldMk cId="0" sldId="337"/>
        </pc:sldMkLst>
      </pc:sldChg>
      <pc:sldChg chg="modSp add del mod setBg modAnim">
        <pc:chgData name="Wenshuo Li" userId="3b3b8587-f8db-4b07-819a-a1dc11bcd0ea" providerId="ADAL" clId="{D32CA372-2CAF-4B87-8943-9F9410D60A4D}" dt="2026-02-18T08:24:53.497" v="693"/>
        <pc:sldMkLst>
          <pc:docMk/>
          <pc:sldMk cId="0" sldId="338"/>
        </pc:sldMkLst>
        <pc:spChg chg="mod">
          <ac:chgData name="Wenshuo Li" userId="3b3b8587-f8db-4b07-819a-a1dc11bcd0ea" providerId="ADAL" clId="{D32CA372-2CAF-4B87-8943-9F9410D60A4D}" dt="2026-02-18T08:24:39.642" v="687" actId="14100"/>
          <ac:spMkLst>
            <pc:docMk/>
            <pc:sldMk cId="0" sldId="338"/>
            <ac:spMk id="5" creationId="{00000000-0000-0000-0000-000000000000}"/>
          </ac:spMkLst>
        </pc:spChg>
      </pc:sldChg>
      <pc:sldChg chg="modSp add del mod setBg modAnim">
        <pc:chgData name="Wenshuo Li" userId="3b3b8587-f8db-4b07-819a-a1dc11bcd0ea" providerId="ADAL" clId="{D32CA372-2CAF-4B87-8943-9F9410D60A4D}" dt="2026-02-18T08:25:13.618" v="702"/>
        <pc:sldMkLst>
          <pc:docMk/>
          <pc:sldMk cId="0" sldId="339"/>
        </pc:sldMkLst>
        <pc:spChg chg="mod">
          <ac:chgData name="Wenshuo Li" userId="3b3b8587-f8db-4b07-819a-a1dc11bcd0ea" providerId="ADAL" clId="{D32CA372-2CAF-4B87-8943-9F9410D60A4D}" dt="2026-02-18T08:24:58.672" v="695" actId="14100"/>
          <ac:spMkLst>
            <pc:docMk/>
            <pc:sldMk cId="0" sldId="339"/>
            <ac:spMk id="5" creationId="{00000000-0000-0000-0000-000000000000}"/>
          </ac:spMkLst>
        </pc:spChg>
      </pc:sldChg>
      <pc:sldChg chg="add del setBg modAnim">
        <pc:chgData name="Wenshuo Li" userId="3b3b8587-f8db-4b07-819a-a1dc11bcd0ea" providerId="ADAL" clId="{D32CA372-2CAF-4B87-8943-9F9410D60A4D}" dt="2026-02-18T08:25:28.507" v="706"/>
        <pc:sldMkLst>
          <pc:docMk/>
          <pc:sldMk cId="0" sldId="340"/>
        </pc:sldMkLst>
      </pc:sldChg>
      <pc:sldChg chg="modSp add del mod setBg modAnim">
        <pc:chgData name="Wenshuo Li" userId="3b3b8587-f8db-4b07-819a-a1dc11bcd0ea" providerId="ADAL" clId="{D32CA372-2CAF-4B87-8943-9F9410D60A4D}" dt="2026-02-18T08:26:13.515" v="715"/>
        <pc:sldMkLst>
          <pc:docMk/>
          <pc:sldMk cId="0" sldId="341"/>
        </pc:sldMkLst>
        <pc:spChg chg="mod">
          <ac:chgData name="Wenshuo Li" userId="3b3b8587-f8db-4b07-819a-a1dc11bcd0ea" providerId="ADAL" clId="{D32CA372-2CAF-4B87-8943-9F9410D60A4D}" dt="2026-02-18T08:25:35.947" v="707" actId="14100"/>
          <ac:spMkLst>
            <pc:docMk/>
            <pc:sldMk cId="0" sldId="341"/>
            <ac:spMk id="4" creationId="{00000000-0000-0000-0000-000000000000}"/>
          </ac:spMkLst>
        </pc:spChg>
        <pc:spChg chg="mod">
          <ac:chgData name="Wenshuo Li" userId="3b3b8587-f8db-4b07-819a-a1dc11bcd0ea" providerId="ADAL" clId="{D32CA372-2CAF-4B87-8943-9F9410D60A4D}" dt="2026-02-18T08:25:52.030" v="711" actId="403"/>
          <ac:spMkLst>
            <pc:docMk/>
            <pc:sldMk cId="0" sldId="341"/>
            <ac:spMk id="5" creationId="{00000000-0000-0000-0000-000000000000}"/>
          </ac:spMkLst>
        </pc:spChg>
        <pc:graphicFrameChg chg="modGraphic">
          <ac:chgData name="Wenshuo Li" userId="3b3b8587-f8db-4b07-819a-a1dc11bcd0ea" providerId="ADAL" clId="{D32CA372-2CAF-4B87-8943-9F9410D60A4D}" dt="2026-02-18T08:26:01.257" v="714" actId="404"/>
          <ac:graphicFrameMkLst>
            <pc:docMk/>
            <pc:sldMk cId="0" sldId="341"/>
            <ac:graphicFrameMk id="9" creationId="{00000000-0000-0000-0000-000000000000}"/>
          </ac:graphicFrameMkLst>
        </pc:graphicFrameChg>
      </pc:sldChg>
      <pc:sldChg chg="modSp add del mod setBg modAnim">
        <pc:chgData name="Wenshuo Li" userId="3b3b8587-f8db-4b07-819a-a1dc11bcd0ea" providerId="ADAL" clId="{D32CA372-2CAF-4B87-8943-9F9410D60A4D}" dt="2026-02-18T08:26:45.168" v="723"/>
        <pc:sldMkLst>
          <pc:docMk/>
          <pc:sldMk cId="0" sldId="342"/>
        </pc:sldMkLst>
        <pc:spChg chg="mod">
          <ac:chgData name="Wenshuo Li" userId="3b3b8587-f8db-4b07-819a-a1dc11bcd0ea" providerId="ADAL" clId="{D32CA372-2CAF-4B87-8943-9F9410D60A4D}" dt="2026-02-18T08:26:28.879" v="717" actId="14100"/>
          <ac:spMkLst>
            <pc:docMk/>
            <pc:sldMk cId="0" sldId="342"/>
            <ac:spMk id="5" creationId="{00000000-0000-0000-0000-000000000000}"/>
          </ac:spMkLst>
        </pc:spChg>
      </pc:sldChg>
      <pc:sldChg chg="modSp add del mod setBg modAnim">
        <pc:chgData name="Wenshuo Li" userId="3b3b8587-f8db-4b07-819a-a1dc11bcd0ea" providerId="ADAL" clId="{D32CA372-2CAF-4B87-8943-9F9410D60A4D}" dt="2026-02-18T08:27:00.945" v="729"/>
        <pc:sldMkLst>
          <pc:docMk/>
          <pc:sldMk cId="0" sldId="343"/>
        </pc:sldMkLst>
        <pc:spChg chg="mod">
          <ac:chgData name="Wenshuo Li" userId="3b3b8587-f8db-4b07-819a-a1dc11bcd0ea" providerId="ADAL" clId="{D32CA372-2CAF-4B87-8943-9F9410D60A4D}" dt="2026-02-18T08:26:52.073" v="725" actId="122"/>
          <ac:spMkLst>
            <pc:docMk/>
            <pc:sldMk cId="0" sldId="343"/>
            <ac:spMk id="5" creationId="{00000000-0000-0000-0000-000000000000}"/>
          </ac:spMkLst>
        </pc:spChg>
      </pc:sldChg>
      <pc:sldChg chg="modSp add del mod setBg modAnim">
        <pc:chgData name="Wenshuo Li" userId="3b3b8587-f8db-4b07-819a-a1dc11bcd0ea" providerId="ADAL" clId="{D32CA372-2CAF-4B87-8943-9F9410D60A4D}" dt="2026-02-18T08:27:37.966" v="740"/>
        <pc:sldMkLst>
          <pc:docMk/>
          <pc:sldMk cId="0" sldId="344"/>
        </pc:sldMkLst>
        <pc:spChg chg="mod">
          <ac:chgData name="Wenshuo Li" userId="3b3b8587-f8db-4b07-819a-a1dc11bcd0ea" providerId="ADAL" clId="{D32CA372-2CAF-4B87-8943-9F9410D60A4D}" dt="2026-02-18T08:27:08.061" v="731" actId="14100"/>
          <ac:spMkLst>
            <pc:docMk/>
            <pc:sldMk cId="0" sldId="344"/>
            <ac:spMk id="5" creationId="{00000000-0000-0000-0000-000000000000}"/>
          </ac:spMkLst>
        </pc:spChg>
        <pc:spChg chg="mod">
          <ac:chgData name="Wenshuo Li" userId="3b3b8587-f8db-4b07-819a-a1dc11bcd0ea" providerId="ADAL" clId="{D32CA372-2CAF-4B87-8943-9F9410D60A4D}" dt="2026-02-18T08:27:19.841" v="735" actId="123"/>
          <ac:spMkLst>
            <pc:docMk/>
            <pc:sldMk cId="0" sldId="344"/>
            <ac:spMk id="10" creationId="{00000000-0000-0000-0000-000000000000}"/>
          </ac:spMkLst>
        </pc:spChg>
      </pc:sldChg>
      <pc:sldChg chg="add del setBg">
        <pc:chgData name="Wenshuo Li" userId="3b3b8587-f8db-4b07-819a-a1dc11bcd0ea" providerId="ADAL" clId="{D32CA372-2CAF-4B87-8943-9F9410D60A4D}" dt="2026-02-18T08:28:36.380" v="743"/>
        <pc:sldMkLst>
          <pc:docMk/>
          <pc:sldMk cId="0" sldId="345"/>
        </pc:sldMkLst>
      </pc:sldChg>
      <pc:sldChg chg="add del setBg">
        <pc:chgData name="Wenshuo Li" userId="3b3b8587-f8db-4b07-819a-a1dc11bcd0ea" providerId="ADAL" clId="{D32CA372-2CAF-4B87-8943-9F9410D60A4D}" dt="2026-02-18T08:28:36.380" v="743"/>
        <pc:sldMkLst>
          <pc:docMk/>
          <pc:sldMk cId="0" sldId="346"/>
        </pc:sldMkLst>
      </pc:sldChg>
      <pc:sldChg chg="add del setBg">
        <pc:chgData name="Wenshuo Li" userId="3b3b8587-f8db-4b07-819a-a1dc11bcd0ea" providerId="ADAL" clId="{D32CA372-2CAF-4B87-8943-9F9410D60A4D}" dt="2026-02-18T08:28:36.380" v="743"/>
        <pc:sldMkLst>
          <pc:docMk/>
          <pc:sldMk cId="0" sldId="347"/>
        </pc:sldMkLst>
      </pc:sldChg>
      <pc:sldChg chg="modSp add del mod setBg">
        <pc:chgData name="Wenshuo Li" userId="3b3b8587-f8db-4b07-819a-a1dc11bcd0ea" providerId="ADAL" clId="{D32CA372-2CAF-4B87-8943-9F9410D60A4D}" dt="2026-02-18T08:31:27.332" v="747" actId="1076"/>
        <pc:sldMkLst>
          <pc:docMk/>
          <pc:sldMk cId="0" sldId="348"/>
        </pc:sldMkLst>
        <pc:spChg chg="mod">
          <ac:chgData name="Wenshuo Li" userId="3b3b8587-f8db-4b07-819a-a1dc11bcd0ea" providerId="ADAL" clId="{D32CA372-2CAF-4B87-8943-9F9410D60A4D}" dt="2026-02-18T08:31:20.563" v="746" actId="403"/>
          <ac:spMkLst>
            <pc:docMk/>
            <pc:sldMk cId="0" sldId="348"/>
            <ac:spMk id="5" creationId="{00000000-0000-0000-0000-000000000000}"/>
          </ac:spMkLst>
        </pc:spChg>
        <pc:spChg chg="mod">
          <ac:chgData name="Wenshuo Li" userId="3b3b8587-f8db-4b07-819a-a1dc11bcd0ea" providerId="ADAL" clId="{D32CA372-2CAF-4B87-8943-9F9410D60A4D}" dt="2026-02-18T08:31:27.332" v="747" actId="1076"/>
          <ac:spMkLst>
            <pc:docMk/>
            <pc:sldMk cId="0" sldId="348"/>
            <ac:spMk id="6" creationId="{00000000-0000-0000-0000-000000000000}"/>
          </ac:spMkLst>
        </pc:spChg>
      </pc:sldChg>
      <pc:sldChg chg="add del setBg">
        <pc:chgData name="Wenshuo Li" userId="3b3b8587-f8db-4b07-819a-a1dc11bcd0ea" providerId="ADAL" clId="{D32CA372-2CAF-4B87-8943-9F9410D60A4D}" dt="2026-02-18T08:28:36.380" v="743"/>
        <pc:sldMkLst>
          <pc:docMk/>
          <pc:sldMk cId="0" sldId="349"/>
        </pc:sldMkLst>
      </pc:sldChg>
      <pc:sldChg chg="add del setBg">
        <pc:chgData name="Wenshuo Li" userId="3b3b8587-f8db-4b07-819a-a1dc11bcd0ea" providerId="ADAL" clId="{D32CA372-2CAF-4B87-8943-9F9410D60A4D}" dt="2026-02-18T08:28:36.380" v="743"/>
        <pc:sldMkLst>
          <pc:docMk/>
          <pc:sldMk cId="0" sldId="350"/>
        </pc:sldMkLst>
      </pc:sldChg>
      <pc:sldChg chg="add del setBg">
        <pc:chgData name="Wenshuo Li" userId="3b3b8587-f8db-4b07-819a-a1dc11bcd0ea" providerId="ADAL" clId="{D32CA372-2CAF-4B87-8943-9F9410D60A4D}" dt="2026-02-18T08:28:36.380" v="743"/>
        <pc:sldMkLst>
          <pc:docMk/>
          <pc:sldMk cId="0" sldId="351"/>
        </pc:sldMkLst>
      </pc:sldChg>
      <pc:sldChg chg="add del setBg">
        <pc:chgData name="Wenshuo Li" userId="3b3b8587-f8db-4b07-819a-a1dc11bcd0ea" providerId="ADAL" clId="{D32CA372-2CAF-4B87-8943-9F9410D60A4D}" dt="2026-02-18T08:28:36.380" v="743"/>
        <pc:sldMkLst>
          <pc:docMk/>
          <pc:sldMk cId="0" sldId="352"/>
        </pc:sldMkLst>
      </pc:sldChg>
      <pc:sldChg chg="add del setBg">
        <pc:chgData name="Wenshuo Li" userId="3b3b8587-f8db-4b07-819a-a1dc11bcd0ea" providerId="ADAL" clId="{D32CA372-2CAF-4B87-8943-9F9410D60A4D}" dt="2026-02-18T08:28:36.380" v="743"/>
        <pc:sldMkLst>
          <pc:docMk/>
          <pc:sldMk cId="0" sldId="353"/>
        </pc:sldMkLst>
      </pc:sldChg>
      <pc:sldChg chg="add del setBg">
        <pc:chgData name="Wenshuo Li" userId="3b3b8587-f8db-4b07-819a-a1dc11bcd0ea" providerId="ADAL" clId="{D32CA372-2CAF-4B87-8943-9F9410D60A4D}" dt="2026-02-18T08:28:36.380" v="743"/>
        <pc:sldMkLst>
          <pc:docMk/>
          <pc:sldMk cId="0" sldId="354"/>
        </pc:sldMkLst>
      </pc:sldChg>
      <pc:sldChg chg="add del setBg">
        <pc:chgData name="Wenshuo Li" userId="3b3b8587-f8db-4b07-819a-a1dc11bcd0ea" providerId="ADAL" clId="{D32CA372-2CAF-4B87-8943-9F9410D60A4D}" dt="2026-02-18T08:28:36.380" v="743"/>
        <pc:sldMkLst>
          <pc:docMk/>
          <pc:sldMk cId="0" sldId="355"/>
        </pc:sldMkLst>
      </pc:sldChg>
      <pc:sldChg chg="add del setBg">
        <pc:chgData name="Wenshuo Li" userId="3b3b8587-f8db-4b07-819a-a1dc11bcd0ea" providerId="ADAL" clId="{D32CA372-2CAF-4B87-8943-9F9410D60A4D}" dt="2026-02-18T08:28:36.380" v="743"/>
        <pc:sldMkLst>
          <pc:docMk/>
          <pc:sldMk cId="0" sldId="356"/>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7E1F7A-8B56-481A-A826-942DFFE5780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6EACF6-7E4D-4893-970A-ECD3CFA58551}">
      <dgm:prSet/>
      <dgm:spPr/>
      <dgm:t>
        <a:bodyPr/>
        <a:lstStyle/>
        <a:p>
          <a:pPr>
            <a:lnSpc>
              <a:spcPct val="100000"/>
            </a:lnSpc>
          </a:pPr>
          <a:r>
            <a:rPr lang="en-AU" b="1"/>
            <a:t>Including:</a:t>
          </a:r>
          <a:endParaRPr lang="en-US"/>
        </a:p>
      </dgm:t>
    </dgm:pt>
    <dgm:pt modelId="{F61B644A-FCB4-470E-AAA1-A5253F65F4C2}" type="parTrans" cxnId="{1136D121-B148-4662-9DF3-BE2B0FA54539}">
      <dgm:prSet/>
      <dgm:spPr/>
      <dgm:t>
        <a:bodyPr/>
        <a:lstStyle/>
        <a:p>
          <a:endParaRPr lang="en-US"/>
        </a:p>
      </dgm:t>
    </dgm:pt>
    <dgm:pt modelId="{C68189CA-ACB5-46CA-8F18-2E8CBEC06F80}" type="sibTrans" cxnId="{1136D121-B148-4662-9DF3-BE2B0FA54539}">
      <dgm:prSet/>
      <dgm:spPr/>
      <dgm:t>
        <a:bodyPr/>
        <a:lstStyle/>
        <a:p>
          <a:endParaRPr lang="en-US"/>
        </a:p>
      </dgm:t>
    </dgm:pt>
    <dgm:pt modelId="{CAB9F69E-B0AA-43AF-A4DF-0287D3D817DF}">
      <dgm:prSet/>
      <dgm:spPr/>
      <dgm:t>
        <a:bodyPr/>
        <a:lstStyle/>
        <a:p>
          <a:pPr>
            <a:lnSpc>
              <a:spcPct val="100000"/>
            </a:lnSpc>
          </a:pPr>
          <a:r>
            <a:rPr lang="en-AU"/>
            <a:t>demonstrating need(s) or opportunities</a:t>
          </a:r>
          <a:endParaRPr lang="en-US"/>
        </a:p>
      </dgm:t>
    </dgm:pt>
    <dgm:pt modelId="{834C5699-9D10-4621-A7E0-1C4D00899ABA}" type="parTrans" cxnId="{FD1A8852-4D08-4400-98AC-CAD6A581EB05}">
      <dgm:prSet/>
      <dgm:spPr/>
      <dgm:t>
        <a:bodyPr/>
        <a:lstStyle/>
        <a:p>
          <a:endParaRPr lang="en-US"/>
        </a:p>
      </dgm:t>
    </dgm:pt>
    <dgm:pt modelId="{C1A8DC51-126E-4E10-8540-8F76C573E85E}" type="sibTrans" cxnId="{FD1A8852-4D08-4400-98AC-CAD6A581EB05}">
      <dgm:prSet/>
      <dgm:spPr/>
      <dgm:t>
        <a:bodyPr/>
        <a:lstStyle/>
        <a:p>
          <a:endParaRPr lang="en-US"/>
        </a:p>
      </dgm:t>
    </dgm:pt>
    <dgm:pt modelId="{2D62F54D-2F3D-444A-8951-90D0727C5FBE}">
      <dgm:prSet/>
      <dgm:spPr/>
      <dgm:t>
        <a:bodyPr/>
        <a:lstStyle/>
        <a:p>
          <a:pPr>
            <a:lnSpc>
              <a:spcPct val="100000"/>
            </a:lnSpc>
          </a:pPr>
          <a:r>
            <a:rPr lang="en-AU"/>
            <a:t>assessing scheduling and financial feasibility</a:t>
          </a:r>
          <a:endParaRPr lang="en-US"/>
        </a:p>
      </dgm:t>
    </dgm:pt>
    <dgm:pt modelId="{85FF6330-B6BB-46A6-A1B3-F8895232730B}" type="parTrans" cxnId="{C04B72CA-A2C3-4C96-97C5-57382DDE110E}">
      <dgm:prSet/>
      <dgm:spPr/>
      <dgm:t>
        <a:bodyPr/>
        <a:lstStyle/>
        <a:p>
          <a:endParaRPr lang="en-US"/>
        </a:p>
      </dgm:t>
    </dgm:pt>
    <dgm:pt modelId="{8CD948D7-4852-483F-9F6F-18B60FAE5FF0}" type="sibTrans" cxnId="{C04B72CA-A2C3-4C96-97C5-57382DDE110E}">
      <dgm:prSet/>
      <dgm:spPr/>
      <dgm:t>
        <a:bodyPr/>
        <a:lstStyle/>
        <a:p>
          <a:endParaRPr lang="en-US"/>
        </a:p>
      </dgm:t>
    </dgm:pt>
    <dgm:pt modelId="{1AE874F8-9A41-4F9A-927B-09101718ADF3}">
      <dgm:prSet/>
      <dgm:spPr/>
      <dgm:t>
        <a:bodyPr/>
        <a:lstStyle/>
        <a:p>
          <a:pPr>
            <a:lnSpc>
              <a:spcPct val="100000"/>
            </a:lnSpc>
          </a:pPr>
          <a:r>
            <a:rPr lang="en-AU"/>
            <a:t>generating requirements including functionality and performance</a:t>
          </a:r>
          <a:endParaRPr lang="en-US"/>
        </a:p>
      </dgm:t>
    </dgm:pt>
    <dgm:pt modelId="{B7BA70CA-59BC-4D43-B6C5-84A952B3E316}" type="parTrans" cxnId="{D42FA50E-210A-4289-966D-5C0A8909C2FA}">
      <dgm:prSet/>
      <dgm:spPr/>
      <dgm:t>
        <a:bodyPr/>
        <a:lstStyle/>
        <a:p>
          <a:endParaRPr lang="en-US"/>
        </a:p>
      </dgm:t>
    </dgm:pt>
    <dgm:pt modelId="{BA6BD839-69B3-4615-B3BF-5CADB9F7E992}" type="sibTrans" cxnId="{D42FA50E-210A-4289-966D-5C0A8909C2FA}">
      <dgm:prSet/>
      <dgm:spPr/>
      <dgm:t>
        <a:bodyPr/>
        <a:lstStyle/>
        <a:p>
          <a:endParaRPr lang="en-US"/>
        </a:p>
      </dgm:t>
    </dgm:pt>
    <dgm:pt modelId="{8F30E5B0-BC02-4271-8CFC-A95457F6E2E1}">
      <dgm:prSet/>
      <dgm:spPr/>
      <dgm:t>
        <a:bodyPr/>
        <a:lstStyle/>
        <a:p>
          <a:pPr>
            <a:lnSpc>
              <a:spcPct val="100000"/>
            </a:lnSpc>
          </a:pPr>
          <a:r>
            <a:rPr lang="en-AU"/>
            <a:t>defining data structures and data types</a:t>
          </a:r>
          <a:endParaRPr lang="en-US"/>
        </a:p>
      </dgm:t>
    </dgm:pt>
    <dgm:pt modelId="{39DF4FA0-2F24-4CBD-8CF6-3FFAFB1BCA1B}" type="parTrans" cxnId="{4C8F4C2B-0DE6-4239-AB08-3F38B8F45777}">
      <dgm:prSet/>
      <dgm:spPr/>
      <dgm:t>
        <a:bodyPr/>
        <a:lstStyle/>
        <a:p>
          <a:endParaRPr lang="en-US"/>
        </a:p>
      </dgm:t>
    </dgm:pt>
    <dgm:pt modelId="{85D29BAB-5C72-4523-974C-2A2CB8332A34}" type="sibTrans" cxnId="{4C8F4C2B-0DE6-4239-AB08-3F38B8F45777}">
      <dgm:prSet/>
      <dgm:spPr/>
      <dgm:t>
        <a:bodyPr/>
        <a:lstStyle/>
        <a:p>
          <a:endParaRPr lang="en-US"/>
        </a:p>
      </dgm:t>
    </dgm:pt>
    <dgm:pt modelId="{8EFFCB18-44A9-4314-B7D3-E044439B8B80}">
      <dgm:prSet/>
      <dgm:spPr/>
      <dgm:t>
        <a:bodyPr/>
        <a:lstStyle/>
        <a:p>
          <a:pPr>
            <a:lnSpc>
              <a:spcPct val="100000"/>
            </a:lnSpc>
          </a:pPr>
          <a:r>
            <a:rPr lang="en-AU"/>
            <a:t>defining boundaries</a:t>
          </a:r>
          <a:endParaRPr lang="en-US"/>
        </a:p>
      </dgm:t>
    </dgm:pt>
    <dgm:pt modelId="{50C79C2B-2279-4420-B81E-BBEED0FC8982}" type="parTrans" cxnId="{EE9EB331-D377-4F3C-BCC5-CEB8BE787A73}">
      <dgm:prSet/>
      <dgm:spPr/>
      <dgm:t>
        <a:bodyPr/>
        <a:lstStyle/>
        <a:p>
          <a:endParaRPr lang="en-US"/>
        </a:p>
      </dgm:t>
    </dgm:pt>
    <dgm:pt modelId="{9541D483-EFDC-41A5-8172-AA9756CEEAFD}" type="sibTrans" cxnId="{EE9EB331-D377-4F3C-BCC5-CEB8BE787A73}">
      <dgm:prSet/>
      <dgm:spPr/>
      <dgm:t>
        <a:bodyPr/>
        <a:lstStyle/>
        <a:p>
          <a:endParaRPr lang="en-US"/>
        </a:p>
      </dgm:t>
    </dgm:pt>
    <dgm:pt modelId="{A689CDB6-114E-4616-9FAC-5DEE275CA452}" type="pres">
      <dgm:prSet presAssocID="{957E1F7A-8B56-481A-A826-942DFFE57803}" presName="root" presStyleCnt="0">
        <dgm:presLayoutVars>
          <dgm:dir/>
          <dgm:resizeHandles val="exact"/>
        </dgm:presLayoutVars>
      </dgm:prSet>
      <dgm:spPr/>
    </dgm:pt>
    <dgm:pt modelId="{3B11264F-E258-479A-B3C2-38A0AFCD560A}" type="pres">
      <dgm:prSet presAssocID="{EE6EACF6-7E4D-4893-970A-ECD3CFA58551}" presName="compNode" presStyleCnt="0"/>
      <dgm:spPr/>
    </dgm:pt>
    <dgm:pt modelId="{5978D674-C64A-4289-AB32-EA2F14132636}" type="pres">
      <dgm:prSet presAssocID="{EE6EACF6-7E4D-4893-970A-ECD3CFA58551}" presName="bgRect" presStyleLbl="bgShp" presStyleIdx="0" presStyleCnt="6"/>
      <dgm:spPr/>
    </dgm:pt>
    <dgm:pt modelId="{119A24EA-28E2-4545-AB7A-2499225A7B28}" type="pres">
      <dgm:prSet presAssocID="{EE6EACF6-7E4D-4893-970A-ECD3CFA5855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3D711D3C-9053-439D-A029-5D61C71D5A73}" type="pres">
      <dgm:prSet presAssocID="{EE6EACF6-7E4D-4893-970A-ECD3CFA58551}" presName="spaceRect" presStyleCnt="0"/>
      <dgm:spPr/>
    </dgm:pt>
    <dgm:pt modelId="{4F205FCC-4FC3-4852-A3DA-FADE9A71D56E}" type="pres">
      <dgm:prSet presAssocID="{EE6EACF6-7E4D-4893-970A-ECD3CFA58551}" presName="parTx" presStyleLbl="revTx" presStyleIdx="0" presStyleCnt="6">
        <dgm:presLayoutVars>
          <dgm:chMax val="0"/>
          <dgm:chPref val="0"/>
        </dgm:presLayoutVars>
      </dgm:prSet>
      <dgm:spPr/>
    </dgm:pt>
    <dgm:pt modelId="{69913770-622A-43BF-9C7F-A67AB62BC9CA}" type="pres">
      <dgm:prSet presAssocID="{C68189CA-ACB5-46CA-8F18-2E8CBEC06F80}" presName="sibTrans" presStyleCnt="0"/>
      <dgm:spPr/>
    </dgm:pt>
    <dgm:pt modelId="{A2D4E008-1ADA-452F-998E-83713FF9413C}" type="pres">
      <dgm:prSet presAssocID="{CAB9F69E-B0AA-43AF-A4DF-0287D3D817DF}" presName="compNode" presStyleCnt="0"/>
      <dgm:spPr/>
    </dgm:pt>
    <dgm:pt modelId="{6661C525-DC4B-4E6B-92E7-B1808E2EA925}" type="pres">
      <dgm:prSet presAssocID="{CAB9F69E-B0AA-43AF-A4DF-0287D3D817DF}" presName="bgRect" presStyleLbl="bgShp" presStyleIdx="1" presStyleCnt="6"/>
      <dgm:spPr/>
    </dgm:pt>
    <dgm:pt modelId="{A47094C4-0773-4C35-A482-3F38614C5633}" type="pres">
      <dgm:prSet presAssocID="{CAB9F69E-B0AA-43AF-A4DF-0287D3D817D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rection"/>
        </a:ext>
      </dgm:extLst>
    </dgm:pt>
    <dgm:pt modelId="{0E3A2FEE-EB12-4EAE-9D39-D47D1AE104BC}" type="pres">
      <dgm:prSet presAssocID="{CAB9F69E-B0AA-43AF-A4DF-0287D3D817DF}" presName="spaceRect" presStyleCnt="0"/>
      <dgm:spPr/>
    </dgm:pt>
    <dgm:pt modelId="{A26B744E-8028-4DEC-9DF0-FAA79441CB14}" type="pres">
      <dgm:prSet presAssocID="{CAB9F69E-B0AA-43AF-A4DF-0287D3D817DF}" presName="parTx" presStyleLbl="revTx" presStyleIdx="1" presStyleCnt="6">
        <dgm:presLayoutVars>
          <dgm:chMax val="0"/>
          <dgm:chPref val="0"/>
        </dgm:presLayoutVars>
      </dgm:prSet>
      <dgm:spPr/>
    </dgm:pt>
    <dgm:pt modelId="{9CB6191D-70D3-4656-8BA5-EBC4E55D7524}" type="pres">
      <dgm:prSet presAssocID="{C1A8DC51-126E-4E10-8540-8F76C573E85E}" presName="sibTrans" presStyleCnt="0"/>
      <dgm:spPr/>
    </dgm:pt>
    <dgm:pt modelId="{36D7EC82-A9C9-47CA-BBE8-FD2454F6407A}" type="pres">
      <dgm:prSet presAssocID="{2D62F54D-2F3D-444A-8951-90D0727C5FBE}" presName="compNode" presStyleCnt="0"/>
      <dgm:spPr/>
    </dgm:pt>
    <dgm:pt modelId="{A159A774-5E3D-4F6A-A205-FCBAC515D814}" type="pres">
      <dgm:prSet presAssocID="{2D62F54D-2F3D-444A-8951-90D0727C5FBE}" presName="bgRect" presStyleLbl="bgShp" presStyleIdx="2" presStyleCnt="6"/>
      <dgm:spPr/>
    </dgm:pt>
    <dgm:pt modelId="{04BB3C5F-3B47-44E8-B358-6610089BD5D5}" type="pres">
      <dgm:prSet presAssocID="{2D62F54D-2F3D-444A-8951-90D0727C5FB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7EA9894A-DD9D-4AF4-87B7-CB6DF0D5BD4A}" type="pres">
      <dgm:prSet presAssocID="{2D62F54D-2F3D-444A-8951-90D0727C5FBE}" presName="spaceRect" presStyleCnt="0"/>
      <dgm:spPr/>
    </dgm:pt>
    <dgm:pt modelId="{9A150B84-9090-435E-8051-6A9340F18167}" type="pres">
      <dgm:prSet presAssocID="{2D62F54D-2F3D-444A-8951-90D0727C5FBE}" presName="parTx" presStyleLbl="revTx" presStyleIdx="2" presStyleCnt="6">
        <dgm:presLayoutVars>
          <dgm:chMax val="0"/>
          <dgm:chPref val="0"/>
        </dgm:presLayoutVars>
      </dgm:prSet>
      <dgm:spPr/>
    </dgm:pt>
    <dgm:pt modelId="{3541E6A8-0590-4733-A9A1-E6E1D42741A8}" type="pres">
      <dgm:prSet presAssocID="{8CD948D7-4852-483F-9F6F-18B60FAE5FF0}" presName="sibTrans" presStyleCnt="0"/>
      <dgm:spPr/>
    </dgm:pt>
    <dgm:pt modelId="{576DC8F2-93A0-4B35-80ED-9EDD645CE481}" type="pres">
      <dgm:prSet presAssocID="{1AE874F8-9A41-4F9A-927B-09101718ADF3}" presName="compNode" presStyleCnt="0"/>
      <dgm:spPr/>
    </dgm:pt>
    <dgm:pt modelId="{1DD162DB-60C4-4B58-B3D5-A65BB6F53744}" type="pres">
      <dgm:prSet presAssocID="{1AE874F8-9A41-4F9A-927B-09101718ADF3}" presName="bgRect" presStyleLbl="bgShp" presStyleIdx="3" presStyleCnt="6"/>
      <dgm:spPr/>
    </dgm:pt>
    <dgm:pt modelId="{067FF6B0-80BF-4AC1-A55D-7C6D262BEF04}" type="pres">
      <dgm:prSet presAssocID="{1AE874F8-9A41-4F9A-927B-09101718ADF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List"/>
        </a:ext>
      </dgm:extLst>
    </dgm:pt>
    <dgm:pt modelId="{EA8E4A30-7B9B-4028-ADCE-912C87BDDFA2}" type="pres">
      <dgm:prSet presAssocID="{1AE874F8-9A41-4F9A-927B-09101718ADF3}" presName="spaceRect" presStyleCnt="0"/>
      <dgm:spPr/>
    </dgm:pt>
    <dgm:pt modelId="{E71D333D-79F3-4C7F-A0F8-0EFEBF66EC9D}" type="pres">
      <dgm:prSet presAssocID="{1AE874F8-9A41-4F9A-927B-09101718ADF3}" presName="parTx" presStyleLbl="revTx" presStyleIdx="3" presStyleCnt="6">
        <dgm:presLayoutVars>
          <dgm:chMax val="0"/>
          <dgm:chPref val="0"/>
        </dgm:presLayoutVars>
      </dgm:prSet>
      <dgm:spPr/>
    </dgm:pt>
    <dgm:pt modelId="{3C166C52-D668-453E-B32D-0E60F8631EA1}" type="pres">
      <dgm:prSet presAssocID="{BA6BD839-69B3-4615-B3BF-5CADB9F7E992}" presName="sibTrans" presStyleCnt="0"/>
      <dgm:spPr/>
    </dgm:pt>
    <dgm:pt modelId="{3D649767-6CA5-4FA1-97F7-42398D7CD579}" type="pres">
      <dgm:prSet presAssocID="{8F30E5B0-BC02-4271-8CFC-A95457F6E2E1}" presName="compNode" presStyleCnt="0"/>
      <dgm:spPr/>
    </dgm:pt>
    <dgm:pt modelId="{E4192B3F-852B-4C87-AA6A-12971CB2A58F}" type="pres">
      <dgm:prSet presAssocID="{8F30E5B0-BC02-4271-8CFC-A95457F6E2E1}" presName="bgRect" presStyleLbl="bgShp" presStyleIdx="4" presStyleCnt="6"/>
      <dgm:spPr/>
    </dgm:pt>
    <dgm:pt modelId="{0DBB7193-5184-423E-87CE-2421A05981BE}" type="pres">
      <dgm:prSet presAssocID="{8F30E5B0-BC02-4271-8CFC-A95457F6E2E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039C2319-5F31-4661-BBF9-0BA2D889A51F}" type="pres">
      <dgm:prSet presAssocID="{8F30E5B0-BC02-4271-8CFC-A95457F6E2E1}" presName="spaceRect" presStyleCnt="0"/>
      <dgm:spPr/>
    </dgm:pt>
    <dgm:pt modelId="{DB0416D2-0D24-4540-B5BC-8970CA5C0906}" type="pres">
      <dgm:prSet presAssocID="{8F30E5B0-BC02-4271-8CFC-A95457F6E2E1}" presName="parTx" presStyleLbl="revTx" presStyleIdx="4" presStyleCnt="6">
        <dgm:presLayoutVars>
          <dgm:chMax val="0"/>
          <dgm:chPref val="0"/>
        </dgm:presLayoutVars>
      </dgm:prSet>
      <dgm:spPr/>
    </dgm:pt>
    <dgm:pt modelId="{9EABD31A-508E-4843-9912-48F40DFCB299}" type="pres">
      <dgm:prSet presAssocID="{85D29BAB-5C72-4523-974C-2A2CB8332A34}" presName="sibTrans" presStyleCnt="0"/>
      <dgm:spPr/>
    </dgm:pt>
    <dgm:pt modelId="{6866921B-16E4-43C9-853A-CCFA97C20446}" type="pres">
      <dgm:prSet presAssocID="{8EFFCB18-44A9-4314-B7D3-E044439B8B80}" presName="compNode" presStyleCnt="0"/>
      <dgm:spPr/>
    </dgm:pt>
    <dgm:pt modelId="{449D5687-EBF5-499F-BE03-2AD29E73EDFE}" type="pres">
      <dgm:prSet presAssocID="{8EFFCB18-44A9-4314-B7D3-E044439B8B80}" presName="bgRect" presStyleLbl="bgShp" presStyleIdx="5" presStyleCnt="6"/>
      <dgm:spPr/>
    </dgm:pt>
    <dgm:pt modelId="{FF881F7A-C218-4E61-AFF2-0A64BE8F6161}" type="pres">
      <dgm:prSet presAssocID="{8EFFCB18-44A9-4314-B7D3-E044439B8B8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at"/>
        </a:ext>
      </dgm:extLst>
    </dgm:pt>
    <dgm:pt modelId="{B7428F80-AA0D-4A4E-B634-46EEEC125103}" type="pres">
      <dgm:prSet presAssocID="{8EFFCB18-44A9-4314-B7D3-E044439B8B80}" presName="spaceRect" presStyleCnt="0"/>
      <dgm:spPr/>
    </dgm:pt>
    <dgm:pt modelId="{FDC10727-FEA3-4BA5-A004-9A4C4B49DF89}" type="pres">
      <dgm:prSet presAssocID="{8EFFCB18-44A9-4314-B7D3-E044439B8B80}" presName="parTx" presStyleLbl="revTx" presStyleIdx="5" presStyleCnt="6">
        <dgm:presLayoutVars>
          <dgm:chMax val="0"/>
          <dgm:chPref val="0"/>
        </dgm:presLayoutVars>
      </dgm:prSet>
      <dgm:spPr/>
    </dgm:pt>
  </dgm:ptLst>
  <dgm:cxnLst>
    <dgm:cxn modelId="{D42FA50E-210A-4289-966D-5C0A8909C2FA}" srcId="{957E1F7A-8B56-481A-A826-942DFFE57803}" destId="{1AE874F8-9A41-4F9A-927B-09101718ADF3}" srcOrd="3" destOrd="0" parTransId="{B7BA70CA-59BC-4D43-B6C5-84A952B3E316}" sibTransId="{BA6BD839-69B3-4615-B3BF-5CADB9F7E992}"/>
    <dgm:cxn modelId="{CB56FC17-159C-4601-BD4A-F95E4FCD1AAB}" type="presOf" srcId="{EE6EACF6-7E4D-4893-970A-ECD3CFA58551}" destId="{4F205FCC-4FC3-4852-A3DA-FADE9A71D56E}" srcOrd="0" destOrd="0" presId="urn:microsoft.com/office/officeart/2018/2/layout/IconVerticalSolidList"/>
    <dgm:cxn modelId="{1136D121-B148-4662-9DF3-BE2B0FA54539}" srcId="{957E1F7A-8B56-481A-A826-942DFFE57803}" destId="{EE6EACF6-7E4D-4893-970A-ECD3CFA58551}" srcOrd="0" destOrd="0" parTransId="{F61B644A-FCB4-470E-AAA1-A5253F65F4C2}" sibTransId="{C68189CA-ACB5-46CA-8F18-2E8CBEC06F80}"/>
    <dgm:cxn modelId="{4C8F4C2B-0DE6-4239-AB08-3F38B8F45777}" srcId="{957E1F7A-8B56-481A-A826-942DFFE57803}" destId="{8F30E5B0-BC02-4271-8CFC-A95457F6E2E1}" srcOrd="4" destOrd="0" parTransId="{39DF4FA0-2F24-4CBD-8CF6-3FFAFB1BCA1B}" sibTransId="{85D29BAB-5C72-4523-974C-2A2CB8332A34}"/>
    <dgm:cxn modelId="{EE9EB331-D377-4F3C-BCC5-CEB8BE787A73}" srcId="{957E1F7A-8B56-481A-A826-942DFFE57803}" destId="{8EFFCB18-44A9-4314-B7D3-E044439B8B80}" srcOrd="5" destOrd="0" parTransId="{50C79C2B-2279-4420-B81E-BBEED0FC8982}" sibTransId="{9541D483-EFDC-41A5-8172-AA9756CEEAFD}"/>
    <dgm:cxn modelId="{FD1A8852-4D08-4400-98AC-CAD6A581EB05}" srcId="{957E1F7A-8B56-481A-A826-942DFFE57803}" destId="{CAB9F69E-B0AA-43AF-A4DF-0287D3D817DF}" srcOrd="1" destOrd="0" parTransId="{834C5699-9D10-4621-A7E0-1C4D00899ABA}" sibTransId="{C1A8DC51-126E-4E10-8540-8F76C573E85E}"/>
    <dgm:cxn modelId="{CB34866A-6145-4096-B880-7416EE3F8AA6}" type="presOf" srcId="{8F30E5B0-BC02-4271-8CFC-A95457F6E2E1}" destId="{DB0416D2-0D24-4540-B5BC-8970CA5C0906}" srcOrd="0" destOrd="0" presId="urn:microsoft.com/office/officeart/2018/2/layout/IconVerticalSolidList"/>
    <dgm:cxn modelId="{B186F095-E094-48BA-B265-FFD698D3A8FF}" type="presOf" srcId="{957E1F7A-8B56-481A-A826-942DFFE57803}" destId="{A689CDB6-114E-4616-9FAC-5DEE275CA452}" srcOrd="0" destOrd="0" presId="urn:microsoft.com/office/officeart/2018/2/layout/IconVerticalSolidList"/>
    <dgm:cxn modelId="{C04B72CA-A2C3-4C96-97C5-57382DDE110E}" srcId="{957E1F7A-8B56-481A-A826-942DFFE57803}" destId="{2D62F54D-2F3D-444A-8951-90D0727C5FBE}" srcOrd="2" destOrd="0" parTransId="{85FF6330-B6BB-46A6-A1B3-F8895232730B}" sibTransId="{8CD948D7-4852-483F-9F6F-18B60FAE5FF0}"/>
    <dgm:cxn modelId="{EA9BC1CA-6BED-461B-B1F6-4364BDFCD6FC}" type="presOf" srcId="{1AE874F8-9A41-4F9A-927B-09101718ADF3}" destId="{E71D333D-79F3-4C7F-A0F8-0EFEBF66EC9D}" srcOrd="0" destOrd="0" presId="urn:microsoft.com/office/officeart/2018/2/layout/IconVerticalSolidList"/>
    <dgm:cxn modelId="{846B6DCF-794D-4E5C-AC3F-A74413D813A6}" type="presOf" srcId="{2D62F54D-2F3D-444A-8951-90D0727C5FBE}" destId="{9A150B84-9090-435E-8051-6A9340F18167}" srcOrd="0" destOrd="0" presId="urn:microsoft.com/office/officeart/2018/2/layout/IconVerticalSolidList"/>
    <dgm:cxn modelId="{0C2ADFDB-DF6E-415C-B5F6-923CDB271EFF}" type="presOf" srcId="{8EFFCB18-44A9-4314-B7D3-E044439B8B80}" destId="{FDC10727-FEA3-4BA5-A004-9A4C4B49DF89}" srcOrd="0" destOrd="0" presId="urn:microsoft.com/office/officeart/2018/2/layout/IconVerticalSolidList"/>
    <dgm:cxn modelId="{6EB43CFB-C94D-4B21-A26A-E216B5EE7CAF}" type="presOf" srcId="{CAB9F69E-B0AA-43AF-A4DF-0287D3D817DF}" destId="{A26B744E-8028-4DEC-9DF0-FAA79441CB14}" srcOrd="0" destOrd="0" presId="urn:microsoft.com/office/officeart/2018/2/layout/IconVerticalSolidList"/>
    <dgm:cxn modelId="{14FB70F8-3426-4FF0-A350-BADAE2BC7C24}" type="presParOf" srcId="{A689CDB6-114E-4616-9FAC-5DEE275CA452}" destId="{3B11264F-E258-479A-B3C2-38A0AFCD560A}" srcOrd="0" destOrd="0" presId="urn:microsoft.com/office/officeart/2018/2/layout/IconVerticalSolidList"/>
    <dgm:cxn modelId="{8E729FA0-B47C-4570-BE54-CA572ACB5F8C}" type="presParOf" srcId="{3B11264F-E258-479A-B3C2-38A0AFCD560A}" destId="{5978D674-C64A-4289-AB32-EA2F14132636}" srcOrd="0" destOrd="0" presId="urn:microsoft.com/office/officeart/2018/2/layout/IconVerticalSolidList"/>
    <dgm:cxn modelId="{4A834188-FC00-443A-B685-F08C1FE0E88B}" type="presParOf" srcId="{3B11264F-E258-479A-B3C2-38A0AFCD560A}" destId="{119A24EA-28E2-4545-AB7A-2499225A7B28}" srcOrd="1" destOrd="0" presId="urn:microsoft.com/office/officeart/2018/2/layout/IconVerticalSolidList"/>
    <dgm:cxn modelId="{1E407CB2-3A91-4F08-A03A-BF12DEE2DB21}" type="presParOf" srcId="{3B11264F-E258-479A-B3C2-38A0AFCD560A}" destId="{3D711D3C-9053-439D-A029-5D61C71D5A73}" srcOrd="2" destOrd="0" presId="urn:microsoft.com/office/officeart/2018/2/layout/IconVerticalSolidList"/>
    <dgm:cxn modelId="{4B3A7DA9-745B-4A06-9A8B-C18B8FACDA4A}" type="presParOf" srcId="{3B11264F-E258-479A-B3C2-38A0AFCD560A}" destId="{4F205FCC-4FC3-4852-A3DA-FADE9A71D56E}" srcOrd="3" destOrd="0" presId="urn:microsoft.com/office/officeart/2018/2/layout/IconVerticalSolidList"/>
    <dgm:cxn modelId="{15A85A52-4FD8-460E-B909-3210837B395F}" type="presParOf" srcId="{A689CDB6-114E-4616-9FAC-5DEE275CA452}" destId="{69913770-622A-43BF-9C7F-A67AB62BC9CA}" srcOrd="1" destOrd="0" presId="urn:microsoft.com/office/officeart/2018/2/layout/IconVerticalSolidList"/>
    <dgm:cxn modelId="{1CDBA520-15A9-4011-B593-57A2938B4C6E}" type="presParOf" srcId="{A689CDB6-114E-4616-9FAC-5DEE275CA452}" destId="{A2D4E008-1ADA-452F-998E-83713FF9413C}" srcOrd="2" destOrd="0" presId="urn:microsoft.com/office/officeart/2018/2/layout/IconVerticalSolidList"/>
    <dgm:cxn modelId="{9D284D22-51E5-460D-B8CB-6BE9C9CB7F25}" type="presParOf" srcId="{A2D4E008-1ADA-452F-998E-83713FF9413C}" destId="{6661C525-DC4B-4E6B-92E7-B1808E2EA925}" srcOrd="0" destOrd="0" presId="urn:microsoft.com/office/officeart/2018/2/layout/IconVerticalSolidList"/>
    <dgm:cxn modelId="{AC277BA2-23A9-4D2E-A743-F0A7B0706A4E}" type="presParOf" srcId="{A2D4E008-1ADA-452F-998E-83713FF9413C}" destId="{A47094C4-0773-4C35-A482-3F38614C5633}" srcOrd="1" destOrd="0" presId="urn:microsoft.com/office/officeart/2018/2/layout/IconVerticalSolidList"/>
    <dgm:cxn modelId="{8CEB9903-EF28-4EA3-B50E-8C27595C5CC7}" type="presParOf" srcId="{A2D4E008-1ADA-452F-998E-83713FF9413C}" destId="{0E3A2FEE-EB12-4EAE-9D39-D47D1AE104BC}" srcOrd="2" destOrd="0" presId="urn:microsoft.com/office/officeart/2018/2/layout/IconVerticalSolidList"/>
    <dgm:cxn modelId="{F1FD39CB-3877-45B7-B5DA-39DC8E17DDF6}" type="presParOf" srcId="{A2D4E008-1ADA-452F-998E-83713FF9413C}" destId="{A26B744E-8028-4DEC-9DF0-FAA79441CB14}" srcOrd="3" destOrd="0" presId="urn:microsoft.com/office/officeart/2018/2/layout/IconVerticalSolidList"/>
    <dgm:cxn modelId="{1DED7271-467A-4384-8C84-BD3353D98998}" type="presParOf" srcId="{A689CDB6-114E-4616-9FAC-5DEE275CA452}" destId="{9CB6191D-70D3-4656-8BA5-EBC4E55D7524}" srcOrd="3" destOrd="0" presId="urn:microsoft.com/office/officeart/2018/2/layout/IconVerticalSolidList"/>
    <dgm:cxn modelId="{B5A571B5-2E3C-469F-846A-21FF1836FA34}" type="presParOf" srcId="{A689CDB6-114E-4616-9FAC-5DEE275CA452}" destId="{36D7EC82-A9C9-47CA-BBE8-FD2454F6407A}" srcOrd="4" destOrd="0" presId="urn:microsoft.com/office/officeart/2018/2/layout/IconVerticalSolidList"/>
    <dgm:cxn modelId="{65DCE304-FF88-4E05-809F-DB0D9C6D19A2}" type="presParOf" srcId="{36D7EC82-A9C9-47CA-BBE8-FD2454F6407A}" destId="{A159A774-5E3D-4F6A-A205-FCBAC515D814}" srcOrd="0" destOrd="0" presId="urn:microsoft.com/office/officeart/2018/2/layout/IconVerticalSolidList"/>
    <dgm:cxn modelId="{3D5099CA-B913-4464-A822-AFAF57301719}" type="presParOf" srcId="{36D7EC82-A9C9-47CA-BBE8-FD2454F6407A}" destId="{04BB3C5F-3B47-44E8-B358-6610089BD5D5}" srcOrd="1" destOrd="0" presId="urn:microsoft.com/office/officeart/2018/2/layout/IconVerticalSolidList"/>
    <dgm:cxn modelId="{E472C97B-4A65-4E8A-BB91-8FE3DF7345BA}" type="presParOf" srcId="{36D7EC82-A9C9-47CA-BBE8-FD2454F6407A}" destId="{7EA9894A-DD9D-4AF4-87B7-CB6DF0D5BD4A}" srcOrd="2" destOrd="0" presId="urn:microsoft.com/office/officeart/2018/2/layout/IconVerticalSolidList"/>
    <dgm:cxn modelId="{97F4AEB1-8192-4E19-8BE6-0C04FED1CDB1}" type="presParOf" srcId="{36D7EC82-A9C9-47CA-BBE8-FD2454F6407A}" destId="{9A150B84-9090-435E-8051-6A9340F18167}" srcOrd="3" destOrd="0" presId="urn:microsoft.com/office/officeart/2018/2/layout/IconVerticalSolidList"/>
    <dgm:cxn modelId="{5AC9FE18-359D-4338-8BB4-21BA8DF3A032}" type="presParOf" srcId="{A689CDB6-114E-4616-9FAC-5DEE275CA452}" destId="{3541E6A8-0590-4733-A9A1-E6E1D42741A8}" srcOrd="5" destOrd="0" presId="urn:microsoft.com/office/officeart/2018/2/layout/IconVerticalSolidList"/>
    <dgm:cxn modelId="{B215DE3E-EAFE-459B-A5AB-622391611DEC}" type="presParOf" srcId="{A689CDB6-114E-4616-9FAC-5DEE275CA452}" destId="{576DC8F2-93A0-4B35-80ED-9EDD645CE481}" srcOrd="6" destOrd="0" presId="urn:microsoft.com/office/officeart/2018/2/layout/IconVerticalSolidList"/>
    <dgm:cxn modelId="{FE81334F-14E5-4D10-BD6E-FAFBEA76A2E1}" type="presParOf" srcId="{576DC8F2-93A0-4B35-80ED-9EDD645CE481}" destId="{1DD162DB-60C4-4B58-B3D5-A65BB6F53744}" srcOrd="0" destOrd="0" presId="urn:microsoft.com/office/officeart/2018/2/layout/IconVerticalSolidList"/>
    <dgm:cxn modelId="{9DB039E1-E1A6-4BA8-B91F-D07D26ACA002}" type="presParOf" srcId="{576DC8F2-93A0-4B35-80ED-9EDD645CE481}" destId="{067FF6B0-80BF-4AC1-A55D-7C6D262BEF04}" srcOrd="1" destOrd="0" presId="urn:microsoft.com/office/officeart/2018/2/layout/IconVerticalSolidList"/>
    <dgm:cxn modelId="{EFD1C348-D79B-4A7D-8692-9D7995FB3E2A}" type="presParOf" srcId="{576DC8F2-93A0-4B35-80ED-9EDD645CE481}" destId="{EA8E4A30-7B9B-4028-ADCE-912C87BDDFA2}" srcOrd="2" destOrd="0" presId="urn:microsoft.com/office/officeart/2018/2/layout/IconVerticalSolidList"/>
    <dgm:cxn modelId="{925AF3D0-9672-4F1F-8D79-FC1529A5429E}" type="presParOf" srcId="{576DC8F2-93A0-4B35-80ED-9EDD645CE481}" destId="{E71D333D-79F3-4C7F-A0F8-0EFEBF66EC9D}" srcOrd="3" destOrd="0" presId="urn:microsoft.com/office/officeart/2018/2/layout/IconVerticalSolidList"/>
    <dgm:cxn modelId="{1F436EAE-C232-4BF5-814E-AD4D44290924}" type="presParOf" srcId="{A689CDB6-114E-4616-9FAC-5DEE275CA452}" destId="{3C166C52-D668-453E-B32D-0E60F8631EA1}" srcOrd="7" destOrd="0" presId="urn:microsoft.com/office/officeart/2018/2/layout/IconVerticalSolidList"/>
    <dgm:cxn modelId="{0483FC01-8016-4FE7-BFBC-BC11C6C04C2A}" type="presParOf" srcId="{A689CDB6-114E-4616-9FAC-5DEE275CA452}" destId="{3D649767-6CA5-4FA1-97F7-42398D7CD579}" srcOrd="8" destOrd="0" presId="urn:microsoft.com/office/officeart/2018/2/layout/IconVerticalSolidList"/>
    <dgm:cxn modelId="{F889E22E-B60F-4C9F-B69E-573281232FB0}" type="presParOf" srcId="{3D649767-6CA5-4FA1-97F7-42398D7CD579}" destId="{E4192B3F-852B-4C87-AA6A-12971CB2A58F}" srcOrd="0" destOrd="0" presId="urn:microsoft.com/office/officeart/2018/2/layout/IconVerticalSolidList"/>
    <dgm:cxn modelId="{4678F090-1487-4EE9-9629-DEE806AB7FBD}" type="presParOf" srcId="{3D649767-6CA5-4FA1-97F7-42398D7CD579}" destId="{0DBB7193-5184-423E-87CE-2421A05981BE}" srcOrd="1" destOrd="0" presId="urn:microsoft.com/office/officeart/2018/2/layout/IconVerticalSolidList"/>
    <dgm:cxn modelId="{77E62A60-CEBE-4CB3-88CB-FD472BDA19B0}" type="presParOf" srcId="{3D649767-6CA5-4FA1-97F7-42398D7CD579}" destId="{039C2319-5F31-4661-BBF9-0BA2D889A51F}" srcOrd="2" destOrd="0" presId="urn:microsoft.com/office/officeart/2018/2/layout/IconVerticalSolidList"/>
    <dgm:cxn modelId="{E2320D74-68F7-468B-84CD-D3FD5A38C5C4}" type="presParOf" srcId="{3D649767-6CA5-4FA1-97F7-42398D7CD579}" destId="{DB0416D2-0D24-4540-B5BC-8970CA5C0906}" srcOrd="3" destOrd="0" presId="urn:microsoft.com/office/officeart/2018/2/layout/IconVerticalSolidList"/>
    <dgm:cxn modelId="{7A1771CF-AF2A-4C07-BE68-26D7265C23EB}" type="presParOf" srcId="{A689CDB6-114E-4616-9FAC-5DEE275CA452}" destId="{9EABD31A-508E-4843-9912-48F40DFCB299}" srcOrd="9" destOrd="0" presId="urn:microsoft.com/office/officeart/2018/2/layout/IconVerticalSolidList"/>
    <dgm:cxn modelId="{E670F558-4298-4C70-A786-3605CC9AC197}" type="presParOf" srcId="{A689CDB6-114E-4616-9FAC-5DEE275CA452}" destId="{6866921B-16E4-43C9-853A-CCFA97C20446}" srcOrd="10" destOrd="0" presId="urn:microsoft.com/office/officeart/2018/2/layout/IconVerticalSolidList"/>
    <dgm:cxn modelId="{CBE02CDE-71FD-406C-B88F-EFBF786B4BF9}" type="presParOf" srcId="{6866921B-16E4-43C9-853A-CCFA97C20446}" destId="{449D5687-EBF5-499F-BE03-2AD29E73EDFE}" srcOrd="0" destOrd="0" presId="urn:microsoft.com/office/officeart/2018/2/layout/IconVerticalSolidList"/>
    <dgm:cxn modelId="{2D331667-5EF6-4F93-8EA4-69E2DB3EFA05}" type="presParOf" srcId="{6866921B-16E4-43C9-853A-CCFA97C20446}" destId="{FF881F7A-C218-4E61-AFF2-0A64BE8F6161}" srcOrd="1" destOrd="0" presId="urn:microsoft.com/office/officeart/2018/2/layout/IconVerticalSolidList"/>
    <dgm:cxn modelId="{01CE0A7C-DEF7-45A2-A819-AB863F753054}" type="presParOf" srcId="{6866921B-16E4-43C9-853A-CCFA97C20446}" destId="{B7428F80-AA0D-4A4E-B634-46EEEC125103}" srcOrd="2" destOrd="0" presId="urn:microsoft.com/office/officeart/2018/2/layout/IconVerticalSolidList"/>
    <dgm:cxn modelId="{48CB1A10-658F-43E2-B08E-0319E2148AFE}" type="presParOf" srcId="{6866921B-16E4-43C9-853A-CCFA97C20446}" destId="{FDC10727-FEA3-4BA5-A004-9A4C4B49DF8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3E2A8E-DA64-4E98-906D-5CB4E46D99D6}" type="doc">
      <dgm:prSet loTypeId="urn:microsoft.com/office/officeart/2008/layout/LinedList" loCatId="list" qsTypeId="urn:microsoft.com/office/officeart/2005/8/quickstyle/simple2" qsCatId="simple" csTypeId="urn:microsoft.com/office/officeart/2005/8/colors/accent1_2" csCatId="accent1"/>
      <dgm:spPr/>
      <dgm:t>
        <a:bodyPr/>
        <a:lstStyle/>
        <a:p>
          <a:endParaRPr lang="en-US"/>
        </a:p>
      </dgm:t>
    </dgm:pt>
    <dgm:pt modelId="{2A73D90C-F71C-4220-8979-1A14E2D6B4E0}">
      <dgm:prSet/>
      <dgm:spPr/>
      <dgm:t>
        <a:bodyPr/>
        <a:lstStyle/>
        <a:p>
          <a:pPr algn="just"/>
          <a:r>
            <a:rPr lang="en-AU" dirty="0"/>
            <a:t>A school currently records student attendance using paper rolls. These records are frequently lost, difficult to analyse, and time-consuming for teachers to summarise. This creates a </a:t>
          </a:r>
          <a:r>
            <a:rPr lang="en-AU" b="1" dirty="0"/>
            <a:t>need</a:t>
          </a:r>
          <a:r>
            <a:rPr lang="en-AU" dirty="0"/>
            <a:t> for a digital attendance system to improve accuracy, efficiency, and record keeping.</a:t>
          </a:r>
          <a:endParaRPr lang="en-US" dirty="0"/>
        </a:p>
      </dgm:t>
    </dgm:pt>
    <dgm:pt modelId="{F0C6AF82-98CF-42CC-8206-25C17F441E45}" type="parTrans" cxnId="{C22AD5B7-5921-4DC6-8D15-33F0F8038841}">
      <dgm:prSet/>
      <dgm:spPr/>
      <dgm:t>
        <a:bodyPr/>
        <a:lstStyle/>
        <a:p>
          <a:pPr algn="just"/>
          <a:endParaRPr lang="en-US"/>
        </a:p>
      </dgm:t>
    </dgm:pt>
    <dgm:pt modelId="{5019610D-9246-47EF-801E-DBAA0042DB91}" type="sibTrans" cxnId="{C22AD5B7-5921-4DC6-8D15-33F0F8038841}">
      <dgm:prSet/>
      <dgm:spPr/>
      <dgm:t>
        <a:bodyPr/>
        <a:lstStyle/>
        <a:p>
          <a:pPr algn="just"/>
          <a:endParaRPr lang="en-US"/>
        </a:p>
      </dgm:t>
    </dgm:pt>
    <dgm:pt modelId="{FF2859A4-EC01-4A10-A885-F32BC492EA3A}">
      <dgm:prSet/>
      <dgm:spPr/>
      <dgm:t>
        <a:bodyPr/>
        <a:lstStyle/>
        <a:p>
          <a:pPr algn="just"/>
          <a:r>
            <a:rPr lang="en-AU"/>
            <a:t>A small business stores customer details in multiple spreadsheets, leading to duplicated data and frequent errors. This demonstrates a </a:t>
          </a:r>
          <a:r>
            <a:rPr lang="en-AU" b="1"/>
            <a:t>need</a:t>
          </a:r>
          <a:r>
            <a:rPr lang="en-AU"/>
            <a:t> for a centralised database system to ensure data consistency and reliability.</a:t>
          </a:r>
          <a:endParaRPr lang="en-US"/>
        </a:p>
      </dgm:t>
    </dgm:pt>
    <dgm:pt modelId="{24045817-2CF4-4B20-9F01-EF4F456329A9}" type="parTrans" cxnId="{FBDBEE7C-8C21-4A17-AF64-BE62966DC167}">
      <dgm:prSet/>
      <dgm:spPr/>
      <dgm:t>
        <a:bodyPr/>
        <a:lstStyle/>
        <a:p>
          <a:pPr algn="just"/>
          <a:endParaRPr lang="en-US"/>
        </a:p>
      </dgm:t>
    </dgm:pt>
    <dgm:pt modelId="{DC37B4F1-5CF6-48CF-A633-59733CC96B7F}" type="sibTrans" cxnId="{FBDBEE7C-8C21-4A17-AF64-BE62966DC167}">
      <dgm:prSet/>
      <dgm:spPr/>
      <dgm:t>
        <a:bodyPr/>
        <a:lstStyle/>
        <a:p>
          <a:pPr algn="just"/>
          <a:endParaRPr lang="en-US"/>
        </a:p>
      </dgm:t>
    </dgm:pt>
    <dgm:pt modelId="{845972F5-A30C-E74A-9B3C-A5FEB17D6618}" type="pres">
      <dgm:prSet presAssocID="{D73E2A8E-DA64-4E98-906D-5CB4E46D99D6}" presName="vert0" presStyleCnt="0">
        <dgm:presLayoutVars>
          <dgm:dir/>
          <dgm:animOne val="branch"/>
          <dgm:animLvl val="lvl"/>
        </dgm:presLayoutVars>
      </dgm:prSet>
      <dgm:spPr/>
    </dgm:pt>
    <dgm:pt modelId="{8DF6CB7A-EB99-E34B-9663-71B2F0159F04}" type="pres">
      <dgm:prSet presAssocID="{2A73D90C-F71C-4220-8979-1A14E2D6B4E0}" presName="thickLine" presStyleLbl="alignNode1" presStyleIdx="0" presStyleCnt="2"/>
      <dgm:spPr/>
    </dgm:pt>
    <dgm:pt modelId="{9EE366AA-558C-D64F-ADC4-ABD34C11ACD1}" type="pres">
      <dgm:prSet presAssocID="{2A73D90C-F71C-4220-8979-1A14E2D6B4E0}" presName="horz1" presStyleCnt="0"/>
      <dgm:spPr/>
    </dgm:pt>
    <dgm:pt modelId="{BB98CEB7-AA38-9E4C-B5F2-CD8D36481F2A}" type="pres">
      <dgm:prSet presAssocID="{2A73D90C-F71C-4220-8979-1A14E2D6B4E0}" presName="tx1" presStyleLbl="revTx" presStyleIdx="0" presStyleCnt="2"/>
      <dgm:spPr/>
    </dgm:pt>
    <dgm:pt modelId="{53067873-F617-FE47-8910-2FAC21CD2F58}" type="pres">
      <dgm:prSet presAssocID="{2A73D90C-F71C-4220-8979-1A14E2D6B4E0}" presName="vert1" presStyleCnt="0"/>
      <dgm:spPr/>
    </dgm:pt>
    <dgm:pt modelId="{0AEAE4AA-F5B0-A643-A306-4E8FA43A7C72}" type="pres">
      <dgm:prSet presAssocID="{FF2859A4-EC01-4A10-A885-F32BC492EA3A}" presName="thickLine" presStyleLbl="alignNode1" presStyleIdx="1" presStyleCnt="2"/>
      <dgm:spPr/>
    </dgm:pt>
    <dgm:pt modelId="{5AF565F3-6CD0-4645-AA96-346268BC0660}" type="pres">
      <dgm:prSet presAssocID="{FF2859A4-EC01-4A10-A885-F32BC492EA3A}" presName="horz1" presStyleCnt="0"/>
      <dgm:spPr/>
    </dgm:pt>
    <dgm:pt modelId="{F94CDEE5-EB77-C249-AD90-C7C2345D5A0F}" type="pres">
      <dgm:prSet presAssocID="{FF2859A4-EC01-4A10-A885-F32BC492EA3A}" presName="tx1" presStyleLbl="revTx" presStyleIdx="1" presStyleCnt="2"/>
      <dgm:spPr/>
    </dgm:pt>
    <dgm:pt modelId="{7E405A21-F9C7-3D46-8D89-513BE24949C6}" type="pres">
      <dgm:prSet presAssocID="{FF2859A4-EC01-4A10-A885-F32BC492EA3A}" presName="vert1" presStyleCnt="0"/>
      <dgm:spPr/>
    </dgm:pt>
  </dgm:ptLst>
  <dgm:cxnLst>
    <dgm:cxn modelId="{6B906729-C46E-5E4C-A117-1E3055060907}" type="presOf" srcId="{2A73D90C-F71C-4220-8979-1A14E2D6B4E0}" destId="{BB98CEB7-AA38-9E4C-B5F2-CD8D36481F2A}" srcOrd="0" destOrd="0" presId="urn:microsoft.com/office/officeart/2008/layout/LinedList"/>
    <dgm:cxn modelId="{0B1A8C41-EADF-9444-91C7-9B7B1753EC26}" type="presOf" srcId="{D73E2A8E-DA64-4E98-906D-5CB4E46D99D6}" destId="{845972F5-A30C-E74A-9B3C-A5FEB17D6618}" srcOrd="0" destOrd="0" presId="urn:microsoft.com/office/officeart/2008/layout/LinedList"/>
    <dgm:cxn modelId="{3B18BB65-5DDE-6949-91A5-2B4B8B53A3A2}" type="presOf" srcId="{FF2859A4-EC01-4A10-A885-F32BC492EA3A}" destId="{F94CDEE5-EB77-C249-AD90-C7C2345D5A0F}" srcOrd="0" destOrd="0" presId="urn:microsoft.com/office/officeart/2008/layout/LinedList"/>
    <dgm:cxn modelId="{FBDBEE7C-8C21-4A17-AF64-BE62966DC167}" srcId="{D73E2A8E-DA64-4E98-906D-5CB4E46D99D6}" destId="{FF2859A4-EC01-4A10-A885-F32BC492EA3A}" srcOrd="1" destOrd="0" parTransId="{24045817-2CF4-4B20-9F01-EF4F456329A9}" sibTransId="{DC37B4F1-5CF6-48CF-A633-59733CC96B7F}"/>
    <dgm:cxn modelId="{C22AD5B7-5921-4DC6-8D15-33F0F8038841}" srcId="{D73E2A8E-DA64-4E98-906D-5CB4E46D99D6}" destId="{2A73D90C-F71C-4220-8979-1A14E2D6B4E0}" srcOrd="0" destOrd="0" parTransId="{F0C6AF82-98CF-42CC-8206-25C17F441E45}" sibTransId="{5019610D-9246-47EF-801E-DBAA0042DB91}"/>
    <dgm:cxn modelId="{8E51A3FA-D785-D547-8498-054E624BD6D5}" type="presParOf" srcId="{845972F5-A30C-E74A-9B3C-A5FEB17D6618}" destId="{8DF6CB7A-EB99-E34B-9663-71B2F0159F04}" srcOrd="0" destOrd="0" presId="urn:microsoft.com/office/officeart/2008/layout/LinedList"/>
    <dgm:cxn modelId="{72732260-2264-8648-B7F3-00A27B2BBA6F}" type="presParOf" srcId="{845972F5-A30C-E74A-9B3C-A5FEB17D6618}" destId="{9EE366AA-558C-D64F-ADC4-ABD34C11ACD1}" srcOrd="1" destOrd="0" presId="urn:microsoft.com/office/officeart/2008/layout/LinedList"/>
    <dgm:cxn modelId="{B615E2F2-EABD-AF43-AC23-86497C188D9F}" type="presParOf" srcId="{9EE366AA-558C-D64F-ADC4-ABD34C11ACD1}" destId="{BB98CEB7-AA38-9E4C-B5F2-CD8D36481F2A}" srcOrd="0" destOrd="0" presId="urn:microsoft.com/office/officeart/2008/layout/LinedList"/>
    <dgm:cxn modelId="{7444A2CA-1933-2F4C-AD92-CC1A4708A77B}" type="presParOf" srcId="{9EE366AA-558C-D64F-ADC4-ABD34C11ACD1}" destId="{53067873-F617-FE47-8910-2FAC21CD2F58}" srcOrd="1" destOrd="0" presId="urn:microsoft.com/office/officeart/2008/layout/LinedList"/>
    <dgm:cxn modelId="{F5D5B302-75E4-BD45-AF78-6497159A8DEC}" type="presParOf" srcId="{845972F5-A30C-E74A-9B3C-A5FEB17D6618}" destId="{0AEAE4AA-F5B0-A643-A306-4E8FA43A7C72}" srcOrd="2" destOrd="0" presId="urn:microsoft.com/office/officeart/2008/layout/LinedList"/>
    <dgm:cxn modelId="{2D7A2A84-7199-A847-B4FD-09AA4C5F7EF5}" type="presParOf" srcId="{845972F5-A30C-E74A-9B3C-A5FEB17D6618}" destId="{5AF565F3-6CD0-4645-AA96-346268BC0660}" srcOrd="3" destOrd="0" presId="urn:microsoft.com/office/officeart/2008/layout/LinedList"/>
    <dgm:cxn modelId="{C10322C1-ACB0-BF40-BD47-8FEAE4390858}" type="presParOf" srcId="{5AF565F3-6CD0-4645-AA96-346268BC0660}" destId="{F94CDEE5-EB77-C249-AD90-C7C2345D5A0F}" srcOrd="0" destOrd="0" presId="urn:microsoft.com/office/officeart/2008/layout/LinedList"/>
    <dgm:cxn modelId="{81BF6671-35BF-054F-BFA9-819E314C7282}" type="presParOf" srcId="{5AF565F3-6CD0-4645-AA96-346268BC0660}" destId="{7E405A21-F9C7-3D46-8D89-513BE24949C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E542F3-BB07-4450-9061-7B1D1B49A3C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82B3C04-D4D4-489D-97CE-DFCDBC321829}">
      <dgm:prSet/>
      <dgm:spPr/>
      <dgm:t>
        <a:bodyPr/>
        <a:lstStyle/>
        <a:p>
          <a:r>
            <a:rPr lang="en-AU"/>
            <a:t>When writing about a </a:t>
          </a:r>
          <a:r>
            <a:rPr lang="en-AU" b="1"/>
            <a:t>need</a:t>
          </a:r>
          <a:r>
            <a:rPr lang="en-AU"/>
            <a:t>, clearly explain:</a:t>
          </a:r>
          <a:endParaRPr lang="en-US"/>
        </a:p>
      </dgm:t>
    </dgm:pt>
    <dgm:pt modelId="{C1AF32DD-EF2A-49EB-B1F6-41572CAB5092}" type="parTrans" cxnId="{C104AEB1-94B0-44FD-8E01-305C67A62876}">
      <dgm:prSet/>
      <dgm:spPr/>
      <dgm:t>
        <a:bodyPr/>
        <a:lstStyle/>
        <a:p>
          <a:endParaRPr lang="en-US"/>
        </a:p>
      </dgm:t>
    </dgm:pt>
    <dgm:pt modelId="{D07BDAF1-838E-4850-AB2B-922909CDD7E6}" type="sibTrans" cxnId="{C104AEB1-94B0-44FD-8E01-305C67A62876}">
      <dgm:prSet/>
      <dgm:spPr/>
      <dgm:t>
        <a:bodyPr/>
        <a:lstStyle/>
        <a:p>
          <a:endParaRPr lang="en-US"/>
        </a:p>
      </dgm:t>
    </dgm:pt>
    <dgm:pt modelId="{840EF9C9-90D7-4368-A151-48ED1A7993B7}">
      <dgm:prSet/>
      <dgm:spPr/>
      <dgm:t>
        <a:bodyPr/>
        <a:lstStyle/>
        <a:p>
          <a:r>
            <a:rPr lang="en-AU"/>
            <a:t>what the problem is</a:t>
          </a:r>
          <a:endParaRPr lang="en-US"/>
        </a:p>
      </dgm:t>
    </dgm:pt>
    <dgm:pt modelId="{E7E832F8-8A04-4EBB-A6F9-AC115C0AACE9}" type="parTrans" cxnId="{C9CE139E-7C79-4E91-BD52-9C4EA8FE721D}">
      <dgm:prSet/>
      <dgm:spPr/>
      <dgm:t>
        <a:bodyPr/>
        <a:lstStyle/>
        <a:p>
          <a:endParaRPr lang="en-US"/>
        </a:p>
      </dgm:t>
    </dgm:pt>
    <dgm:pt modelId="{9940F4FE-36A2-47DA-9580-B87378D7A6C5}" type="sibTrans" cxnId="{C9CE139E-7C79-4E91-BD52-9C4EA8FE721D}">
      <dgm:prSet/>
      <dgm:spPr/>
      <dgm:t>
        <a:bodyPr/>
        <a:lstStyle/>
        <a:p>
          <a:endParaRPr lang="en-US"/>
        </a:p>
      </dgm:t>
    </dgm:pt>
    <dgm:pt modelId="{32999C0B-6450-4D77-B754-3DD7CDCF222B}">
      <dgm:prSet/>
      <dgm:spPr/>
      <dgm:t>
        <a:bodyPr/>
        <a:lstStyle/>
        <a:p>
          <a:r>
            <a:rPr lang="en-AU"/>
            <a:t>who it affects</a:t>
          </a:r>
          <a:endParaRPr lang="en-US"/>
        </a:p>
      </dgm:t>
    </dgm:pt>
    <dgm:pt modelId="{561B434C-ECCD-4E44-975E-40E0E8A26660}" type="parTrans" cxnId="{1CA41B74-8673-40AD-A16D-EF9EC31817AE}">
      <dgm:prSet/>
      <dgm:spPr/>
      <dgm:t>
        <a:bodyPr/>
        <a:lstStyle/>
        <a:p>
          <a:endParaRPr lang="en-US"/>
        </a:p>
      </dgm:t>
    </dgm:pt>
    <dgm:pt modelId="{64E7718E-16DF-4B35-9B01-EBF7F0265BC6}" type="sibTrans" cxnId="{1CA41B74-8673-40AD-A16D-EF9EC31817AE}">
      <dgm:prSet/>
      <dgm:spPr/>
      <dgm:t>
        <a:bodyPr/>
        <a:lstStyle/>
        <a:p>
          <a:endParaRPr lang="en-US"/>
        </a:p>
      </dgm:t>
    </dgm:pt>
    <dgm:pt modelId="{E57A5D81-F0CC-4689-B1B6-048CBC4E5E41}">
      <dgm:prSet/>
      <dgm:spPr/>
      <dgm:t>
        <a:bodyPr/>
        <a:lstStyle/>
        <a:p>
          <a:r>
            <a:rPr lang="en-AU"/>
            <a:t>why it must be solved</a:t>
          </a:r>
          <a:endParaRPr lang="en-US"/>
        </a:p>
      </dgm:t>
    </dgm:pt>
    <dgm:pt modelId="{250DAAA9-D0F2-480A-8A2A-8B9E98DB540F}" type="parTrans" cxnId="{40202A33-6AE7-46FA-BF7F-35E24D14102A}">
      <dgm:prSet/>
      <dgm:spPr/>
      <dgm:t>
        <a:bodyPr/>
        <a:lstStyle/>
        <a:p>
          <a:endParaRPr lang="en-US"/>
        </a:p>
      </dgm:t>
    </dgm:pt>
    <dgm:pt modelId="{8EB92E7A-5E79-4E92-8EE3-CBC9350552C7}" type="sibTrans" cxnId="{40202A33-6AE7-46FA-BF7F-35E24D14102A}">
      <dgm:prSet/>
      <dgm:spPr/>
      <dgm:t>
        <a:bodyPr/>
        <a:lstStyle/>
        <a:p>
          <a:endParaRPr lang="en-US"/>
        </a:p>
      </dgm:t>
    </dgm:pt>
    <dgm:pt modelId="{94E58CD1-7A8B-6E43-B519-12911D9E79CE}" type="pres">
      <dgm:prSet presAssocID="{AEE542F3-BB07-4450-9061-7B1D1B49A3C7}" presName="linear" presStyleCnt="0">
        <dgm:presLayoutVars>
          <dgm:animLvl val="lvl"/>
          <dgm:resizeHandles val="exact"/>
        </dgm:presLayoutVars>
      </dgm:prSet>
      <dgm:spPr/>
    </dgm:pt>
    <dgm:pt modelId="{1A4A4C16-9728-274A-9E13-8DCD0CBBCED9}" type="pres">
      <dgm:prSet presAssocID="{882B3C04-D4D4-489D-97CE-DFCDBC321829}" presName="parentText" presStyleLbl="node1" presStyleIdx="0" presStyleCnt="4">
        <dgm:presLayoutVars>
          <dgm:chMax val="0"/>
          <dgm:bulletEnabled val="1"/>
        </dgm:presLayoutVars>
      </dgm:prSet>
      <dgm:spPr/>
    </dgm:pt>
    <dgm:pt modelId="{82F4505D-EE45-2449-A9A1-4B984CDA5E92}" type="pres">
      <dgm:prSet presAssocID="{D07BDAF1-838E-4850-AB2B-922909CDD7E6}" presName="spacer" presStyleCnt="0"/>
      <dgm:spPr/>
    </dgm:pt>
    <dgm:pt modelId="{30F75AF2-B6C3-8D43-8922-8F318F0450D9}" type="pres">
      <dgm:prSet presAssocID="{840EF9C9-90D7-4368-A151-48ED1A7993B7}" presName="parentText" presStyleLbl="node1" presStyleIdx="1" presStyleCnt="4">
        <dgm:presLayoutVars>
          <dgm:chMax val="0"/>
          <dgm:bulletEnabled val="1"/>
        </dgm:presLayoutVars>
      </dgm:prSet>
      <dgm:spPr/>
    </dgm:pt>
    <dgm:pt modelId="{F7FEDBA4-3D34-0549-85AA-7D28F3964326}" type="pres">
      <dgm:prSet presAssocID="{9940F4FE-36A2-47DA-9580-B87378D7A6C5}" presName="spacer" presStyleCnt="0"/>
      <dgm:spPr/>
    </dgm:pt>
    <dgm:pt modelId="{8EFB7356-E043-154F-BF98-E9480D997B41}" type="pres">
      <dgm:prSet presAssocID="{32999C0B-6450-4D77-B754-3DD7CDCF222B}" presName="parentText" presStyleLbl="node1" presStyleIdx="2" presStyleCnt="4">
        <dgm:presLayoutVars>
          <dgm:chMax val="0"/>
          <dgm:bulletEnabled val="1"/>
        </dgm:presLayoutVars>
      </dgm:prSet>
      <dgm:spPr/>
    </dgm:pt>
    <dgm:pt modelId="{C1E8ECBE-36AE-964D-BD95-0D3269EB62DE}" type="pres">
      <dgm:prSet presAssocID="{64E7718E-16DF-4B35-9B01-EBF7F0265BC6}" presName="spacer" presStyleCnt="0"/>
      <dgm:spPr/>
    </dgm:pt>
    <dgm:pt modelId="{EA75FBAF-2DC2-0F4D-8E24-BBA38066F5A5}" type="pres">
      <dgm:prSet presAssocID="{E57A5D81-F0CC-4689-B1B6-048CBC4E5E41}" presName="parentText" presStyleLbl="node1" presStyleIdx="3" presStyleCnt="4">
        <dgm:presLayoutVars>
          <dgm:chMax val="0"/>
          <dgm:bulletEnabled val="1"/>
        </dgm:presLayoutVars>
      </dgm:prSet>
      <dgm:spPr/>
    </dgm:pt>
  </dgm:ptLst>
  <dgm:cxnLst>
    <dgm:cxn modelId="{0508FD06-55F9-8F4A-AF58-AEEA1D71B1C7}" type="presOf" srcId="{AEE542F3-BB07-4450-9061-7B1D1B49A3C7}" destId="{94E58CD1-7A8B-6E43-B519-12911D9E79CE}" srcOrd="0" destOrd="0" presId="urn:microsoft.com/office/officeart/2005/8/layout/vList2"/>
    <dgm:cxn modelId="{40202A33-6AE7-46FA-BF7F-35E24D14102A}" srcId="{AEE542F3-BB07-4450-9061-7B1D1B49A3C7}" destId="{E57A5D81-F0CC-4689-B1B6-048CBC4E5E41}" srcOrd="3" destOrd="0" parTransId="{250DAAA9-D0F2-480A-8A2A-8B9E98DB540F}" sibTransId="{8EB92E7A-5E79-4E92-8EE3-CBC9350552C7}"/>
    <dgm:cxn modelId="{E44E513F-3C8B-3C4F-B56E-1FC02341339A}" type="presOf" srcId="{882B3C04-D4D4-489D-97CE-DFCDBC321829}" destId="{1A4A4C16-9728-274A-9E13-8DCD0CBBCED9}" srcOrd="0" destOrd="0" presId="urn:microsoft.com/office/officeart/2005/8/layout/vList2"/>
    <dgm:cxn modelId="{B805B34E-1DE9-D74E-8075-727322491C35}" type="presOf" srcId="{E57A5D81-F0CC-4689-B1B6-048CBC4E5E41}" destId="{EA75FBAF-2DC2-0F4D-8E24-BBA38066F5A5}" srcOrd="0" destOrd="0" presId="urn:microsoft.com/office/officeart/2005/8/layout/vList2"/>
    <dgm:cxn modelId="{1CA41B74-8673-40AD-A16D-EF9EC31817AE}" srcId="{AEE542F3-BB07-4450-9061-7B1D1B49A3C7}" destId="{32999C0B-6450-4D77-B754-3DD7CDCF222B}" srcOrd="2" destOrd="0" parTransId="{561B434C-ECCD-4E44-975E-40E0E8A26660}" sibTransId="{64E7718E-16DF-4B35-9B01-EBF7F0265BC6}"/>
    <dgm:cxn modelId="{C9CE139E-7C79-4E91-BD52-9C4EA8FE721D}" srcId="{AEE542F3-BB07-4450-9061-7B1D1B49A3C7}" destId="{840EF9C9-90D7-4368-A151-48ED1A7993B7}" srcOrd="1" destOrd="0" parTransId="{E7E832F8-8A04-4EBB-A6F9-AC115C0AACE9}" sibTransId="{9940F4FE-36A2-47DA-9580-B87378D7A6C5}"/>
    <dgm:cxn modelId="{C104AEB1-94B0-44FD-8E01-305C67A62876}" srcId="{AEE542F3-BB07-4450-9061-7B1D1B49A3C7}" destId="{882B3C04-D4D4-489D-97CE-DFCDBC321829}" srcOrd="0" destOrd="0" parTransId="{C1AF32DD-EF2A-49EB-B1F6-41572CAB5092}" sibTransId="{D07BDAF1-838E-4850-AB2B-922909CDD7E6}"/>
    <dgm:cxn modelId="{A28BCEBB-4818-C648-8625-7714963A7621}" type="presOf" srcId="{32999C0B-6450-4D77-B754-3DD7CDCF222B}" destId="{8EFB7356-E043-154F-BF98-E9480D997B41}" srcOrd="0" destOrd="0" presId="urn:microsoft.com/office/officeart/2005/8/layout/vList2"/>
    <dgm:cxn modelId="{2CF512F0-2B74-3941-BF05-2C477CC66A82}" type="presOf" srcId="{840EF9C9-90D7-4368-A151-48ED1A7993B7}" destId="{30F75AF2-B6C3-8D43-8922-8F318F0450D9}" srcOrd="0" destOrd="0" presId="urn:microsoft.com/office/officeart/2005/8/layout/vList2"/>
    <dgm:cxn modelId="{EFA9842A-D16B-6140-83A7-8C36EEC35D08}" type="presParOf" srcId="{94E58CD1-7A8B-6E43-B519-12911D9E79CE}" destId="{1A4A4C16-9728-274A-9E13-8DCD0CBBCED9}" srcOrd="0" destOrd="0" presId="urn:microsoft.com/office/officeart/2005/8/layout/vList2"/>
    <dgm:cxn modelId="{61F2C81B-CE14-4043-BEC8-A2415470099B}" type="presParOf" srcId="{94E58CD1-7A8B-6E43-B519-12911D9E79CE}" destId="{82F4505D-EE45-2449-A9A1-4B984CDA5E92}" srcOrd="1" destOrd="0" presId="urn:microsoft.com/office/officeart/2005/8/layout/vList2"/>
    <dgm:cxn modelId="{087EF52D-DF00-BF4E-821F-D5ADB6D80B52}" type="presParOf" srcId="{94E58CD1-7A8B-6E43-B519-12911D9E79CE}" destId="{30F75AF2-B6C3-8D43-8922-8F318F0450D9}" srcOrd="2" destOrd="0" presId="urn:microsoft.com/office/officeart/2005/8/layout/vList2"/>
    <dgm:cxn modelId="{DDB1DBA0-53C4-A944-8B83-B737EB4E425F}" type="presParOf" srcId="{94E58CD1-7A8B-6E43-B519-12911D9E79CE}" destId="{F7FEDBA4-3D34-0549-85AA-7D28F3964326}" srcOrd="3" destOrd="0" presId="urn:microsoft.com/office/officeart/2005/8/layout/vList2"/>
    <dgm:cxn modelId="{DA19B9B9-EB2A-2C41-805D-490E74EBCC5F}" type="presParOf" srcId="{94E58CD1-7A8B-6E43-B519-12911D9E79CE}" destId="{8EFB7356-E043-154F-BF98-E9480D997B41}" srcOrd="4" destOrd="0" presId="urn:microsoft.com/office/officeart/2005/8/layout/vList2"/>
    <dgm:cxn modelId="{BA43C76B-D1DB-D045-9F61-F3E48445BC8D}" type="presParOf" srcId="{94E58CD1-7A8B-6E43-B519-12911D9E79CE}" destId="{C1E8ECBE-36AE-964D-BD95-0D3269EB62DE}" srcOrd="5" destOrd="0" presId="urn:microsoft.com/office/officeart/2005/8/layout/vList2"/>
    <dgm:cxn modelId="{7422328A-FA23-7E46-961D-817CBDB99D1D}" type="presParOf" srcId="{94E58CD1-7A8B-6E43-B519-12911D9E79CE}" destId="{EA75FBAF-2DC2-0F4D-8E24-BBA38066F5A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DBA335-3A2E-4E38-801A-0A8DE3BAEB04}"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2D89FC06-806A-41F1-8788-77CFABF6D39A}">
      <dgm:prSet custT="1"/>
      <dgm:spPr/>
      <dgm:t>
        <a:bodyPr/>
        <a:lstStyle/>
        <a:p>
          <a:pPr>
            <a:lnSpc>
              <a:spcPct val="100000"/>
            </a:lnSpc>
          </a:pPr>
          <a:r>
            <a:rPr lang="en-AU" sz="2800" dirty="0"/>
            <a:t>When writing about an </a:t>
          </a:r>
          <a:r>
            <a:rPr lang="en-AU" sz="2800" b="1" dirty="0"/>
            <a:t>opportunity</a:t>
          </a:r>
          <a:r>
            <a:rPr lang="en-AU" sz="2800" dirty="0"/>
            <a:t>, emphasise:</a:t>
          </a:r>
          <a:endParaRPr lang="en-US" sz="2800" dirty="0"/>
        </a:p>
      </dgm:t>
    </dgm:pt>
    <dgm:pt modelId="{A782EABF-FFA2-4521-8DB4-D14DDD3C51CC}" type="parTrans" cxnId="{BDBDA1CD-FE53-4CAC-86AA-DE79888E87F9}">
      <dgm:prSet/>
      <dgm:spPr/>
      <dgm:t>
        <a:bodyPr/>
        <a:lstStyle/>
        <a:p>
          <a:endParaRPr lang="en-US"/>
        </a:p>
      </dgm:t>
    </dgm:pt>
    <dgm:pt modelId="{8E7F87FB-36D6-4697-8F73-99438AB260FD}" type="sibTrans" cxnId="{BDBDA1CD-FE53-4CAC-86AA-DE79888E87F9}">
      <dgm:prSet/>
      <dgm:spPr/>
      <dgm:t>
        <a:bodyPr/>
        <a:lstStyle/>
        <a:p>
          <a:endParaRPr lang="en-US"/>
        </a:p>
      </dgm:t>
    </dgm:pt>
    <dgm:pt modelId="{239D6B66-73D9-4E77-9AFA-A59F9A8389E0}">
      <dgm:prSet custT="1"/>
      <dgm:spPr/>
      <dgm:t>
        <a:bodyPr/>
        <a:lstStyle/>
        <a:p>
          <a:pPr>
            <a:lnSpc>
              <a:spcPct val="100000"/>
            </a:lnSpc>
          </a:pPr>
          <a:r>
            <a:rPr lang="en-AU" sz="2800" kern="1200" dirty="0">
              <a:solidFill>
                <a:prstClr val="white">
                  <a:hueOff val="0"/>
                  <a:satOff val="0"/>
                  <a:lumOff val="0"/>
                  <a:alphaOff val="0"/>
                </a:prstClr>
              </a:solidFill>
              <a:latin typeface="Aptos" panose="02110004020202020204"/>
              <a:ea typeface="+mn-ea"/>
              <a:cs typeface="+mn-cs"/>
            </a:rPr>
            <a:t>how the system already works</a:t>
          </a:r>
          <a:endParaRPr lang="en-US" sz="2800" kern="1200" dirty="0">
            <a:solidFill>
              <a:prstClr val="white">
                <a:hueOff val="0"/>
                <a:satOff val="0"/>
                <a:lumOff val="0"/>
                <a:alphaOff val="0"/>
              </a:prstClr>
            </a:solidFill>
            <a:latin typeface="Aptos" panose="02110004020202020204"/>
            <a:ea typeface="+mn-ea"/>
            <a:cs typeface="+mn-cs"/>
          </a:endParaRPr>
        </a:p>
      </dgm:t>
    </dgm:pt>
    <dgm:pt modelId="{E7482AA7-1B55-457C-950B-B26D2C7B9671}" type="parTrans" cxnId="{04AB6EA2-B153-4A82-89EA-A5919EF38621}">
      <dgm:prSet/>
      <dgm:spPr/>
      <dgm:t>
        <a:bodyPr/>
        <a:lstStyle/>
        <a:p>
          <a:endParaRPr lang="en-US"/>
        </a:p>
      </dgm:t>
    </dgm:pt>
    <dgm:pt modelId="{BDD847C1-E9EE-4FC4-996C-06B4C1BFA6C3}" type="sibTrans" cxnId="{04AB6EA2-B153-4A82-89EA-A5919EF38621}">
      <dgm:prSet/>
      <dgm:spPr/>
      <dgm:t>
        <a:bodyPr/>
        <a:lstStyle/>
        <a:p>
          <a:endParaRPr lang="en-US"/>
        </a:p>
      </dgm:t>
    </dgm:pt>
    <dgm:pt modelId="{F9D48888-87FB-4072-9DB5-BD8DD9D7EE85}">
      <dgm:prSet custT="1"/>
      <dgm:spPr/>
      <dgm:t>
        <a:bodyPr/>
        <a:lstStyle/>
        <a:p>
          <a:pPr>
            <a:lnSpc>
              <a:spcPct val="100000"/>
            </a:lnSpc>
          </a:pPr>
          <a:r>
            <a:rPr lang="en-AU" sz="2800" kern="1200" dirty="0">
              <a:solidFill>
                <a:prstClr val="white">
                  <a:hueOff val="0"/>
                  <a:satOff val="0"/>
                  <a:lumOff val="0"/>
                  <a:alphaOff val="0"/>
                </a:prstClr>
              </a:solidFill>
              <a:latin typeface="Aptos" panose="02110004020202020204"/>
              <a:ea typeface="+mn-ea"/>
              <a:cs typeface="+mn-cs"/>
            </a:rPr>
            <a:t>what improvement is possible</a:t>
          </a:r>
          <a:endParaRPr lang="en-US" sz="2800" kern="1200" dirty="0">
            <a:solidFill>
              <a:prstClr val="white">
                <a:hueOff val="0"/>
                <a:satOff val="0"/>
                <a:lumOff val="0"/>
                <a:alphaOff val="0"/>
              </a:prstClr>
            </a:solidFill>
            <a:latin typeface="Aptos" panose="02110004020202020204"/>
            <a:ea typeface="+mn-ea"/>
            <a:cs typeface="+mn-cs"/>
          </a:endParaRPr>
        </a:p>
      </dgm:t>
    </dgm:pt>
    <dgm:pt modelId="{0FD92742-C78A-4BBC-8742-C07EDCF96EE0}" type="parTrans" cxnId="{281AEFDB-D6DE-4415-9B69-134454718014}">
      <dgm:prSet/>
      <dgm:spPr/>
      <dgm:t>
        <a:bodyPr/>
        <a:lstStyle/>
        <a:p>
          <a:endParaRPr lang="en-US"/>
        </a:p>
      </dgm:t>
    </dgm:pt>
    <dgm:pt modelId="{11E762B9-6D58-41A5-85C0-811ACCC8BB4A}" type="sibTrans" cxnId="{281AEFDB-D6DE-4415-9B69-134454718014}">
      <dgm:prSet/>
      <dgm:spPr/>
      <dgm:t>
        <a:bodyPr/>
        <a:lstStyle/>
        <a:p>
          <a:endParaRPr lang="en-US"/>
        </a:p>
      </dgm:t>
    </dgm:pt>
    <dgm:pt modelId="{6F4BE712-7040-4503-B579-6CD5D7143F2A}">
      <dgm:prSet custT="1"/>
      <dgm:spPr/>
      <dgm:t>
        <a:bodyPr/>
        <a:lstStyle/>
        <a:p>
          <a:pPr>
            <a:lnSpc>
              <a:spcPct val="100000"/>
            </a:lnSpc>
          </a:pPr>
          <a:r>
            <a:rPr lang="en-AU" sz="2800" kern="1200" dirty="0">
              <a:solidFill>
                <a:prstClr val="white">
                  <a:hueOff val="0"/>
                  <a:satOff val="0"/>
                  <a:lumOff val="0"/>
                  <a:alphaOff val="0"/>
                </a:prstClr>
              </a:solidFill>
              <a:latin typeface="Aptos" panose="02110004020202020204"/>
              <a:ea typeface="+mn-ea"/>
              <a:cs typeface="+mn-cs"/>
            </a:rPr>
            <a:t>the added benefits gained</a:t>
          </a:r>
          <a:endParaRPr lang="en-US" sz="2800" kern="1200" dirty="0">
            <a:solidFill>
              <a:prstClr val="white">
                <a:hueOff val="0"/>
                <a:satOff val="0"/>
                <a:lumOff val="0"/>
                <a:alphaOff val="0"/>
              </a:prstClr>
            </a:solidFill>
            <a:latin typeface="Aptos" panose="02110004020202020204"/>
            <a:ea typeface="+mn-ea"/>
            <a:cs typeface="+mn-cs"/>
          </a:endParaRPr>
        </a:p>
      </dgm:t>
    </dgm:pt>
    <dgm:pt modelId="{4DB26C1A-F2EB-43D7-9138-86078E5D6895}" type="parTrans" cxnId="{93B15A17-CCFE-4173-9049-2BA81574FFCD}">
      <dgm:prSet/>
      <dgm:spPr/>
      <dgm:t>
        <a:bodyPr/>
        <a:lstStyle/>
        <a:p>
          <a:endParaRPr lang="en-US"/>
        </a:p>
      </dgm:t>
    </dgm:pt>
    <dgm:pt modelId="{5881D1C1-5980-4AA1-BB12-53133AB366B0}" type="sibTrans" cxnId="{93B15A17-CCFE-4173-9049-2BA81574FFCD}">
      <dgm:prSet/>
      <dgm:spPr/>
      <dgm:t>
        <a:bodyPr/>
        <a:lstStyle/>
        <a:p>
          <a:endParaRPr lang="en-US"/>
        </a:p>
      </dgm:t>
    </dgm:pt>
    <dgm:pt modelId="{AF38A0BE-D79B-49E3-9C06-DA6A440E0A98}" type="pres">
      <dgm:prSet presAssocID="{48DBA335-3A2E-4E38-801A-0A8DE3BAEB04}" presName="root" presStyleCnt="0">
        <dgm:presLayoutVars>
          <dgm:dir/>
          <dgm:resizeHandles val="exact"/>
        </dgm:presLayoutVars>
      </dgm:prSet>
      <dgm:spPr/>
    </dgm:pt>
    <dgm:pt modelId="{AE0E8B1F-CE5B-4F00-AD77-F2337C124C48}" type="pres">
      <dgm:prSet presAssocID="{2D89FC06-806A-41F1-8788-77CFABF6D39A}" presName="compNode" presStyleCnt="0"/>
      <dgm:spPr/>
    </dgm:pt>
    <dgm:pt modelId="{FB55B7A4-AE48-4F92-A24C-6745033C7A64}" type="pres">
      <dgm:prSet presAssocID="{2D89FC06-806A-41F1-8788-77CFABF6D39A}" presName="bgRect" presStyleLbl="bgShp" presStyleIdx="0" presStyleCnt="4"/>
      <dgm:spPr/>
    </dgm:pt>
    <dgm:pt modelId="{3B035799-F58F-4670-AD75-8D50D30E6F31}" type="pres">
      <dgm:prSet presAssocID="{2D89FC06-806A-41F1-8788-77CFABF6D39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F6C720F5-EFEC-474D-8DA9-2B9EE62DD31D}" type="pres">
      <dgm:prSet presAssocID="{2D89FC06-806A-41F1-8788-77CFABF6D39A}" presName="spaceRect" presStyleCnt="0"/>
      <dgm:spPr/>
    </dgm:pt>
    <dgm:pt modelId="{AE399A14-430B-4911-B17A-E219E4B82666}" type="pres">
      <dgm:prSet presAssocID="{2D89FC06-806A-41F1-8788-77CFABF6D39A}" presName="parTx" presStyleLbl="revTx" presStyleIdx="0" presStyleCnt="4">
        <dgm:presLayoutVars>
          <dgm:chMax val="0"/>
          <dgm:chPref val="0"/>
        </dgm:presLayoutVars>
      </dgm:prSet>
      <dgm:spPr/>
    </dgm:pt>
    <dgm:pt modelId="{8688C1D8-1D25-4314-9E44-82615BAEA871}" type="pres">
      <dgm:prSet presAssocID="{8E7F87FB-36D6-4697-8F73-99438AB260FD}" presName="sibTrans" presStyleCnt="0"/>
      <dgm:spPr/>
    </dgm:pt>
    <dgm:pt modelId="{6D4F124C-05F3-4785-8A5A-6ADCBFBBCB82}" type="pres">
      <dgm:prSet presAssocID="{239D6B66-73D9-4E77-9AFA-A59F9A8389E0}" presName="compNode" presStyleCnt="0"/>
      <dgm:spPr/>
    </dgm:pt>
    <dgm:pt modelId="{D687D3CE-B98C-4AEE-B7DE-D5110E84B0A4}" type="pres">
      <dgm:prSet presAssocID="{239D6B66-73D9-4E77-9AFA-A59F9A8389E0}" presName="bgRect" presStyleLbl="bgShp" presStyleIdx="1" presStyleCnt="4" custLinFactNeighborX="-25307" custLinFactNeighborY="-24"/>
      <dgm:spPr/>
    </dgm:pt>
    <dgm:pt modelId="{5B8EBC3C-3E66-4855-85CC-190DD79D1869}" type="pres">
      <dgm:prSet presAssocID="{239D6B66-73D9-4E77-9AFA-A59F9A8389E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757555DF-9E19-4A45-84D0-6E5A95FC05C5}" type="pres">
      <dgm:prSet presAssocID="{239D6B66-73D9-4E77-9AFA-A59F9A8389E0}" presName="spaceRect" presStyleCnt="0"/>
      <dgm:spPr/>
    </dgm:pt>
    <dgm:pt modelId="{85B0F0F5-A3CF-4227-9AA7-9580EF3CC0AD}" type="pres">
      <dgm:prSet presAssocID="{239D6B66-73D9-4E77-9AFA-A59F9A8389E0}" presName="parTx" presStyleLbl="revTx" presStyleIdx="1" presStyleCnt="4">
        <dgm:presLayoutVars>
          <dgm:chMax val="0"/>
          <dgm:chPref val="0"/>
        </dgm:presLayoutVars>
      </dgm:prSet>
      <dgm:spPr/>
    </dgm:pt>
    <dgm:pt modelId="{C27F0781-B3B7-4CDF-BF92-211724ECA1A2}" type="pres">
      <dgm:prSet presAssocID="{BDD847C1-E9EE-4FC4-996C-06B4C1BFA6C3}" presName="sibTrans" presStyleCnt="0"/>
      <dgm:spPr/>
    </dgm:pt>
    <dgm:pt modelId="{6D2643C6-DB07-4362-ABF8-2DAFA7C73B23}" type="pres">
      <dgm:prSet presAssocID="{F9D48888-87FB-4072-9DB5-BD8DD9D7EE85}" presName="compNode" presStyleCnt="0"/>
      <dgm:spPr/>
    </dgm:pt>
    <dgm:pt modelId="{523E1730-13D2-423D-80B5-0C8A0035368E}" type="pres">
      <dgm:prSet presAssocID="{F9D48888-87FB-4072-9DB5-BD8DD9D7EE85}" presName="bgRect" presStyleLbl="bgShp" presStyleIdx="2" presStyleCnt="4"/>
      <dgm:spPr/>
    </dgm:pt>
    <dgm:pt modelId="{BDCA103D-E8C3-41B7-97B7-8851427FC783}" type="pres">
      <dgm:prSet presAssocID="{F9D48888-87FB-4072-9DB5-BD8DD9D7EE8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82FB3B50-6074-4BEF-B498-C2DAA63EC50F}" type="pres">
      <dgm:prSet presAssocID="{F9D48888-87FB-4072-9DB5-BD8DD9D7EE85}" presName="spaceRect" presStyleCnt="0"/>
      <dgm:spPr/>
    </dgm:pt>
    <dgm:pt modelId="{67A3CA78-337A-4742-B774-96210AD6051B}" type="pres">
      <dgm:prSet presAssocID="{F9D48888-87FB-4072-9DB5-BD8DD9D7EE85}" presName="parTx" presStyleLbl="revTx" presStyleIdx="2" presStyleCnt="4">
        <dgm:presLayoutVars>
          <dgm:chMax val="0"/>
          <dgm:chPref val="0"/>
        </dgm:presLayoutVars>
      </dgm:prSet>
      <dgm:spPr/>
    </dgm:pt>
    <dgm:pt modelId="{9E033F6F-2437-42AE-961F-732CEE41B67B}" type="pres">
      <dgm:prSet presAssocID="{11E762B9-6D58-41A5-85C0-811ACCC8BB4A}" presName="sibTrans" presStyleCnt="0"/>
      <dgm:spPr/>
    </dgm:pt>
    <dgm:pt modelId="{884AB1B8-2953-4B51-BEF5-429036FFD490}" type="pres">
      <dgm:prSet presAssocID="{6F4BE712-7040-4503-B579-6CD5D7143F2A}" presName="compNode" presStyleCnt="0"/>
      <dgm:spPr/>
    </dgm:pt>
    <dgm:pt modelId="{FD98625F-1B8B-46EE-B05C-7E6C4D3566D2}" type="pres">
      <dgm:prSet presAssocID="{6F4BE712-7040-4503-B579-6CD5D7143F2A}" presName="bgRect" presStyleLbl="bgShp" presStyleIdx="3" presStyleCnt="4"/>
      <dgm:spPr/>
    </dgm:pt>
    <dgm:pt modelId="{0648F3ED-16B0-4DB9-B9D3-E006B48667D6}" type="pres">
      <dgm:prSet presAssocID="{6F4BE712-7040-4503-B579-6CD5D7143F2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EF3988D6-78AD-4089-B85F-C887A3B0BB93}" type="pres">
      <dgm:prSet presAssocID="{6F4BE712-7040-4503-B579-6CD5D7143F2A}" presName="spaceRect" presStyleCnt="0"/>
      <dgm:spPr/>
    </dgm:pt>
    <dgm:pt modelId="{C926EED0-CB67-4433-8977-9AED2975E04D}" type="pres">
      <dgm:prSet presAssocID="{6F4BE712-7040-4503-B579-6CD5D7143F2A}" presName="parTx" presStyleLbl="revTx" presStyleIdx="3" presStyleCnt="4">
        <dgm:presLayoutVars>
          <dgm:chMax val="0"/>
          <dgm:chPref val="0"/>
        </dgm:presLayoutVars>
      </dgm:prSet>
      <dgm:spPr/>
    </dgm:pt>
  </dgm:ptLst>
  <dgm:cxnLst>
    <dgm:cxn modelId="{93B15A17-CCFE-4173-9049-2BA81574FFCD}" srcId="{48DBA335-3A2E-4E38-801A-0A8DE3BAEB04}" destId="{6F4BE712-7040-4503-B579-6CD5D7143F2A}" srcOrd="3" destOrd="0" parTransId="{4DB26C1A-F2EB-43D7-9138-86078E5D6895}" sibTransId="{5881D1C1-5980-4AA1-BB12-53133AB366B0}"/>
    <dgm:cxn modelId="{0ADDBB2B-6BAD-4CF4-866D-590F66957FAD}" type="presOf" srcId="{239D6B66-73D9-4E77-9AFA-A59F9A8389E0}" destId="{85B0F0F5-A3CF-4227-9AA7-9580EF3CC0AD}" srcOrd="0" destOrd="0" presId="urn:microsoft.com/office/officeart/2018/2/layout/IconVerticalSolidList"/>
    <dgm:cxn modelId="{49B88F31-6873-44F9-9091-4A051F8116AC}" type="presOf" srcId="{F9D48888-87FB-4072-9DB5-BD8DD9D7EE85}" destId="{67A3CA78-337A-4742-B774-96210AD6051B}" srcOrd="0" destOrd="0" presId="urn:microsoft.com/office/officeart/2018/2/layout/IconVerticalSolidList"/>
    <dgm:cxn modelId="{04AB6EA2-B153-4A82-89EA-A5919EF38621}" srcId="{48DBA335-3A2E-4E38-801A-0A8DE3BAEB04}" destId="{239D6B66-73D9-4E77-9AFA-A59F9A8389E0}" srcOrd="1" destOrd="0" parTransId="{E7482AA7-1B55-457C-950B-B26D2C7B9671}" sibTransId="{BDD847C1-E9EE-4FC4-996C-06B4C1BFA6C3}"/>
    <dgm:cxn modelId="{EFDECEB0-595A-47E8-BC61-615CF07DD036}" type="presOf" srcId="{48DBA335-3A2E-4E38-801A-0A8DE3BAEB04}" destId="{AF38A0BE-D79B-49E3-9C06-DA6A440E0A98}" srcOrd="0" destOrd="0" presId="urn:microsoft.com/office/officeart/2018/2/layout/IconVerticalSolidList"/>
    <dgm:cxn modelId="{BDBDA1CD-FE53-4CAC-86AA-DE79888E87F9}" srcId="{48DBA335-3A2E-4E38-801A-0A8DE3BAEB04}" destId="{2D89FC06-806A-41F1-8788-77CFABF6D39A}" srcOrd="0" destOrd="0" parTransId="{A782EABF-FFA2-4521-8DB4-D14DDD3C51CC}" sibTransId="{8E7F87FB-36D6-4697-8F73-99438AB260FD}"/>
    <dgm:cxn modelId="{3B4ADCD6-EDE8-4017-BE95-1934B69584C2}" type="presOf" srcId="{6F4BE712-7040-4503-B579-6CD5D7143F2A}" destId="{C926EED0-CB67-4433-8977-9AED2975E04D}" srcOrd="0" destOrd="0" presId="urn:microsoft.com/office/officeart/2018/2/layout/IconVerticalSolidList"/>
    <dgm:cxn modelId="{281AEFDB-D6DE-4415-9B69-134454718014}" srcId="{48DBA335-3A2E-4E38-801A-0A8DE3BAEB04}" destId="{F9D48888-87FB-4072-9DB5-BD8DD9D7EE85}" srcOrd="2" destOrd="0" parTransId="{0FD92742-C78A-4BBC-8742-C07EDCF96EE0}" sibTransId="{11E762B9-6D58-41A5-85C0-811ACCC8BB4A}"/>
    <dgm:cxn modelId="{C24E9DFB-225A-47A6-95C6-6E3FD469AA6F}" type="presOf" srcId="{2D89FC06-806A-41F1-8788-77CFABF6D39A}" destId="{AE399A14-430B-4911-B17A-E219E4B82666}" srcOrd="0" destOrd="0" presId="urn:microsoft.com/office/officeart/2018/2/layout/IconVerticalSolidList"/>
    <dgm:cxn modelId="{EB3B4A1C-3C50-4E0B-B22A-4E25946097F2}" type="presParOf" srcId="{AF38A0BE-D79B-49E3-9C06-DA6A440E0A98}" destId="{AE0E8B1F-CE5B-4F00-AD77-F2337C124C48}" srcOrd="0" destOrd="0" presId="urn:microsoft.com/office/officeart/2018/2/layout/IconVerticalSolidList"/>
    <dgm:cxn modelId="{E774399A-57B7-47A7-8527-CA33B3444187}" type="presParOf" srcId="{AE0E8B1F-CE5B-4F00-AD77-F2337C124C48}" destId="{FB55B7A4-AE48-4F92-A24C-6745033C7A64}" srcOrd="0" destOrd="0" presId="urn:microsoft.com/office/officeart/2018/2/layout/IconVerticalSolidList"/>
    <dgm:cxn modelId="{4CA9D642-4251-413F-BF38-54A91FAA2FC2}" type="presParOf" srcId="{AE0E8B1F-CE5B-4F00-AD77-F2337C124C48}" destId="{3B035799-F58F-4670-AD75-8D50D30E6F31}" srcOrd="1" destOrd="0" presId="urn:microsoft.com/office/officeart/2018/2/layout/IconVerticalSolidList"/>
    <dgm:cxn modelId="{AEC5CB9F-A08C-4D41-B779-B687AC787B54}" type="presParOf" srcId="{AE0E8B1F-CE5B-4F00-AD77-F2337C124C48}" destId="{F6C720F5-EFEC-474D-8DA9-2B9EE62DD31D}" srcOrd="2" destOrd="0" presId="urn:microsoft.com/office/officeart/2018/2/layout/IconVerticalSolidList"/>
    <dgm:cxn modelId="{8A0FAD28-F1B1-4F87-A931-00FC2E15AC4F}" type="presParOf" srcId="{AE0E8B1F-CE5B-4F00-AD77-F2337C124C48}" destId="{AE399A14-430B-4911-B17A-E219E4B82666}" srcOrd="3" destOrd="0" presId="urn:microsoft.com/office/officeart/2018/2/layout/IconVerticalSolidList"/>
    <dgm:cxn modelId="{728003DA-9BB4-4688-8955-D3A60FD2F1DF}" type="presParOf" srcId="{AF38A0BE-D79B-49E3-9C06-DA6A440E0A98}" destId="{8688C1D8-1D25-4314-9E44-82615BAEA871}" srcOrd="1" destOrd="0" presId="urn:microsoft.com/office/officeart/2018/2/layout/IconVerticalSolidList"/>
    <dgm:cxn modelId="{E888CC05-DE20-4084-A4AC-BADFD0588F36}" type="presParOf" srcId="{AF38A0BE-D79B-49E3-9C06-DA6A440E0A98}" destId="{6D4F124C-05F3-4785-8A5A-6ADCBFBBCB82}" srcOrd="2" destOrd="0" presId="urn:microsoft.com/office/officeart/2018/2/layout/IconVerticalSolidList"/>
    <dgm:cxn modelId="{AC6C72BC-3BA0-4C74-BCBA-953A1F4AE02F}" type="presParOf" srcId="{6D4F124C-05F3-4785-8A5A-6ADCBFBBCB82}" destId="{D687D3CE-B98C-4AEE-B7DE-D5110E84B0A4}" srcOrd="0" destOrd="0" presId="urn:microsoft.com/office/officeart/2018/2/layout/IconVerticalSolidList"/>
    <dgm:cxn modelId="{03A72CA0-5D54-4E8B-A4A5-1ED72A572CAD}" type="presParOf" srcId="{6D4F124C-05F3-4785-8A5A-6ADCBFBBCB82}" destId="{5B8EBC3C-3E66-4855-85CC-190DD79D1869}" srcOrd="1" destOrd="0" presId="urn:microsoft.com/office/officeart/2018/2/layout/IconVerticalSolidList"/>
    <dgm:cxn modelId="{714C8340-DB90-46F4-9C42-1C2C7FAE59E4}" type="presParOf" srcId="{6D4F124C-05F3-4785-8A5A-6ADCBFBBCB82}" destId="{757555DF-9E19-4A45-84D0-6E5A95FC05C5}" srcOrd="2" destOrd="0" presId="urn:microsoft.com/office/officeart/2018/2/layout/IconVerticalSolidList"/>
    <dgm:cxn modelId="{DE243A5A-BAB1-4E7C-AF88-F24FF4DAD35B}" type="presParOf" srcId="{6D4F124C-05F3-4785-8A5A-6ADCBFBBCB82}" destId="{85B0F0F5-A3CF-4227-9AA7-9580EF3CC0AD}" srcOrd="3" destOrd="0" presId="urn:microsoft.com/office/officeart/2018/2/layout/IconVerticalSolidList"/>
    <dgm:cxn modelId="{926C0981-A48D-491A-BBC6-8174B5454512}" type="presParOf" srcId="{AF38A0BE-D79B-49E3-9C06-DA6A440E0A98}" destId="{C27F0781-B3B7-4CDF-BF92-211724ECA1A2}" srcOrd="3" destOrd="0" presId="urn:microsoft.com/office/officeart/2018/2/layout/IconVerticalSolidList"/>
    <dgm:cxn modelId="{034CB519-2C02-49E3-BD27-4A987327FF91}" type="presParOf" srcId="{AF38A0BE-D79B-49E3-9C06-DA6A440E0A98}" destId="{6D2643C6-DB07-4362-ABF8-2DAFA7C73B23}" srcOrd="4" destOrd="0" presId="urn:microsoft.com/office/officeart/2018/2/layout/IconVerticalSolidList"/>
    <dgm:cxn modelId="{43696DF5-23B6-4E9F-B79F-2A7F6D99ECDC}" type="presParOf" srcId="{6D2643C6-DB07-4362-ABF8-2DAFA7C73B23}" destId="{523E1730-13D2-423D-80B5-0C8A0035368E}" srcOrd="0" destOrd="0" presId="urn:microsoft.com/office/officeart/2018/2/layout/IconVerticalSolidList"/>
    <dgm:cxn modelId="{2B7BA97F-AEE5-4497-91C6-655310CD50C8}" type="presParOf" srcId="{6D2643C6-DB07-4362-ABF8-2DAFA7C73B23}" destId="{BDCA103D-E8C3-41B7-97B7-8851427FC783}" srcOrd="1" destOrd="0" presId="urn:microsoft.com/office/officeart/2018/2/layout/IconVerticalSolidList"/>
    <dgm:cxn modelId="{12278466-3EC0-4C10-8589-B78D914252A1}" type="presParOf" srcId="{6D2643C6-DB07-4362-ABF8-2DAFA7C73B23}" destId="{82FB3B50-6074-4BEF-B498-C2DAA63EC50F}" srcOrd="2" destOrd="0" presId="urn:microsoft.com/office/officeart/2018/2/layout/IconVerticalSolidList"/>
    <dgm:cxn modelId="{6723A5D7-D8C3-469E-BA3D-24AB9C9F4879}" type="presParOf" srcId="{6D2643C6-DB07-4362-ABF8-2DAFA7C73B23}" destId="{67A3CA78-337A-4742-B774-96210AD6051B}" srcOrd="3" destOrd="0" presId="urn:microsoft.com/office/officeart/2018/2/layout/IconVerticalSolidList"/>
    <dgm:cxn modelId="{B41D2094-B135-4C2C-BB89-42CBF8379789}" type="presParOf" srcId="{AF38A0BE-D79B-49E3-9C06-DA6A440E0A98}" destId="{9E033F6F-2437-42AE-961F-732CEE41B67B}" srcOrd="5" destOrd="0" presId="urn:microsoft.com/office/officeart/2018/2/layout/IconVerticalSolidList"/>
    <dgm:cxn modelId="{0EECD05C-7E14-45E9-A97F-BD4FD081220E}" type="presParOf" srcId="{AF38A0BE-D79B-49E3-9C06-DA6A440E0A98}" destId="{884AB1B8-2953-4B51-BEF5-429036FFD490}" srcOrd="6" destOrd="0" presId="urn:microsoft.com/office/officeart/2018/2/layout/IconVerticalSolidList"/>
    <dgm:cxn modelId="{A66F48F2-E079-4337-ABFF-E8AD6726EAD0}" type="presParOf" srcId="{884AB1B8-2953-4B51-BEF5-429036FFD490}" destId="{FD98625F-1B8B-46EE-B05C-7E6C4D3566D2}" srcOrd="0" destOrd="0" presId="urn:microsoft.com/office/officeart/2018/2/layout/IconVerticalSolidList"/>
    <dgm:cxn modelId="{B14BFB2E-FF4C-4930-A204-170563C7A6B1}" type="presParOf" srcId="{884AB1B8-2953-4B51-BEF5-429036FFD490}" destId="{0648F3ED-16B0-4DB9-B9D3-E006B48667D6}" srcOrd="1" destOrd="0" presId="urn:microsoft.com/office/officeart/2018/2/layout/IconVerticalSolidList"/>
    <dgm:cxn modelId="{110A5D6C-636D-4F36-B3A0-EB92FFCA6DA6}" type="presParOf" srcId="{884AB1B8-2953-4B51-BEF5-429036FFD490}" destId="{EF3988D6-78AD-4089-B85F-C887A3B0BB93}" srcOrd="2" destOrd="0" presId="urn:microsoft.com/office/officeart/2018/2/layout/IconVerticalSolidList"/>
    <dgm:cxn modelId="{2D116F29-D90D-4062-ADA9-9FC21C9B4B0A}" type="presParOf" srcId="{884AB1B8-2953-4B51-BEF5-429036FFD490}" destId="{C926EED0-CB67-4433-8977-9AED2975E04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0CA93AC-28CA-4A9E-B160-91C7F84DC01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1A1FA87-6915-4C8E-B0A6-EC88B1B4DB7B}">
      <dgm:prSet custT="1"/>
      <dgm:spPr/>
      <dgm:t>
        <a:bodyPr/>
        <a:lstStyle/>
        <a:p>
          <a:pPr>
            <a:lnSpc>
              <a:spcPct val="100000"/>
            </a:lnSpc>
          </a:pPr>
          <a:r>
            <a:rPr lang="en-US" sz="2800" b="0" i="0" baseline="0" dirty="0"/>
            <a:t>A </a:t>
          </a:r>
          <a:r>
            <a:rPr lang="en-US" sz="2800" b="1" i="0" baseline="0" dirty="0"/>
            <a:t>need</a:t>
          </a:r>
          <a:r>
            <a:rPr lang="en-US" sz="2800" b="0" i="0" baseline="0" dirty="0"/>
            <a:t> addresses a </a:t>
          </a:r>
          <a:r>
            <a:rPr lang="en-US" sz="2800" b="1" i="0" baseline="0" dirty="0"/>
            <a:t>problem that must be solved</a:t>
          </a:r>
          <a:r>
            <a:rPr lang="en-US" sz="2800" b="0" i="0" baseline="0" dirty="0"/>
            <a:t>.</a:t>
          </a:r>
          <a:endParaRPr lang="en-US" sz="2800" dirty="0"/>
        </a:p>
      </dgm:t>
    </dgm:pt>
    <dgm:pt modelId="{CBA6B3D0-99AE-49AF-83E4-F88E00DF5E65}" type="parTrans" cxnId="{F1E60B59-E939-4B92-950F-D0988553CC65}">
      <dgm:prSet/>
      <dgm:spPr/>
      <dgm:t>
        <a:bodyPr/>
        <a:lstStyle/>
        <a:p>
          <a:endParaRPr lang="en-US"/>
        </a:p>
      </dgm:t>
    </dgm:pt>
    <dgm:pt modelId="{F73B51FD-2C15-4219-B741-014434DAA6A9}" type="sibTrans" cxnId="{F1E60B59-E939-4B92-950F-D0988553CC65}">
      <dgm:prSet/>
      <dgm:spPr/>
      <dgm:t>
        <a:bodyPr/>
        <a:lstStyle/>
        <a:p>
          <a:endParaRPr lang="en-US"/>
        </a:p>
      </dgm:t>
    </dgm:pt>
    <dgm:pt modelId="{8B14FA38-2FA2-4C76-AFF9-927851F0FE4A}">
      <dgm:prSet custT="1"/>
      <dgm:spPr/>
      <dgm:t>
        <a:bodyPr/>
        <a:lstStyle/>
        <a:p>
          <a:pPr>
            <a:lnSpc>
              <a:spcPct val="100000"/>
            </a:lnSpc>
          </a:pPr>
          <a:r>
            <a:rPr lang="en-US" sz="2800" b="0" i="0" kern="1200" baseline="0" dirty="0">
              <a:solidFill>
                <a:prstClr val="white">
                  <a:hueOff val="0"/>
                  <a:satOff val="0"/>
                  <a:lumOff val="0"/>
                  <a:alphaOff val="0"/>
                </a:prstClr>
              </a:solidFill>
              <a:latin typeface="Aptos" panose="02110004020202020204"/>
              <a:ea typeface="+mn-ea"/>
              <a:cs typeface="+mn-cs"/>
            </a:rPr>
            <a:t>An opportunity identifies a chance to improve or extend functionality.</a:t>
          </a:r>
        </a:p>
      </dgm:t>
    </dgm:pt>
    <dgm:pt modelId="{24B18859-A274-44C7-BAAA-B17312CFB78F}" type="parTrans" cxnId="{699CC340-8A9C-4DA4-A0D3-AD3759E9A72C}">
      <dgm:prSet/>
      <dgm:spPr/>
      <dgm:t>
        <a:bodyPr/>
        <a:lstStyle/>
        <a:p>
          <a:endParaRPr lang="en-US"/>
        </a:p>
      </dgm:t>
    </dgm:pt>
    <dgm:pt modelId="{36A6977C-D067-47E9-8CE2-AA29240B5585}" type="sibTrans" cxnId="{699CC340-8A9C-4DA4-A0D3-AD3759E9A72C}">
      <dgm:prSet/>
      <dgm:spPr/>
      <dgm:t>
        <a:bodyPr/>
        <a:lstStyle/>
        <a:p>
          <a:endParaRPr lang="en-US"/>
        </a:p>
      </dgm:t>
    </dgm:pt>
    <dgm:pt modelId="{51FF1B5B-EBBF-4A1A-B3F9-1A58B4D3567F}">
      <dgm:prSet custT="1"/>
      <dgm:spPr/>
      <dgm:t>
        <a:bodyPr/>
        <a:lstStyle/>
        <a:p>
          <a:pPr>
            <a:lnSpc>
              <a:spcPct val="100000"/>
            </a:lnSpc>
          </a:pPr>
          <a:r>
            <a:rPr lang="en-AU" sz="2000" b="0" i="0" kern="1200" baseline="0" dirty="0">
              <a:solidFill>
                <a:prstClr val="white">
                  <a:hueOff val="0"/>
                  <a:satOff val="0"/>
                  <a:lumOff val="0"/>
                  <a:alphaOff val="0"/>
                </a:prstClr>
              </a:solidFill>
              <a:latin typeface="Aptos" panose="02110004020202020204"/>
              <a:ea typeface="+mn-ea"/>
              <a:cs typeface="+mn-cs"/>
            </a:rPr>
            <a:t>A need arises when an existing system is inefficient or inadequate and requires a software solution to resolve a problem, whereas an opportunity exists when software can be used to enhance or extend an already functional system to provide additional benefits to users.</a:t>
          </a:r>
          <a:endParaRPr lang="en-US" sz="2000" b="0" i="0" kern="1200" baseline="0" dirty="0">
            <a:solidFill>
              <a:prstClr val="white">
                <a:hueOff val="0"/>
                <a:satOff val="0"/>
                <a:lumOff val="0"/>
                <a:alphaOff val="0"/>
              </a:prstClr>
            </a:solidFill>
            <a:latin typeface="Aptos" panose="02110004020202020204"/>
            <a:ea typeface="+mn-ea"/>
            <a:cs typeface="+mn-cs"/>
          </a:endParaRPr>
        </a:p>
      </dgm:t>
    </dgm:pt>
    <dgm:pt modelId="{5B3E645A-F95C-48EB-AEB9-41ECBE347D5D}" type="parTrans" cxnId="{E40A03DA-B969-4BF2-AF0B-D742629B18AE}">
      <dgm:prSet/>
      <dgm:spPr/>
      <dgm:t>
        <a:bodyPr/>
        <a:lstStyle/>
        <a:p>
          <a:endParaRPr lang="en-US"/>
        </a:p>
      </dgm:t>
    </dgm:pt>
    <dgm:pt modelId="{414104AE-B78B-4BB0-821B-68BA8815255F}" type="sibTrans" cxnId="{E40A03DA-B969-4BF2-AF0B-D742629B18AE}">
      <dgm:prSet/>
      <dgm:spPr/>
      <dgm:t>
        <a:bodyPr/>
        <a:lstStyle/>
        <a:p>
          <a:endParaRPr lang="en-US"/>
        </a:p>
      </dgm:t>
    </dgm:pt>
    <dgm:pt modelId="{1851AE8F-0BD4-4834-B529-0B560E1156C4}" type="pres">
      <dgm:prSet presAssocID="{30CA93AC-28CA-4A9E-B160-91C7F84DC01F}" presName="root" presStyleCnt="0">
        <dgm:presLayoutVars>
          <dgm:dir/>
          <dgm:resizeHandles val="exact"/>
        </dgm:presLayoutVars>
      </dgm:prSet>
      <dgm:spPr/>
    </dgm:pt>
    <dgm:pt modelId="{DE5A4EF7-64EB-453E-9C15-5332A36ABDBB}" type="pres">
      <dgm:prSet presAssocID="{61A1FA87-6915-4C8E-B0A6-EC88B1B4DB7B}" presName="compNode" presStyleCnt="0"/>
      <dgm:spPr/>
    </dgm:pt>
    <dgm:pt modelId="{03CD14C8-812E-4F0C-9361-87F0AE132D22}" type="pres">
      <dgm:prSet presAssocID="{61A1FA87-6915-4C8E-B0A6-EC88B1B4DB7B}" presName="bgRect" presStyleLbl="bgShp" presStyleIdx="0" presStyleCnt="3"/>
      <dgm:spPr/>
    </dgm:pt>
    <dgm:pt modelId="{6F821BED-FADB-4ECE-96E1-D39BD0F56067}" type="pres">
      <dgm:prSet presAssocID="{61A1FA87-6915-4C8E-B0A6-EC88B1B4DB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7BEDF20A-EA71-45B8-8818-7A902508698C}" type="pres">
      <dgm:prSet presAssocID="{61A1FA87-6915-4C8E-B0A6-EC88B1B4DB7B}" presName="spaceRect" presStyleCnt="0"/>
      <dgm:spPr/>
    </dgm:pt>
    <dgm:pt modelId="{8CAE9D07-2AF1-4A87-9BC4-DC7DC28E1721}" type="pres">
      <dgm:prSet presAssocID="{61A1FA87-6915-4C8E-B0A6-EC88B1B4DB7B}" presName="parTx" presStyleLbl="revTx" presStyleIdx="0" presStyleCnt="3">
        <dgm:presLayoutVars>
          <dgm:chMax val="0"/>
          <dgm:chPref val="0"/>
        </dgm:presLayoutVars>
      </dgm:prSet>
      <dgm:spPr/>
    </dgm:pt>
    <dgm:pt modelId="{A3793157-CEDA-4473-B330-56949A3FB474}" type="pres">
      <dgm:prSet presAssocID="{F73B51FD-2C15-4219-B741-014434DAA6A9}" presName="sibTrans" presStyleCnt="0"/>
      <dgm:spPr/>
    </dgm:pt>
    <dgm:pt modelId="{9F6C6798-5931-486A-ACB3-7F47E28D2570}" type="pres">
      <dgm:prSet presAssocID="{8B14FA38-2FA2-4C76-AFF9-927851F0FE4A}" presName="compNode" presStyleCnt="0"/>
      <dgm:spPr/>
    </dgm:pt>
    <dgm:pt modelId="{17EE2062-40D5-4E01-8CA2-72C8B286CF70}" type="pres">
      <dgm:prSet presAssocID="{8B14FA38-2FA2-4C76-AFF9-927851F0FE4A}" presName="bgRect" presStyleLbl="bgShp" presStyleIdx="1" presStyleCnt="3"/>
      <dgm:spPr/>
    </dgm:pt>
    <dgm:pt modelId="{02245EA9-5BC3-4192-A052-FA6743C104CC}" type="pres">
      <dgm:prSet presAssocID="{8B14FA38-2FA2-4C76-AFF9-927851F0FE4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C2ED10D9-F3B3-4047-90E7-75EF1A012A36}" type="pres">
      <dgm:prSet presAssocID="{8B14FA38-2FA2-4C76-AFF9-927851F0FE4A}" presName="spaceRect" presStyleCnt="0"/>
      <dgm:spPr/>
    </dgm:pt>
    <dgm:pt modelId="{7AFEB654-3FD9-458B-8E98-9D17B61DA711}" type="pres">
      <dgm:prSet presAssocID="{8B14FA38-2FA2-4C76-AFF9-927851F0FE4A}" presName="parTx" presStyleLbl="revTx" presStyleIdx="1" presStyleCnt="3">
        <dgm:presLayoutVars>
          <dgm:chMax val="0"/>
          <dgm:chPref val="0"/>
        </dgm:presLayoutVars>
      </dgm:prSet>
      <dgm:spPr/>
    </dgm:pt>
    <dgm:pt modelId="{6ADFAFB0-7B3E-4A75-83CC-A1ABAFC24ACC}" type="pres">
      <dgm:prSet presAssocID="{36A6977C-D067-47E9-8CE2-AA29240B5585}" presName="sibTrans" presStyleCnt="0"/>
      <dgm:spPr/>
    </dgm:pt>
    <dgm:pt modelId="{FF6D053E-ADCB-41E8-B4EB-69CF5C1D3EED}" type="pres">
      <dgm:prSet presAssocID="{51FF1B5B-EBBF-4A1A-B3F9-1A58B4D3567F}" presName="compNode" presStyleCnt="0"/>
      <dgm:spPr/>
    </dgm:pt>
    <dgm:pt modelId="{BE3ACBD8-0972-4C08-AF66-69F56B299F36}" type="pres">
      <dgm:prSet presAssocID="{51FF1B5B-EBBF-4A1A-B3F9-1A58B4D3567F}" presName="bgRect" presStyleLbl="bgShp" presStyleIdx="2" presStyleCnt="3"/>
      <dgm:spPr/>
    </dgm:pt>
    <dgm:pt modelId="{1B24E6B3-9F6A-484E-A6CE-D6504FCB41AD}" type="pres">
      <dgm:prSet presAssocID="{51FF1B5B-EBBF-4A1A-B3F9-1A58B4D3567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8F07E765-59DF-4698-8456-839D993CAF08}" type="pres">
      <dgm:prSet presAssocID="{51FF1B5B-EBBF-4A1A-B3F9-1A58B4D3567F}" presName="spaceRect" presStyleCnt="0"/>
      <dgm:spPr/>
    </dgm:pt>
    <dgm:pt modelId="{E96D4FF9-E58E-4B16-BD0B-690146FE580D}" type="pres">
      <dgm:prSet presAssocID="{51FF1B5B-EBBF-4A1A-B3F9-1A58B4D3567F}" presName="parTx" presStyleLbl="revTx" presStyleIdx="2" presStyleCnt="3">
        <dgm:presLayoutVars>
          <dgm:chMax val="0"/>
          <dgm:chPref val="0"/>
        </dgm:presLayoutVars>
      </dgm:prSet>
      <dgm:spPr/>
    </dgm:pt>
  </dgm:ptLst>
  <dgm:cxnLst>
    <dgm:cxn modelId="{C6B9533D-2CC4-479D-810D-AFA3D6CE0FA3}" type="presOf" srcId="{8B14FA38-2FA2-4C76-AFF9-927851F0FE4A}" destId="{7AFEB654-3FD9-458B-8E98-9D17B61DA711}" srcOrd="0" destOrd="0" presId="urn:microsoft.com/office/officeart/2018/2/layout/IconVerticalSolidList"/>
    <dgm:cxn modelId="{699CC340-8A9C-4DA4-A0D3-AD3759E9A72C}" srcId="{30CA93AC-28CA-4A9E-B160-91C7F84DC01F}" destId="{8B14FA38-2FA2-4C76-AFF9-927851F0FE4A}" srcOrd="1" destOrd="0" parTransId="{24B18859-A274-44C7-BAAA-B17312CFB78F}" sibTransId="{36A6977C-D067-47E9-8CE2-AA29240B5585}"/>
    <dgm:cxn modelId="{F1E60B59-E939-4B92-950F-D0988553CC65}" srcId="{30CA93AC-28CA-4A9E-B160-91C7F84DC01F}" destId="{61A1FA87-6915-4C8E-B0A6-EC88B1B4DB7B}" srcOrd="0" destOrd="0" parTransId="{CBA6B3D0-99AE-49AF-83E4-F88E00DF5E65}" sibTransId="{F73B51FD-2C15-4219-B741-014434DAA6A9}"/>
    <dgm:cxn modelId="{CF7BF97E-E947-4548-823E-2EFA5B158017}" type="presOf" srcId="{51FF1B5B-EBBF-4A1A-B3F9-1A58B4D3567F}" destId="{E96D4FF9-E58E-4B16-BD0B-690146FE580D}" srcOrd="0" destOrd="0" presId="urn:microsoft.com/office/officeart/2018/2/layout/IconVerticalSolidList"/>
    <dgm:cxn modelId="{0E3BD490-65F3-425A-B1C2-B5A5EDCF4C56}" type="presOf" srcId="{30CA93AC-28CA-4A9E-B160-91C7F84DC01F}" destId="{1851AE8F-0BD4-4834-B529-0B560E1156C4}" srcOrd="0" destOrd="0" presId="urn:microsoft.com/office/officeart/2018/2/layout/IconVerticalSolidList"/>
    <dgm:cxn modelId="{B0121D9B-5B8B-4FDD-BC98-005660FB946B}" type="presOf" srcId="{61A1FA87-6915-4C8E-B0A6-EC88B1B4DB7B}" destId="{8CAE9D07-2AF1-4A87-9BC4-DC7DC28E1721}" srcOrd="0" destOrd="0" presId="urn:microsoft.com/office/officeart/2018/2/layout/IconVerticalSolidList"/>
    <dgm:cxn modelId="{E40A03DA-B969-4BF2-AF0B-D742629B18AE}" srcId="{30CA93AC-28CA-4A9E-B160-91C7F84DC01F}" destId="{51FF1B5B-EBBF-4A1A-B3F9-1A58B4D3567F}" srcOrd="2" destOrd="0" parTransId="{5B3E645A-F95C-48EB-AEB9-41ECBE347D5D}" sibTransId="{414104AE-B78B-4BB0-821B-68BA8815255F}"/>
    <dgm:cxn modelId="{FC12962D-ABCA-48FC-BCAC-9E12E614A177}" type="presParOf" srcId="{1851AE8F-0BD4-4834-B529-0B560E1156C4}" destId="{DE5A4EF7-64EB-453E-9C15-5332A36ABDBB}" srcOrd="0" destOrd="0" presId="urn:microsoft.com/office/officeart/2018/2/layout/IconVerticalSolidList"/>
    <dgm:cxn modelId="{52C96FB9-A800-4CA9-8689-86B46BCA228D}" type="presParOf" srcId="{DE5A4EF7-64EB-453E-9C15-5332A36ABDBB}" destId="{03CD14C8-812E-4F0C-9361-87F0AE132D22}" srcOrd="0" destOrd="0" presId="urn:microsoft.com/office/officeart/2018/2/layout/IconVerticalSolidList"/>
    <dgm:cxn modelId="{F837B796-190C-4931-B40F-D4DE53B99981}" type="presParOf" srcId="{DE5A4EF7-64EB-453E-9C15-5332A36ABDBB}" destId="{6F821BED-FADB-4ECE-96E1-D39BD0F56067}" srcOrd="1" destOrd="0" presId="urn:microsoft.com/office/officeart/2018/2/layout/IconVerticalSolidList"/>
    <dgm:cxn modelId="{11CF60B4-6B9A-4B81-9BBC-F3BC628256E7}" type="presParOf" srcId="{DE5A4EF7-64EB-453E-9C15-5332A36ABDBB}" destId="{7BEDF20A-EA71-45B8-8818-7A902508698C}" srcOrd="2" destOrd="0" presId="urn:microsoft.com/office/officeart/2018/2/layout/IconVerticalSolidList"/>
    <dgm:cxn modelId="{61D5A021-FDE7-4AF9-AAF4-F1312144BBCD}" type="presParOf" srcId="{DE5A4EF7-64EB-453E-9C15-5332A36ABDBB}" destId="{8CAE9D07-2AF1-4A87-9BC4-DC7DC28E1721}" srcOrd="3" destOrd="0" presId="urn:microsoft.com/office/officeart/2018/2/layout/IconVerticalSolidList"/>
    <dgm:cxn modelId="{2E66DC60-E6F0-4154-B92A-5EB8BFC5B92C}" type="presParOf" srcId="{1851AE8F-0BD4-4834-B529-0B560E1156C4}" destId="{A3793157-CEDA-4473-B330-56949A3FB474}" srcOrd="1" destOrd="0" presId="urn:microsoft.com/office/officeart/2018/2/layout/IconVerticalSolidList"/>
    <dgm:cxn modelId="{1D7358AF-2FE2-44A0-A950-3C6C8741FBF8}" type="presParOf" srcId="{1851AE8F-0BD4-4834-B529-0B560E1156C4}" destId="{9F6C6798-5931-486A-ACB3-7F47E28D2570}" srcOrd="2" destOrd="0" presId="urn:microsoft.com/office/officeart/2018/2/layout/IconVerticalSolidList"/>
    <dgm:cxn modelId="{817DA5DB-30C2-43B1-AC9C-C70695A00700}" type="presParOf" srcId="{9F6C6798-5931-486A-ACB3-7F47E28D2570}" destId="{17EE2062-40D5-4E01-8CA2-72C8B286CF70}" srcOrd="0" destOrd="0" presId="urn:microsoft.com/office/officeart/2018/2/layout/IconVerticalSolidList"/>
    <dgm:cxn modelId="{341EEEE9-AF1D-4CE6-BE9B-45541DC12901}" type="presParOf" srcId="{9F6C6798-5931-486A-ACB3-7F47E28D2570}" destId="{02245EA9-5BC3-4192-A052-FA6743C104CC}" srcOrd="1" destOrd="0" presId="urn:microsoft.com/office/officeart/2018/2/layout/IconVerticalSolidList"/>
    <dgm:cxn modelId="{6A8DFC34-2445-452D-ADE2-5BBA9C6AC239}" type="presParOf" srcId="{9F6C6798-5931-486A-ACB3-7F47E28D2570}" destId="{C2ED10D9-F3B3-4047-90E7-75EF1A012A36}" srcOrd="2" destOrd="0" presId="urn:microsoft.com/office/officeart/2018/2/layout/IconVerticalSolidList"/>
    <dgm:cxn modelId="{0FAC0D60-9198-4334-9215-F865E89BAB28}" type="presParOf" srcId="{9F6C6798-5931-486A-ACB3-7F47E28D2570}" destId="{7AFEB654-3FD9-458B-8E98-9D17B61DA711}" srcOrd="3" destOrd="0" presId="urn:microsoft.com/office/officeart/2018/2/layout/IconVerticalSolidList"/>
    <dgm:cxn modelId="{887C897B-FB96-4699-AEB8-B26DA319EB5E}" type="presParOf" srcId="{1851AE8F-0BD4-4834-B529-0B560E1156C4}" destId="{6ADFAFB0-7B3E-4A75-83CC-A1ABAFC24ACC}" srcOrd="3" destOrd="0" presId="urn:microsoft.com/office/officeart/2018/2/layout/IconVerticalSolidList"/>
    <dgm:cxn modelId="{388ACD67-CD51-4BD2-8C7F-F72DD799B05C}" type="presParOf" srcId="{1851AE8F-0BD4-4834-B529-0B560E1156C4}" destId="{FF6D053E-ADCB-41E8-B4EB-69CF5C1D3EED}" srcOrd="4" destOrd="0" presId="urn:microsoft.com/office/officeart/2018/2/layout/IconVerticalSolidList"/>
    <dgm:cxn modelId="{DB64E4A2-1223-4E5D-B1D2-63254EF913ED}" type="presParOf" srcId="{FF6D053E-ADCB-41E8-B4EB-69CF5C1D3EED}" destId="{BE3ACBD8-0972-4C08-AF66-69F56B299F36}" srcOrd="0" destOrd="0" presId="urn:microsoft.com/office/officeart/2018/2/layout/IconVerticalSolidList"/>
    <dgm:cxn modelId="{4BAD15C4-106E-40BC-9EA7-0DEE3E788B3E}" type="presParOf" srcId="{FF6D053E-ADCB-41E8-B4EB-69CF5C1D3EED}" destId="{1B24E6B3-9F6A-484E-A6CE-D6504FCB41AD}" srcOrd="1" destOrd="0" presId="urn:microsoft.com/office/officeart/2018/2/layout/IconVerticalSolidList"/>
    <dgm:cxn modelId="{D448C36D-8EE1-4CB5-80D5-8E532B237944}" type="presParOf" srcId="{FF6D053E-ADCB-41E8-B4EB-69CF5C1D3EED}" destId="{8F07E765-59DF-4698-8456-839D993CAF08}" srcOrd="2" destOrd="0" presId="urn:microsoft.com/office/officeart/2018/2/layout/IconVerticalSolidList"/>
    <dgm:cxn modelId="{D8174A6E-D1CD-4C4E-AACE-D1DF0B52D681}" type="presParOf" srcId="{FF6D053E-ADCB-41E8-B4EB-69CF5C1D3EED}" destId="{E96D4FF9-E58E-4B16-BD0B-690146FE58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05D710-AED2-4817-869C-A439BE7A6D72}"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58B0DE82-4317-425F-9D3B-59724BE00650}">
      <dgm:prSet/>
      <dgm:spPr/>
      <dgm:t>
        <a:bodyPr/>
        <a:lstStyle/>
        <a:p>
          <a:r>
            <a:rPr lang="en-AU"/>
            <a:t>Scheduling feasibility involves analysing whether the software solution can be developed within the available timeframe. This requires the project to be broken into smaller tasks such as requirements analysis, design, coding, testing, and documentation.</a:t>
          </a:r>
          <a:endParaRPr lang="en-US"/>
        </a:p>
      </dgm:t>
    </dgm:pt>
    <dgm:pt modelId="{BDE95728-DAC5-499D-9C60-0AC1C3B374D0}" type="parTrans" cxnId="{15EE1727-9540-4977-B088-43FF82CFB2FD}">
      <dgm:prSet/>
      <dgm:spPr/>
      <dgm:t>
        <a:bodyPr/>
        <a:lstStyle/>
        <a:p>
          <a:endParaRPr lang="en-US"/>
        </a:p>
      </dgm:t>
    </dgm:pt>
    <dgm:pt modelId="{52E9D377-11E7-4A61-9DAF-CD7580C3D7A9}" type="sibTrans" cxnId="{15EE1727-9540-4977-B088-43FF82CFB2FD}">
      <dgm:prSet/>
      <dgm:spPr/>
      <dgm:t>
        <a:bodyPr/>
        <a:lstStyle/>
        <a:p>
          <a:endParaRPr lang="en-US"/>
        </a:p>
      </dgm:t>
    </dgm:pt>
    <dgm:pt modelId="{692BECFA-47A7-43CC-81C9-E732F6250D6F}">
      <dgm:prSet/>
      <dgm:spPr/>
      <dgm:t>
        <a:bodyPr/>
        <a:lstStyle/>
        <a:p>
          <a:r>
            <a:rPr lang="en-AU"/>
            <a:t>Tools such as </a:t>
          </a:r>
          <a:r>
            <a:rPr lang="en-AU" b="1"/>
            <a:t>Gantt charts</a:t>
          </a:r>
          <a:r>
            <a:rPr lang="en-AU"/>
            <a:t> are often used to:</a:t>
          </a:r>
          <a:endParaRPr lang="en-US"/>
        </a:p>
      </dgm:t>
    </dgm:pt>
    <dgm:pt modelId="{12F85AC7-EDF4-4E96-8DB4-750E3B9CC486}" type="parTrans" cxnId="{6067B7E5-D78D-4B07-8E9D-E07CCEECF47A}">
      <dgm:prSet/>
      <dgm:spPr/>
      <dgm:t>
        <a:bodyPr/>
        <a:lstStyle/>
        <a:p>
          <a:endParaRPr lang="en-US"/>
        </a:p>
      </dgm:t>
    </dgm:pt>
    <dgm:pt modelId="{6586A624-50E5-47BD-BDAB-DEC75EED2B28}" type="sibTrans" cxnId="{6067B7E5-D78D-4B07-8E9D-E07CCEECF47A}">
      <dgm:prSet/>
      <dgm:spPr/>
      <dgm:t>
        <a:bodyPr/>
        <a:lstStyle/>
        <a:p>
          <a:endParaRPr lang="en-US"/>
        </a:p>
      </dgm:t>
    </dgm:pt>
    <dgm:pt modelId="{14243731-C272-4606-805B-526D61F187AE}">
      <dgm:prSet/>
      <dgm:spPr/>
      <dgm:t>
        <a:bodyPr/>
        <a:lstStyle/>
        <a:p>
          <a:r>
            <a:rPr lang="en-AU"/>
            <a:t>allocate time to each task</a:t>
          </a:r>
          <a:endParaRPr lang="en-US"/>
        </a:p>
      </dgm:t>
    </dgm:pt>
    <dgm:pt modelId="{6BD66B93-CDEA-448F-980E-64BAE71A2576}" type="parTrans" cxnId="{AB8AF46B-8E93-49A2-A2E4-FDA068E3982E}">
      <dgm:prSet/>
      <dgm:spPr/>
      <dgm:t>
        <a:bodyPr/>
        <a:lstStyle/>
        <a:p>
          <a:endParaRPr lang="en-US"/>
        </a:p>
      </dgm:t>
    </dgm:pt>
    <dgm:pt modelId="{08152A47-7E67-4339-99BD-63E8BF4A35BF}" type="sibTrans" cxnId="{AB8AF46B-8E93-49A2-A2E4-FDA068E3982E}">
      <dgm:prSet/>
      <dgm:spPr/>
      <dgm:t>
        <a:bodyPr/>
        <a:lstStyle/>
        <a:p>
          <a:endParaRPr lang="en-US"/>
        </a:p>
      </dgm:t>
    </dgm:pt>
    <dgm:pt modelId="{DCBDAA44-85A0-4FA6-949F-303B8C6B29EC}">
      <dgm:prSet/>
      <dgm:spPr/>
      <dgm:t>
        <a:bodyPr/>
        <a:lstStyle/>
        <a:p>
          <a:r>
            <a:rPr lang="en-AU"/>
            <a:t>identify dependencies between tasks</a:t>
          </a:r>
          <a:endParaRPr lang="en-US"/>
        </a:p>
      </dgm:t>
    </dgm:pt>
    <dgm:pt modelId="{167D9084-FFC5-44DE-934F-2450FDFEBE29}" type="parTrans" cxnId="{25EACB1A-5F03-4F88-8031-EDA3B6480859}">
      <dgm:prSet/>
      <dgm:spPr/>
      <dgm:t>
        <a:bodyPr/>
        <a:lstStyle/>
        <a:p>
          <a:endParaRPr lang="en-US"/>
        </a:p>
      </dgm:t>
    </dgm:pt>
    <dgm:pt modelId="{76FD44AF-5D24-4496-9485-E2FBE211317A}" type="sibTrans" cxnId="{25EACB1A-5F03-4F88-8031-EDA3B6480859}">
      <dgm:prSet/>
      <dgm:spPr/>
      <dgm:t>
        <a:bodyPr/>
        <a:lstStyle/>
        <a:p>
          <a:endParaRPr lang="en-US"/>
        </a:p>
      </dgm:t>
    </dgm:pt>
    <dgm:pt modelId="{7FEB27C6-5AD7-49C7-8002-A2822C1FAF6C}">
      <dgm:prSet/>
      <dgm:spPr/>
      <dgm:t>
        <a:bodyPr/>
        <a:lstStyle/>
        <a:p>
          <a:r>
            <a:rPr lang="en-AU"/>
            <a:t>track progress against deadlines</a:t>
          </a:r>
          <a:endParaRPr lang="en-US"/>
        </a:p>
      </dgm:t>
    </dgm:pt>
    <dgm:pt modelId="{8D38E5C4-0DDA-4876-BCF6-F5B708182BF3}" type="parTrans" cxnId="{7B35D229-3F70-465C-AEF6-8085BB320FF6}">
      <dgm:prSet/>
      <dgm:spPr/>
      <dgm:t>
        <a:bodyPr/>
        <a:lstStyle/>
        <a:p>
          <a:endParaRPr lang="en-US"/>
        </a:p>
      </dgm:t>
    </dgm:pt>
    <dgm:pt modelId="{3366918F-4D01-43BB-9F6B-12588F50FCF7}" type="sibTrans" cxnId="{7B35D229-3F70-465C-AEF6-8085BB320FF6}">
      <dgm:prSet/>
      <dgm:spPr/>
      <dgm:t>
        <a:bodyPr/>
        <a:lstStyle/>
        <a:p>
          <a:endParaRPr lang="en-US"/>
        </a:p>
      </dgm:t>
    </dgm:pt>
    <dgm:pt modelId="{D38D64F4-4382-4DBF-A3DD-2760E4FC4BF1}">
      <dgm:prSet/>
      <dgm:spPr/>
      <dgm:t>
        <a:bodyPr/>
        <a:lstStyle/>
        <a:p>
          <a:r>
            <a:rPr lang="en-AU"/>
            <a:t>If a project must be completed in ten weeks, but the design and development phases alone are estimated to take twelve weeks, the project is not scheduling-feasible without reducing scope.</a:t>
          </a:r>
          <a:endParaRPr lang="en-US"/>
        </a:p>
      </dgm:t>
    </dgm:pt>
    <dgm:pt modelId="{B0B9C102-6794-4560-B04F-8F5E6B0C8D9C}" type="parTrans" cxnId="{C4822AB7-7CC1-4B3D-A513-233016C2378B}">
      <dgm:prSet/>
      <dgm:spPr/>
      <dgm:t>
        <a:bodyPr/>
        <a:lstStyle/>
        <a:p>
          <a:endParaRPr lang="en-US"/>
        </a:p>
      </dgm:t>
    </dgm:pt>
    <dgm:pt modelId="{C91AFB46-38C9-4434-A842-02B9B97E9200}" type="sibTrans" cxnId="{C4822AB7-7CC1-4B3D-A513-233016C2378B}">
      <dgm:prSet/>
      <dgm:spPr/>
      <dgm:t>
        <a:bodyPr/>
        <a:lstStyle/>
        <a:p>
          <a:endParaRPr lang="en-US"/>
        </a:p>
      </dgm:t>
    </dgm:pt>
    <dgm:pt modelId="{0AEB6CBB-B151-0D45-BBE0-5177F2409AD1}" type="pres">
      <dgm:prSet presAssocID="{9405D710-AED2-4817-869C-A439BE7A6D72}" presName="Name0" presStyleCnt="0">
        <dgm:presLayoutVars>
          <dgm:dir/>
          <dgm:animLvl val="lvl"/>
          <dgm:resizeHandles val="exact"/>
        </dgm:presLayoutVars>
      </dgm:prSet>
      <dgm:spPr/>
    </dgm:pt>
    <dgm:pt modelId="{D274CA8B-F37E-8641-B56D-E3F4C591D896}" type="pres">
      <dgm:prSet presAssocID="{D38D64F4-4382-4DBF-A3DD-2760E4FC4BF1}" presName="boxAndChildren" presStyleCnt="0"/>
      <dgm:spPr/>
    </dgm:pt>
    <dgm:pt modelId="{53B35D65-B933-CE49-8B66-B3210AE1FE7C}" type="pres">
      <dgm:prSet presAssocID="{D38D64F4-4382-4DBF-A3DD-2760E4FC4BF1}" presName="parentTextBox" presStyleLbl="node1" presStyleIdx="0" presStyleCnt="3"/>
      <dgm:spPr/>
    </dgm:pt>
    <dgm:pt modelId="{688ACF66-37B4-684D-BDDE-BF46F118F180}" type="pres">
      <dgm:prSet presAssocID="{6586A624-50E5-47BD-BDAB-DEC75EED2B28}" presName="sp" presStyleCnt="0"/>
      <dgm:spPr/>
    </dgm:pt>
    <dgm:pt modelId="{A698032A-29BE-B64A-A153-7AC6A22253AF}" type="pres">
      <dgm:prSet presAssocID="{692BECFA-47A7-43CC-81C9-E732F6250D6F}" presName="arrowAndChildren" presStyleCnt="0"/>
      <dgm:spPr/>
    </dgm:pt>
    <dgm:pt modelId="{0E458A0F-8941-A747-AB22-700079C340E8}" type="pres">
      <dgm:prSet presAssocID="{692BECFA-47A7-43CC-81C9-E732F6250D6F}" presName="parentTextArrow" presStyleLbl="node1" presStyleIdx="0" presStyleCnt="3"/>
      <dgm:spPr/>
    </dgm:pt>
    <dgm:pt modelId="{617D7D49-5416-5849-9F5B-A9D830947A48}" type="pres">
      <dgm:prSet presAssocID="{692BECFA-47A7-43CC-81C9-E732F6250D6F}" presName="arrow" presStyleLbl="node1" presStyleIdx="1" presStyleCnt="3"/>
      <dgm:spPr/>
    </dgm:pt>
    <dgm:pt modelId="{81020BAA-DD30-6C49-B7BD-87379718B88C}" type="pres">
      <dgm:prSet presAssocID="{692BECFA-47A7-43CC-81C9-E732F6250D6F}" presName="descendantArrow" presStyleCnt="0"/>
      <dgm:spPr/>
    </dgm:pt>
    <dgm:pt modelId="{DDA7592B-21F9-804D-9E58-81E164717DD8}" type="pres">
      <dgm:prSet presAssocID="{14243731-C272-4606-805B-526D61F187AE}" presName="childTextArrow" presStyleLbl="fgAccFollowNode1" presStyleIdx="0" presStyleCnt="3">
        <dgm:presLayoutVars>
          <dgm:bulletEnabled val="1"/>
        </dgm:presLayoutVars>
      </dgm:prSet>
      <dgm:spPr/>
    </dgm:pt>
    <dgm:pt modelId="{7F213319-2C8A-374B-AF26-8419CF3247FA}" type="pres">
      <dgm:prSet presAssocID="{DCBDAA44-85A0-4FA6-949F-303B8C6B29EC}" presName="childTextArrow" presStyleLbl="fgAccFollowNode1" presStyleIdx="1" presStyleCnt="3">
        <dgm:presLayoutVars>
          <dgm:bulletEnabled val="1"/>
        </dgm:presLayoutVars>
      </dgm:prSet>
      <dgm:spPr/>
    </dgm:pt>
    <dgm:pt modelId="{B5BD90E2-DC5E-EE4B-A4C3-0E374EB58631}" type="pres">
      <dgm:prSet presAssocID="{7FEB27C6-5AD7-49C7-8002-A2822C1FAF6C}" presName="childTextArrow" presStyleLbl="fgAccFollowNode1" presStyleIdx="2" presStyleCnt="3">
        <dgm:presLayoutVars>
          <dgm:bulletEnabled val="1"/>
        </dgm:presLayoutVars>
      </dgm:prSet>
      <dgm:spPr/>
    </dgm:pt>
    <dgm:pt modelId="{918DE54B-B983-1742-B1CF-696A44DFA61D}" type="pres">
      <dgm:prSet presAssocID="{52E9D377-11E7-4A61-9DAF-CD7580C3D7A9}" presName="sp" presStyleCnt="0"/>
      <dgm:spPr/>
    </dgm:pt>
    <dgm:pt modelId="{5E33F29F-7198-8A43-B327-527B01BBF044}" type="pres">
      <dgm:prSet presAssocID="{58B0DE82-4317-425F-9D3B-59724BE00650}" presName="arrowAndChildren" presStyleCnt="0"/>
      <dgm:spPr/>
    </dgm:pt>
    <dgm:pt modelId="{3532E9F1-FA75-E44C-963B-1E67DFEA09C9}" type="pres">
      <dgm:prSet presAssocID="{58B0DE82-4317-425F-9D3B-59724BE00650}" presName="parentTextArrow" presStyleLbl="node1" presStyleIdx="2" presStyleCnt="3"/>
      <dgm:spPr/>
    </dgm:pt>
  </dgm:ptLst>
  <dgm:cxnLst>
    <dgm:cxn modelId="{2D1F0F09-EBCB-7941-84CD-E3DA28A14E5C}" type="presOf" srcId="{D38D64F4-4382-4DBF-A3DD-2760E4FC4BF1}" destId="{53B35D65-B933-CE49-8B66-B3210AE1FE7C}" srcOrd="0" destOrd="0" presId="urn:microsoft.com/office/officeart/2005/8/layout/process4"/>
    <dgm:cxn modelId="{95406909-F41A-4746-AED0-289DAF0CC7D8}" type="presOf" srcId="{692BECFA-47A7-43CC-81C9-E732F6250D6F}" destId="{617D7D49-5416-5849-9F5B-A9D830947A48}" srcOrd="1" destOrd="0" presId="urn:microsoft.com/office/officeart/2005/8/layout/process4"/>
    <dgm:cxn modelId="{25EACB1A-5F03-4F88-8031-EDA3B6480859}" srcId="{692BECFA-47A7-43CC-81C9-E732F6250D6F}" destId="{DCBDAA44-85A0-4FA6-949F-303B8C6B29EC}" srcOrd="1" destOrd="0" parTransId="{167D9084-FFC5-44DE-934F-2450FDFEBE29}" sibTransId="{76FD44AF-5D24-4496-9485-E2FBE211317A}"/>
    <dgm:cxn modelId="{15EE1727-9540-4977-B088-43FF82CFB2FD}" srcId="{9405D710-AED2-4817-869C-A439BE7A6D72}" destId="{58B0DE82-4317-425F-9D3B-59724BE00650}" srcOrd="0" destOrd="0" parTransId="{BDE95728-DAC5-499D-9C60-0AC1C3B374D0}" sibTransId="{52E9D377-11E7-4A61-9DAF-CD7580C3D7A9}"/>
    <dgm:cxn modelId="{7B35D229-3F70-465C-AEF6-8085BB320FF6}" srcId="{692BECFA-47A7-43CC-81C9-E732F6250D6F}" destId="{7FEB27C6-5AD7-49C7-8002-A2822C1FAF6C}" srcOrd="2" destOrd="0" parTransId="{8D38E5C4-0DDA-4876-BCF6-F5B708182BF3}" sibTransId="{3366918F-4D01-43BB-9F6B-12588F50FCF7}"/>
    <dgm:cxn modelId="{AB8AF46B-8E93-49A2-A2E4-FDA068E3982E}" srcId="{692BECFA-47A7-43CC-81C9-E732F6250D6F}" destId="{14243731-C272-4606-805B-526D61F187AE}" srcOrd="0" destOrd="0" parTransId="{6BD66B93-CDEA-448F-980E-64BAE71A2576}" sibTransId="{08152A47-7E67-4339-99BD-63E8BF4A35BF}"/>
    <dgm:cxn modelId="{C4822AB7-7CC1-4B3D-A513-233016C2378B}" srcId="{9405D710-AED2-4817-869C-A439BE7A6D72}" destId="{D38D64F4-4382-4DBF-A3DD-2760E4FC4BF1}" srcOrd="2" destOrd="0" parTransId="{B0B9C102-6794-4560-B04F-8F5E6B0C8D9C}" sibTransId="{C91AFB46-38C9-4434-A842-02B9B97E9200}"/>
    <dgm:cxn modelId="{F973EEBC-D58A-154E-BA1E-955EF3E2B528}" type="presOf" srcId="{58B0DE82-4317-425F-9D3B-59724BE00650}" destId="{3532E9F1-FA75-E44C-963B-1E67DFEA09C9}" srcOrd="0" destOrd="0" presId="urn:microsoft.com/office/officeart/2005/8/layout/process4"/>
    <dgm:cxn modelId="{0AA514C5-D474-154A-8895-D651B121FA3E}" type="presOf" srcId="{7FEB27C6-5AD7-49C7-8002-A2822C1FAF6C}" destId="{B5BD90E2-DC5E-EE4B-A4C3-0E374EB58631}" srcOrd="0" destOrd="0" presId="urn:microsoft.com/office/officeart/2005/8/layout/process4"/>
    <dgm:cxn modelId="{9F1D4DE0-0FD9-924D-B1F4-9B8259105FD2}" type="presOf" srcId="{692BECFA-47A7-43CC-81C9-E732F6250D6F}" destId="{0E458A0F-8941-A747-AB22-700079C340E8}" srcOrd="0" destOrd="0" presId="urn:microsoft.com/office/officeart/2005/8/layout/process4"/>
    <dgm:cxn modelId="{EB32DCE2-4447-6A4E-A633-0858481314A7}" type="presOf" srcId="{9405D710-AED2-4817-869C-A439BE7A6D72}" destId="{0AEB6CBB-B151-0D45-BBE0-5177F2409AD1}" srcOrd="0" destOrd="0" presId="urn:microsoft.com/office/officeart/2005/8/layout/process4"/>
    <dgm:cxn modelId="{6067B7E5-D78D-4B07-8E9D-E07CCEECF47A}" srcId="{9405D710-AED2-4817-869C-A439BE7A6D72}" destId="{692BECFA-47A7-43CC-81C9-E732F6250D6F}" srcOrd="1" destOrd="0" parTransId="{12F85AC7-EDF4-4E96-8DB4-750E3B9CC486}" sibTransId="{6586A624-50E5-47BD-BDAB-DEC75EED2B28}"/>
    <dgm:cxn modelId="{F99FA4EB-D38C-D94C-BD65-9DE8A2D3ECE0}" type="presOf" srcId="{14243731-C272-4606-805B-526D61F187AE}" destId="{DDA7592B-21F9-804D-9E58-81E164717DD8}" srcOrd="0" destOrd="0" presId="urn:microsoft.com/office/officeart/2005/8/layout/process4"/>
    <dgm:cxn modelId="{AE1445F2-8482-3848-A184-33276628F023}" type="presOf" srcId="{DCBDAA44-85A0-4FA6-949F-303B8C6B29EC}" destId="{7F213319-2C8A-374B-AF26-8419CF3247FA}" srcOrd="0" destOrd="0" presId="urn:microsoft.com/office/officeart/2005/8/layout/process4"/>
    <dgm:cxn modelId="{1C438B58-4B2D-3649-94B3-FAF965A83FFB}" type="presParOf" srcId="{0AEB6CBB-B151-0D45-BBE0-5177F2409AD1}" destId="{D274CA8B-F37E-8641-B56D-E3F4C591D896}" srcOrd="0" destOrd="0" presId="urn:microsoft.com/office/officeart/2005/8/layout/process4"/>
    <dgm:cxn modelId="{D9A710A4-5372-FF4A-8CFC-287EF55DC302}" type="presParOf" srcId="{D274CA8B-F37E-8641-B56D-E3F4C591D896}" destId="{53B35D65-B933-CE49-8B66-B3210AE1FE7C}" srcOrd="0" destOrd="0" presId="urn:microsoft.com/office/officeart/2005/8/layout/process4"/>
    <dgm:cxn modelId="{C97F3039-A914-CE43-8738-A4ADB1934F3A}" type="presParOf" srcId="{0AEB6CBB-B151-0D45-BBE0-5177F2409AD1}" destId="{688ACF66-37B4-684D-BDDE-BF46F118F180}" srcOrd="1" destOrd="0" presId="urn:microsoft.com/office/officeart/2005/8/layout/process4"/>
    <dgm:cxn modelId="{A1CE1DCF-34EE-734F-937A-FD18C4E2E1DA}" type="presParOf" srcId="{0AEB6CBB-B151-0D45-BBE0-5177F2409AD1}" destId="{A698032A-29BE-B64A-A153-7AC6A22253AF}" srcOrd="2" destOrd="0" presId="urn:microsoft.com/office/officeart/2005/8/layout/process4"/>
    <dgm:cxn modelId="{448BFE42-6E32-744E-AE8F-DB573D660396}" type="presParOf" srcId="{A698032A-29BE-B64A-A153-7AC6A22253AF}" destId="{0E458A0F-8941-A747-AB22-700079C340E8}" srcOrd="0" destOrd="0" presId="urn:microsoft.com/office/officeart/2005/8/layout/process4"/>
    <dgm:cxn modelId="{7437AD19-E4E4-F348-B03B-0BEB3D9D9527}" type="presParOf" srcId="{A698032A-29BE-B64A-A153-7AC6A22253AF}" destId="{617D7D49-5416-5849-9F5B-A9D830947A48}" srcOrd="1" destOrd="0" presId="urn:microsoft.com/office/officeart/2005/8/layout/process4"/>
    <dgm:cxn modelId="{646781A0-8C97-6B46-99D6-EA1368D75838}" type="presParOf" srcId="{A698032A-29BE-B64A-A153-7AC6A22253AF}" destId="{81020BAA-DD30-6C49-B7BD-87379718B88C}" srcOrd="2" destOrd="0" presId="urn:microsoft.com/office/officeart/2005/8/layout/process4"/>
    <dgm:cxn modelId="{4B0257CB-553F-D44A-8910-9E73BC0FAFCD}" type="presParOf" srcId="{81020BAA-DD30-6C49-B7BD-87379718B88C}" destId="{DDA7592B-21F9-804D-9E58-81E164717DD8}" srcOrd="0" destOrd="0" presId="urn:microsoft.com/office/officeart/2005/8/layout/process4"/>
    <dgm:cxn modelId="{2ACD0641-E2EA-6F47-88AE-EB6E368342F1}" type="presParOf" srcId="{81020BAA-DD30-6C49-B7BD-87379718B88C}" destId="{7F213319-2C8A-374B-AF26-8419CF3247FA}" srcOrd="1" destOrd="0" presId="urn:microsoft.com/office/officeart/2005/8/layout/process4"/>
    <dgm:cxn modelId="{B26D2B23-D418-BD4E-846C-704B7D96F505}" type="presParOf" srcId="{81020BAA-DD30-6C49-B7BD-87379718B88C}" destId="{B5BD90E2-DC5E-EE4B-A4C3-0E374EB58631}" srcOrd="2" destOrd="0" presId="urn:microsoft.com/office/officeart/2005/8/layout/process4"/>
    <dgm:cxn modelId="{8149FA47-15EF-A840-BF85-C74148449E61}" type="presParOf" srcId="{0AEB6CBB-B151-0D45-BBE0-5177F2409AD1}" destId="{918DE54B-B983-1742-B1CF-696A44DFA61D}" srcOrd="3" destOrd="0" presId="urn:microsoft.com/office/officeart/2005/8/layout/process4"/>
    <dgm:cxn modelId="{8026A7B0-1AAA-C54B-8FDD-83C13B42145B}" type="presParOf" srcId="{0AEB6CBB-B151-0D45-BBE0-5177F2409AD1}" destId="{5E33F29F-7198-8A43-B327-527B01BBF044}" srcOrd="4" destOrd="0" presId="urn:microsoft.com/office/officeart/2005/8/layout/process4"/>
    <dgm:cxn modelId="{A3E38894-0C9D-0E4D-BC79-37CFE588E2C4}" type="presParOf" srcId="{5E33F29F-7198-8A43-B327-527B01BBF044}" destId="{3532E9F1-FA75-E44C-963B-1E67DFEA09C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6C57EF-4855-4B47-B5C0-EF5F42E95A5F}" type="doc">
      <dgm:prSet loTypeId="urn:microsoft.com/office/officeart/2008/layout/LinedList" loCatId="list" qsTypeId="urn:microsoft.com/office/officeart/2005/8/quickstyle/simple1" qsCatId="simple" csTypeId="urn:microsoft.com/office/officeart/2018/5/colors/Iconchunking_coloredtext_colorful1" csCatId="colorful" phldr="1"/>
      <dgm:spPr/>
      <dgm:t>
        <a:bodyPr/>
        <a:lstStyle/>
        <a:p>
          <a:endParaRPr lang="en-US"/>
        </a:p>
      </dgm:t>
    </dgm:pt>
    <dgm:pt modelId="{1EF46A81-8ED2-4E65-9F0A-39CC1E81EAAE}">
      <dgm:prSet/>
      <dgm:spPr/>
      <dgm:t>
        <a:bodyPr/>
        <a:lstStyle/>
        <a:p>
          <a:pPr>
            <a:lnSpc>
              <a:spcPct val="100000"/>
            </a:lnSpc>
            <a:defRPr cap="all"/>
          </a:pPr>
          <a:r>
            <a:rPr lang="en-GB"/>
            <a:t>brainstorming, mind-mapping and storyboards</a:t>
          </a:r>
          <a:endParaRPr lang="en-US"/>
        </a:p>
      </dgm:t>
    </dgm:pt>
    <dgm:pt modelId="{56795544-672B-4FEE-A62A-4D6D7C493EB7}" type="parTrans" cxnId="{38D47570-F2A9-48DF-B46E-F1B39844F266}">
      <dgm:prSet/>
      <dgm:spPr/>
      <dgm:t>
        <a:bodyPr/>
        <a:lstStyle/>
        <a:p>
          <a:endParaRPr lang="en-US"/>
        </a:p>
      </dgm:t>
    </dgm:pt>
    <dgm:pt modelId="{74671327-6B6B-474D-9A60-5A970ED4FC42}" type="sibTrans" cxnId="{38D47570-F2A9-48DF-B46E-F1B39844F266}">
      <dgm:prSet/>
      <dgm:spPr/>
      <dgm:t>
        <a:bodyPr/>
        <a:lstStyle/>
        <a:p>
          <a:endParaRPr lang="en-US"/>
        </a:p>
      </dgm:t>
    </dgm:pt>
    <dgm:pt modelId="{7A904B5A-60A3-4344-BD40-252DED9CB2F3}">
      <dgm:prSet/>
      <dgm:spPr/>
      <dgm:t>
        <a:bodyPr/>
        <a:lstStyle/>
        <a:p>
          <a:pPr>
            <a:lnSpc>
              <a:spcPct val="100000"/>
            </a:lnSpc>
            <a:defRPr cap="all"/>
          </a:pPr>
          <a:r>
            <a:rPr lang="en-GB"/>
            <a:t>data dictionaries, including selecting appropriate data types</a:t>
          </a:r>
          <a:endParaRPr lang="en-US"/>
        </a:p>
      </dgm:t>
    </dgm:pt>
    <dgm:pt modelId="{80A035C3-AEBC-4070-B687-32CF82F8DEBF}" type="parTrans" cxnId="{D24652F7-0FD6-4EBC-A1D9-8BF69498BC2D}">
      <dgm:prSet/>
      <dgm:spPr/>
      <dgm:t>
        <a:bodyPr/>
        <a:lstStyle/>
        <a:p>
          <a:endParaRPr lang="en-US"/>
        </a:p>
      </dgm:t>
    </dgm:pt>
    <dgm:pt modelId="{095CBDAF-4C83-4D12-A906-8859A776A031}" type="sibTrans" cxnId="{D24652F7-0FD6-4EBC-A1D9-8BF69498BC2D}">
      <dgm:prSet/>
      <dgm:spPr/>
      <dgm:t>
        <a:bodyPr/>
        <a:lstStyle/>
        <a:p>
          <a:endParaRPr lang="en-US"/>
        </a:p>
      </dgm:t>
    </dgm:pt>
    <dgm:pt modelId="{35B543AB-7DEB-471A-8889-8FDF8A08F485}">
      <dgm:prSet/>
      <dgm:spPr/>
      <dgm:t>
        <a:bodyPr/>
        <a:lstStyle/>
        <a:p>
          <a:pPr>
            <a:lnSpc>
              <a:spcPct val="100000"/>
            </a:lnSpc>
            <a:defRPr cap="all"/>
          </a:pPr>
          <a:r>
            <a:rPr lang="en-GB"/>
            <a:t>algorithm design</a:t>
          </a:r>
          <a:endParaRPr lang="en-US"/>
        </a:p>
      </dgm:t>
    </dgm:pt>
    <dgm:pt modelId="{2F730D15-6863-4862-8873-1B249E3CD2CD}" type="parTrans" cxnId="{19757AEC-241C-47C5-BE3F-0F1955EE36BF}">
      <dgm:prSet/>
      <dgm:spPr/>
      <dgm:t>
        <a:bodyPr/>
        <a:lstStyle/>
        <a:p>
          <a:endParaRPr lang="en-US"/>
        </a:p>
      </dgm:t>
    </dgm:pt>
    <dgm:pt modelId="{376ED597-749F-4AD1-9C08-8EA14ABC101A}" type="sibTrans" cxnId="{19757AEC-241C-47C5-BE3F-0F1955EE36BF}">
      <dgm:prSet/>
      <dgm:spPr/>
      <dgm:t>
        <a:bodyPr/>
        <a:lstStyle/>
        <a:p>
          <a:endParaRPr lang="en-US"/>
        </a:p>
      </dgm:t>
    </dgm:pt>
    <dgm:pt modelId="{D2CD97AA-1599-4C64-8D1D-CE9E95EA69BE}">
      <dgm:prSet/>
      <dgm:spPr/>
      <dgm:t>
        <a:bodyPr/>
        <a:lstStyle/>
        <a:p>
          <a:pPr>
            <a:lnSpc>
              <a:spcPct val="100000"/>
            </a:lnSpc>
            <a:defRPr cap="all"/>
          </a:pPr>
          <a:r>
            <a:rPr lang="en-GB"/>
            <a:t>code generation</a:t>
          </a:r>
          <a:endParaRPr lang="en-US"/>
        </a:p>
      </dgm:t>
    </dgm:pt>
    <dgm:pt modelId="{4AF825AA-3F0A-4AC0-8B52-A2BA9C9950E5}" type="parTrans" cxnId="{17E4CA7A-D5A5-46EE-AC0C-0FF5EC580692}">
      <dgm:prSet/>
      <dgm:spPr/>
      <dgm:t>
        <a:bodyPr/>
        <a:lstStyle/>
        <a:p>
          <a:endParaRPr lang="en-US"/>
        </a:p>
      </dgm:t>
    </dgm:pt>
    <dgm:pt modelId="{92C8A7B9-580A-44BC-980B-854F8EF1CD3B}" type="sibTrans" cxnId="{17E4CA7A-D5A5-46EE-AC0C-0FF5EC580692}">
      <dgm:prSet/>
      <dgm:spPr/>
      <dgm:t>
        <a:bodyPr/>
        <a:lstStyle/>
        <a:p>
          <a:endParaRPr lang="en-US"/>
        </a:p>
      </dgm:t>
    </dgm:pt>
    <dgm:pt modelId="{060D53BA-01C7-4420-B82D-52255F2D170C}">
      <dgm:prSet/>
      <dgm:spPr/>
      <dgm:t>
        <a:bodyPr/>
        <a:lstStyle/>
        <a:p>
          <a:pPr>
            <a:lnSpc>
              <a:spcPct val="100000"/>
            </a:lnSpc>
            <a:defRPr cap="all"/>
          </a:pPr>
          <a:r>
            <a:rPr lang="en-GB"/>
            <a:t>testing and debugging</a:t>
          </a:r>
          <a:endParaRPr lang="en-US"/>
        </a:p>
      </dgm:t>
    </dgm:pt>
    <dgm:pt modelId="{0F01B334-5475-463A-96D4-2FB4908D508D}" type="parTrans" cxnId="{3063FDAA-97F5-420E-8B9F-76E699200DA2}">
      <dgm:prSet/>
      <dgm:spPr/>
      <dgm:t>
        <a:bodyPr/>
        <a:lstStyle/>
        <a:p>
          <a:endParaRPr lang="en-US"/>
        </a:p>
      </dgm:t>
    </dgm:pt>
    <dgm:pt modelId="{04A9F939-DB7D-4E97-8618-FBD06B48ED88}" type="sibTrans" cxnId="{3063FDAA-97F5-420E-8B9F-76E699200DA2}">
      <dgm:prSet/>
      <dgm:spPr/>
      <dgm:t>
        <a:bodyPr/>
        <a:lstStyle/>
        <a:p>
          <a:endParaRPr lang="en-US"/>
        </a:p>
      </dgm:t>
    </dgm:pt>
    <dgm:pt modelId="{D49DFC44-781D-483E-8ACC-1AC8F6A17B6C}">
      <dgm:prSet/>
      <dgm:spPr/>
      <dgm:t>
        <a:bodyPr/>
        <a:lstStyle/>
        <a:p>
          <a:pPr>
            <a:lnSpc>
              <a:spcPct val="100000"/>
            </a:lnSpc>
            <a:defRPr cap="all"/>
          </a:pPr>
          <a:r>
            <a:rPr lang="en-GB"/>
            <a:t>installation</a:t>
          </a:r>
          <a:endParaRPr lang="en-US"/>
        </a:p>
      </dgm:t>
    </dgm:pt>
    <dgm:pt modelId="{FE5F6087-DA49-46A9-BAB3-7A1971AABB32}" type="parTrans" cxnId="{150F73C3-4EF4-4480-B747-2682C6E9634B}">
      <dgm:prSet/>
      <dgm:spPr/>
      <dgm:t>
        <a:bodyPr/>
        <a:lstStyle/>
        <a:p>
          <a:endParaRPr lang="en-US"/>
        </a:p>
      </dgm:t>
    </dgm:pt>
    <dgm:pt modelId="{72949A2B-AF20-4B1C-8C52-FB3DD8EED89D}" type="sibTrans" cxnId="{150F73C3-4EF4-4480-B747-2682C6E9634B}">
      <dgm:prSet/>
      <dgm:spPr/>
      <dgm:t>
        <a:bodyPr/>
        <a:lstStyle/>
        <a:p>
          <a:endParaRPr lang="en-US"/>
        </a:p>
      </dgm:t>
    </dgm:pt>
    <dgm:pt modelId="{1BD7D50D-FBA8-42EB-9D88-092C59AD7467}">
      <dgm:prSet/>
      <dgm:spPr/>
      <dgm:t>
        <a:bodyPr/>
        <a:lstStyle/>
        <a:p>
          <a:pPr>
            <a:lnSpc>
              <a:spcPct val="100000"/>
            </a:lnSpc>
            <a:defRPr cap="all"/>
          </a:pPr>
          <a:r>
            <a:rPr lang="en-GB"/>
            <a:t>maintenance</a:t>
          </a:r>
          <a:endParaRPr lang="en-US"/>
        </a:p>
      </dgm:t>
    </dgm:pt>
    <dgm:pt modelId="{C5B7B2F8-281E-4701-B2B5-9A39D59B0156}" type="parTrans" cxnId="{7E83F6D3-0B79-48E7-9144-1075C12B2C34}">
      <dgm:prSet/>
      <dgm:spPr/>
      <dgm:t>
        <a:bodyPr/>
        <a:lstStyle/>
        <a:p>
          <a:endParaRPr lang="en-US"/>
        </a:p>
      </dgm:t>
    </dgm:pt>
    <dgm:pt modelId="{4CA759E1-0108-4EF4-8F2B-9BCD06030468}" type="sibTrans" cxnId="{7E83F6D3-0B79-48E7-9144-1075C12B2C34}">
      <dgm:prSet/>
      <dgm:spPr/>
      <dgm:t>
        <a:bodyPr/>
        <a:lstStyle/>
        <a:p>
          <a:endParaRPr lang="en-US"/>
        </a:p>
      </dgm:t>
    </dgm:pt>
    <dgm:pt modelId="{461F0295-7E7B-45C0-B889-F69049AA290B}" type="pres">
      <dgm:prSet presAssocID="{9E6C57EF-4855-4B47-B5C0-EF5F42E95A5F}" presName="vert0" presStyleCnt="0">
        <dgm:presLayoutVars>
          <dgm:dir/>
          <dgm:animOne val="branch"/>
          <dgm:animLvl val="lvl"/>
        </dgm:presLayoutVars>
      </dgm:prSet>
      <dgm:spPr/>
    </dgm:pt>
    <dgm:pt modelId="{E14AEF83-8342-4615-A4DE-14BA2FAEB402}" type="pres">
      <dgm:prSet presAssocID="{1EF46A81-8ED2-4E65-9F0A-39CC1E81EAAE}" presName="thickLine" presStyleLbl="alignNode1" presStyleIdx="0" presStyleCnt="7"/>
      <dgm:spPr/>
    </dgm:pt>
    <dgm:pt modelId="{A59D481B-B249-4A32-A9BF-6EE3A06B5260}" type="pres">
      <dgm:prSet presAssocID="{1EF46A81-8ED2-4E65-9F0A-39CC1E81EAAE}" presName="horz1" presStyleCnt="0"/>
      <dgm:spPr/>
    </dgm:pt>
    <dgm:pt modelId="{C9F30045-FB99-455C-8A38-9F49AC4561C8}" type="pres">
      <dgm:prSet presAssocID="{1EF46A81-8ED2-4E65-9F0A-39CC1E81EAAE}" presName="tx1" presStyleLbl="revTx" presStyleIdx="0" presStyleCnt="7"/>
      <dgm:spPr/>
    </dgm:pt>
    <dgm:pt modelId="{3CF23ACF-D8FD-4CF8-9283-8071334A4E93}" type="pres">
      <dgm:prSet presAssocID="{1EF46A81-8ED2-4E65-9F0A-39CC1E81EAAE}" presName="vert1" presStyleCnt="0"/>
      <dgm:spPr/>
    </dgm:pt>
    <dgm:pt modelId="{B78C6738-FAEF-4DA2-B27A-EF38B764B536}" type="pres">
      <dgm:prSet presAssocID="{7A904B5A-60A3-4344-BD40-252DED9CB2F3}" presName="thickLine" presStyleLbl="alignNode1" presStyleIdx="1" presStyleCnt="7"/>
      <dgm:spPr/>
    </dgm:pt>
    <dgm:pt modelId="{039EA5FE-257C-4430-BA69-45DE5D36413C}" type="pres">
      <dgm:prSet presAssocID="{7A904B5A-60A3-4344-BD40-252DED9CB2F3}" presName="horz1" presStyleCnt="0"/>
      <dgm:spPr/>
    </dgm:pt>
    <dgm:pt modelId="{D79562CE-5F4F-455B-A2CE-470EEA1CB5BF}" type="pres">
      <dgm:prSet presAssocID="{7A904B5A-60A3-4344-BD40-252DED9CB2F3}" presName="tx1" presStyleLbl="revTx" presStyleIdx="1" presStyleCnt="7"/>
      <dgm:spPr/>
    </dgm:pt>
    <dgm:pt modelId="{CB05E3C0-644C-4504-B74D-FE3716B52D11}" type="pres">
      <dgm:prSet presAssocID="{7A904B5A-60A3-4344-BD40-252DED9CB2F3}" presName="vert1" presStyleCnt="0"/>
      <dgm:spPr/>
    </dgm:pt>
    <dgm:pt modelId="{816B1750-7717-416B-AC12-AE86844C9D9E}" type="pres">
      <dgm:prSet presAssocID="{35B543AB-7DEB-471A-8889-8FDF8A08F485}" presName="thickLine" presStyleLbl="alignNode1" presStyleIdx="2" presStyleCnt="7"/>
      <dgm:spPr/>
    </dgm:pt>
    <dgm:pt modelId="{14A683F1-353E-4F8D-BEBB-40287A3F1AD0}" type="pres">
      <dgm:prSet presAssocID="{35B543AB-7DEB-471A-8889-8FDF8A08F485}" presName="horz1" presStyleCnt="0"/>
      <dgm:spPr/>
    </dgm:pt>
    <dgm:pt modelId="{FD5D5893-D750-4318-BF69-6EA43AF2F784}" type="pres">
      <dgm:prSet presAssocID="{35B543AB-7DEB-471A-8889-8FDF8A08F485}" presName="tx1" presStyleLbl="revTx" presStyleIdx="2" presStyleCnt="7"/>
      <dgm:spPr/>
    </dgm:pt>
    <dgm:pt modelId="{976D7ED9-BF6F-43C7-993A-3B1DCB21B54B}" type="pres">
      <dgm:prSet presAssocID="{35B543AB-7DEB-471A-8889-8FDF8A08F485}" presName="vert1" presStyleCnt="0"/>
      <dgm:spPr/>
    </dgm:pt>
    <dgm:pt modelId="{4C6BCD7D-64FB-4AC1-821E-D2E8C1D958AA}" type="pres">
      <dgm:prSet presAssocID="{D2CD97AA-1599-4C64-8D1D-CE9E95EA69BE}" presName="thickLine" presStyleLbl="alignNode1" presStyleIdx="3" presStyleCnt="7"/>
      <dgm:spPr/>
    </dgm:pt>
    <dgm:pt modelId="{3C58C16F-7E3C-4A65-9098-68379950E0AB}" type="pres">
      <dgm:prSet presAssocID="{D2CD97AA-1599-4C64-8D1D-CE9E95EA69BE}" presName="horz1" presStyleCnt="0"/>
      <dgm:spPr/>
    </dgm:pt>
    <dgm:pt modelId="{8B279ED8-064B-455C-8BC8-9313CF8A3D77}" type="pres">
      <dgm:prSet presAssocID="{D2CD97AA-1599-4C64-8D1D-CE9E95EA69BE}" presName="tx1" presStyleLbl="revTx" presStyleIdx="3" presStyleCnt="7"/>
      <dgm:spPr/>
    </dgm:pt>
    <dgm:pt modelId="{BAD81FDA-211F-4723-B219-139AF6CF8AE6}" type="pres">
      <dgm:prSet presAssocID="{D2CD97AA-1599-4C64-8D1D-CE9E95EA69BE}" presName="vert1" presStyleCnt="0"/>
      <dgm:spPr/>
    </dgm:pt>
    <dgm:pt modelId="{198DA1FA-DB77-4685-B510-8D1038759E84}" type="pres">
      <dgm:prSet presAssocID="{060D53BA-01C7-4420-B82D-52255F2D170C}" presName="thickLine" presStyleLbl="alignNode1" presStyleIdx="4" presStyleCnt="7"/>
      <dgm:spPr/>
    </dgm:pt>
    <dgm:pt modelId="{0D82E6C8-DC8E-47AF-8193-E7407FC9C474}" type="pres">
      <dgm:prSet presAssocID="{060D53BA-01C7-4420-B82D-52255F2D170C}" presName="horz1" presStyleCnt="0"/>
      <dgm:spPr/>
    </dgm:pt>
    <dgm:pt modelId="{46C0AA57-EA22-4234-827B-E05B3F0F1F9F}" type="pres">
      <dgm:prSet presAssocID="{060D53BA-01C7-4420-B82D-52255F2D170C}" presName="tx1" presStyleLbl="revTx" presStyleIdx="4" presStyleCnt="7"/>
      <dgm:spPr/>
    </dgm:pt>
    <dgm:pt modelId="{B731E018-3830-49FC-ACF4-BD12F3E981EB}" type="pres">
      <dgm:prSet presAssocID="{060D53BA-01C7-4420-B82D-52255F2D170C}" presName="vert1" presStyleCnt="0"/>
      <dgm:spPr/>
    </dgm:pt>
    <dgm:pt modelId="{72C398CD-CAF3-4529-A698-D75830A0203B}" type="pres">
      <dgm:prSet presAssocID="{D49DFC44-781D-483E-8ACC-1AC8F6A17B6C}" presName="thickLine" presStyleLbl="alignNode1" presStyleIdx="5" presStyleCnt="7"/>
      <dgm:spPr/>
    </dgm:pt>
    <dgm:pt modelId="{2B6EA790-F435-4C32-AEE3-C48C6D9EA69D}" type="pres">
      <dgm:prSet presAssocID="{D49DFC44-781D-483E-8ACC-1AC8F6A17B6C}" presName="horz1" presStyleCnt="0"/>
      <dgm:spPr/>
    </dgm:pt>
    <dgm:pt modelId="{0192676D-3D0C-4802-B718-2EE807835045}" type="pres">
      <dgm:prSet presAssocID="{D49DFC44-781D-483E-8ACC-1AC8F6A17B6C}" presName="tx1" presStyleLbl="revTx" presStyleIdx="5" presStyleCnt="7"/>
      <dgm:spPr/>
    </dgm:pt>
    <dgm:pt modelId="{48EEE09C-498A-4B15-9D9A-58AD22A1AFD5}" type="pres">
      <dgm:prSet presAssocID="{D49DFC44-781D-483E-8ACC-1AC8F6A17B6C}" presName="vert1" presStyleCnt="0"/>
      <dgm:spPr/>
    </dgm:pt>
    <dgm:pt modelId="{D48D6AF4-EAB2-459B-9C05-ECFA4EB937A7}" type="pres">
      <dgm:prSet presAssocID="{1BD7D50D-FBA8-42EB-9D88-092C59AD7467}" presName="thickLine" presStyleLbl="alignNode1" presStyleIdx="6" presStyleCnt="7"/>
      <dgm:spPr/>
    </dgm:pt>
    <dgm:pt modelId="{CA143C52-2DF2-4C17-90C1-1DC502BFBCD4}" type="pres">
      <dgm:prSet presAssocID="{1BD7D50D-FBA8-42EB-9D88-092C59AD7467}" presName="horz1" presStyleCnt="0"/>
      <dgm:spPr/>
    </dgm:pt>
    <dgm:pt modelId="{453F1BDF-FC6F-486D-8353-2ED2A3AAEE0E}" type="pres">
      <dgm:prSet presAssocID="{1BD7D50D-FBA8-42EB-9D88-092C59AD7467}" presName="tx1" presStyleLbl="revTx" presStyleIdx="6" presStyleCnt="7"/>
      <dgm:spPr/>
    </dgm:pt>
    <dgm:pt modelId="{F4211683-D395-45A6-B3E7-29ABD455C0CA}" type="pres">
      <dgm:prSet presAssocID="{1BD7D50D-FBA8-42EB-9D88-092C59AD7467}" presName="vert1" presStyleCnt="0"/>
      <dgm:spPr/>
    </dgm:pt>
  </dgm:ptLst>
  <dgm:cxnLst>
    <dgm:cxn modelId="{24CC5301-868F-48D0-A9C2-296791DDFA77}" type="presOf" srcId="{D49DFC44-781D-483E-8ACC-1AC8F6A17B6C}" destId="{0192676D-3D0C-4802-B718-2EE807835045}" srcOrd="0" destOrd="0" presId="urn:microsoft.com/office/officeart/2008/layout/LinedList"/>
    <dgm:cxn modelId="{08771420-84A5-4B28-B623-84643A8D0CA8}" type="presOf" srcId="{9E6C57EF-4855-4B47-B5C0-EF5F42E95A5F}" destId="{461F0295-7E7B-45C0-B889-F69049AA290B}" srcOrd="0" destOrd="0" presId="urn:microsoft.com/office/officeart/2008/layout/LinedList"/>
    <dgm:cxn modelId="{417D4B34-282E-4587-A96C-2BB5961DFE67}" type="presOf" srcId="{060D53BA-01C7-4420-B82D-52255F2D170C}" destId="{46C0AA57-EA22-4234-827B-E05B3F0F1F9F}" srcOrd="0" destOrd="0" presId="urn:microsoft.com/office/officeart/2008/layout/LinedList"/>
    <dgm:cxn modelId="{67D57D4A-1EA4-4994-AF23-ECF4346CA019}" type="presOf" srcId="{35B543AB-7DEB-471A-8889-8FDF8A08F485}" destId="{FD5D5893-D750-4318-BF69-6EA43AF2F784}" srcOrd="0" destOrd="0" presId="urn:microsoft.com/office/officeart/2008/layout/LinedList"/>
    <dgm:cxn modelId="{9B096D4B-1D28-4255-AE5D-46BF6E1DE877}" type="presOf" srcId="{1EF46A81-8ED2-4E65-9F0A-39CC1E81EAAE}" destId="{C9F30045-FB99-455C-8A38-9F49AC4561C8}" srcOrd="0" destOrd="0" presId="urn:microsoft.com/office/officeart/2008/layout/LinedList"/>
    <dgm:cxn modelId="{38D47570-F2A9-48DF-B46E-F1B39844F266}" srcId="{9E6C57EF-4855-4B47-B5C0-EF5F42E95A5F}" destId="{1EF46A81-8ED2-4E65-9F0A-39CC1E81EAAE}" srcOrd="0" destOrd="0" parTransId="{56795544-672B-4FEE-A62A-4D6D7C493EB7}" sibTransId="{74671327-6B6B-474D-9A60-5A970ED4FC42}"/>
    <dgm:cxn modelId="{17E4CA7A-D5A5-46EE-AC0C-0FF5EC580692}" srcId="{9E6C57EF-4855-4B47-B5C0-EF5F42E95A5F}" destId="{D2CD97AA-1599-4C64-8D1D-CE9E95EA69BE}" srcOrd="3" destOrd="0" parTransId="{4AF825AA-3F0A-4AC0-8B52-A2BA9C9950E5}" sibTransId="{92C8A7B9-580A-44BC-980B-854F8EF1CD3B}"/>
    <dgm:cxn modelId="{5C441398-DA5F-41F5-812A-FEBAC39432BC}" type="presOf" srcId="{D2CD97AA-1599-4C64-8D1D-CE9E95EA69BE}" destId="{8B279ED8-064B-455C-8BC8-9313CF8A3D77}" srcOrd="0" destOrd="0" presId="urn:microsoft.com/office/officeart/2008/layout/LinedList"/>
    <dgm:cxn modelId="{3063FDAA-97F5-420E-8B9F-76E699200DA2}" srcId="{9E6C57EF-4855-4B47-B5C0-EF5F42E95A5F}" destId="{060D53BA-01C7-4420-B82D-52255F2D170C}" srcOrd="4" destOrd="0" parTransId="{0F01B334-5475-463A-96D4-2FB4908D508D}" sibTransId="{04A9F939-DB7D-4E97-8618-FBD06B48ED88}"/>
    <dgm:cxn modelId="{645F51B4-F1D3-42D4-AFD1-2DC276554AC3}" type="presOf" srcId="{1BD7D50D-FBA8-42EB-9D88-092C59AD7467}" destId="{453F1BDF-FC6F-486D-8353-2ED2A3AAEE0E}" srcOrd="0" destOrd="0" presId="urn:microsoft.com/office/officeart/2008/layout/LinedList"/>
    <dgm:cxn modelId="{150F73C3-4EF4-4480-B747-2682C6E9634B}" srcId="{9E6C57EF-4855-4B47-B5C0-EF5F42E95A5F}" destId="{D49DFC44-781D-483E-8ACC-1AC8F6A17B6C}" srcOrd="5" destOrd="0" parTransId="{FE5F6087-DA49-46A9-BAB3-7A1971AABB32}" sibTransId="{72949A2B-AF20-4B1C-8C52-FB3DD8EED89D}"/>
    <dgm:cxn modelId="{7E83F6D3-0B79-48E7-9144-1075C12B2C34}" srcId="{9E6C57EF-4855-4B47-B5C0-EF5F42E95A5F}" destId="{1BD7D50D-FBA8-42EB-9D88-092C59AD7467}" srcOrd="6" destOrd="0" parTransId="{C5B7B2F8-281E-4701-B2B5-9A39D59B0156}" sibTransId="{4CA759E1-0108-4EF4-8F2B-9BCD06030468}"/>
    <dgm:cxn modelId="{3FCDC7E3-53D9-4D59-81F9-D1D88F63E940}" type="presOf" srcId="{7A904B5A-60A3-4344-BD40-252DED9CB2F3}" destId="{D79562CE-5F4F-455B-A2CE-470EEA1CB5BF}" srcOrd="0" destOrd="0" presId="urn:microsoft.com/office/officeart/2008/layout/LinedList"/>
    <dgm:cxn modelId="{19757AEC-241C-47C5-BE3F-0F1955EE36BF}" srcId="{9E6C57EF-4855-4B47-B5C0-EF5F42E95A5F}" destId="{35B543AB-7DEB-471A-8889-8FDF8A08F485}" srcOrd="2" destOrd="0" parTransId="{2F730D15-6863-4862-8873-1B249E3CD2CD}" sibTransId="{376ED597-749F-4AD1-9C08-8EA14ABC101A}"/>
    <dgm:cxn modelId="{D24652F7-0FD6-4EBC-A1D9-8BF69498BC2D}" srcId="{9E6C57EF-4855-4B47-B5C0-EF5F42E95A5F}" destId="{7A904B5A-60A3-4344-BD40-252DED9CB2F3}" srcOrd="1" destOrd="0" parTransId="{80A035C3-AEBC-4070-B687-32CF82F8DEBF}" sibTransId="{095CBDAF-4C83-4D12-A906-8859A776A031}"/>
    <dgm:cxn modelId="{34CE11C2-7F13-4F13-BFFE-5859C6828359}" type="presParOf" srcId="{461F0295-7E7B-45C0-B889-F69049AA290B}" destId="{E14AEF83-8342-4615-A4DE-14BA2FAEB402}" srcOrd="0" destOrd="0" presId="urn:microsoft.com/office/officeart/2008/layout/LinedList"/>
    <dgm:cxn modelId="{4459FE8B-0C56-4C5A-ABCF-2E05F50B81B5}" type="presParOf" srcId="{461F0295-7E7B-45C0-B889-F69049AA290B}" destId="{A59D481B-B249-4A32-A9BF-6EE3A06B5260}" srcOrd="1" destOrd="0" presId="urn:microsoft.com/office/officeart/2008/layout/LinedList"/>
    <dgm:cxn modelId="{13F8B635-AE73-44EA-B88B-FEDB0C57BE46}" type="presParOf" srcId="{A59D481B-B249-4A32-A9BF-6EE3A06B5260}" destId="{C9F30045-FB99-455C-8A38-9F49AC4561C8}" srcOrd="0" destOrd="0" presId="urn:microsoft.com/office/officeart/2008/layout/LinedList"/>
    <dgm:cxn modelId="{74542E3C-E2D1-4EB3-9CE7-6CE41B811C4A}" type="presParOf" srcId="{A59D481B-B249-4A32-A9BF-6EE3A06B5260}" destId="{3CF23ACF-D8FD-4CF8-9283-8071334A4E93}" srcOrd="1" destOrd="0" presId="urn:microsoft.com/office/officeart/2008/layout/LinedList"/>
    <dgm:cxn modelId="{09BBB785-207F-499F-803B-BB00C831D00F}" type="presParOf" srcId="{461F0295-7E7B-45C0-B889-F69049AA290B}" destId="{B78C6738-FAEF-4DA2-B27A-EF38B764B536}" srcOrd="2" destOrd="0" presId="urn:microsoft.com/office/officeart/2008/layout/LinedList"/>
    <dgm:cxn modelId="{097635B6-CB3E-4469-A806-E8A32859FD62}" type="presParOf" srcId="{461F0295-7E7B-45C0-B889-F69049AA290B}" destId="{039EA5FE-257C-4430-BA69-45DE5D36413C}" srcOrd="3" destOrd="0" presId="urn:microsoft.com/office/officeart/2008/layout/LinedList"/>
    <dgm:cxn modelId="{6BF3A075-8325-4251-8DD7-C9AF6CA68598}" type="presParOf" srcId="{039EA5FE-257C-4430-BA69-45DE5D36413C}" destId="{D79562CE-5F4F-455B-A2CE-470EEA1CB5BF}" srcOrd="0" destOrd="0" presId="urn:microsoft.com/office/officeart/2008/layout/LinedList"/>
    <dgm:cxn modelId="{057040A6-237A-4557-A249-71B50FDF5F4C}" type="presParOf" srcId="{039EA5FE-257C-4430-BA69-45DE5D36413C}" destId="{CB05E3C0-644C-4504-B74D-FE3716B52D11}" srcOrd="1" destOrd="0" presId="urn:microsoft.com/office/officeart/2008/layout/LinedList"/>
    <dgm:cxn modelId="{32E0E1E1-8B16-4BFD-ACF3-CAAA330FC04C}" type="presParOf" srcId="{461F0295-7E7B-45C0-B889-F69049AA290B}" destId="{816B1750-7717-416B-AC12-AE86844C9D9E}" srcOrd="4" destOrd="0" presId="urn:microsoft.com/office/officeart/2008/layout/LinedList"/>
    <dgm:cxn modelId="{41E9AC2B-7EA7-4291-899D-FB4B9DD49196}" type="presParOf" srcId="{461F0295-7E7B-45C0-B889-F69049AA290B}" destId="{14A683F1-353E-4F8D-BEBB-40287A3F1AD0}" srcOrd="5" destOrd="0" presId="urn:microsoft.com/office/officeart/2008/layout/LinedList"/>
    <dgm:cxn modelId="{AE83053C-EFE6-4981-9213-16A1C503A678}" type="presParOf" srcId="{14A683F1-353E-4F8D-BEBB-40287A3F1AD0}" destId="{FD5D5893-D750-4318-BF69-6EA43AF2F784}" srcOrd="0" destOrd="0" presId="urn:microsoft.com/office/officeart/2008/layout/LinedList"/>
    <dgm:cxn modelId="{B5119596-C95F-4D9D-B3B4-E797D447B757}" type="presParOf" srcId="{14A683F1-353E-4F8D-BEBB-40287A3F1AD0}" destId="{976D7ED9-BF6F-43C7-993A-3B1DCB21B54B}" srcOrd="1" destOrd="0" presId="urn:microsoft.com/office/officeart/2008/layout/LinedList"/>
    <dgm:cxn modelId="{8B3D6A0C-64A2-4F34-9263-0083227A437B}" type="presParOf" srcId="{461F0295-7E7B-45C0-B889-F69049AA290B}" destId="{4C6BCD7D-64FB-4AC1-821E-D2E8C1D958AA}" srcOrd="6" destOrd="0" presId="urn:microsoft.com/office/officeart/2008/layout/LinedList"/>
    <dgm:cxn modelId="{ED8E84CA-551F-4019-8317-9C471EBC0ABD}" type="presParOf" srcId="{461F0295-7E7B-45C0-B889-F69049AA290B}" destId="{3C58C16F-7E3C-4A65-9098-68379950E0AB}" srcOrd="7" destOrd="0" presId="urn:microsoft.com/office/officeart/2008/layout/LinedList"/>
    <dgm:cxn modelId="{845A5366-A40B-49B0-A398-42FE79E38103}" type="presParOf" srcId="{3C58C16F-7E3C-4A65-9098-68379950E0AB}" destId="{8B279ED8-064B-455C-8BC8-9313CF8A3D77}" srcOrd="0" destOrd="0" presId="urn:microsoft.com/office/officeart/2008/layout/LinedList"/>
    <dgm:cxn modelId="{01224841-A445-487C-8D1F-64ACF3E13BF8}" type="presParOf" srcId="{3C58C16F-7E3C-4A65-9098-68379950E0AB}" destId="{BAD81FDA-211F-4723-B219-139AF6CF8AE6}" srcOrd="1" destOrd="0" presId="urn:microsoft.com/office/officeart/2008/layout/LinedList"/>
    <dgm:cxn modelId="{90053AD9-DC6E-4B07-91DA-B6B3F1BFE7F0}" type="presParOf" srcId="{461F0295-7E7B-45C0-B889-F69049AA290B}" destId="{198DA1FA-DB77-4685-B510-8D1038759E84}" srcOrd="8" destOrd="0" presId="urn:microsoft.com/office/officeart/2008/layout/LinedList"/>
    <dgm:cxn modelId="{AE991309-DE52-49D1-AE02-B8DA90763CF5}" type="presParOf" srcId="{461F0295-7E7B-45C0-B889-F69049AA290B}" destId="{0D82E6C8-DC8E-47AF-8193-E7407FC9C474}" srcOrd="9" destOrd="0" presId="urn:microsoft.com/office/officeart/2008/layout/LinedList"/>
    <dgm:cxn modelId="{3AD211CF-F522-4C4F-A3FE-10E50667B6B8}" type="presParOf" srcId="{0D82E6C8-DC8E-47AF-8193-E7407FC9C474}" destId="{46C0AA57-EA22-4234-827B-E05B3F0F1F9F}" srcOrd="0" destOrd="0" presId="urn:microsoft.com/office/officeart/2008/layout/LinedList"/>
    <dgm:cxn modelId="{12CB803F-9709-468A-924A-6926520C6C75}" type="presParOf" srcId="{0D82E6C8-DC8E-47AF-8193-E7407FC9C474}" destId="{B731E018-3830-49FC-ACF4-BD12F3E981EB}" srcOrd="1" destOrd="0" presId="urn:microsoft.com/office/officeart/2008/layout/LinedList"/>
    <dgm:cxn modelId="{63162176-91D3-47BA-B028-C1C8ED55E3F7}" type="presParOf" srcId="{461F0295-7E7B-45C0-B889-F69049AA290B}" destId="{72C398CD-CAF3-4529-A698-D75830A0203B}" srcOrd="10" destOrd="0" presId="urn:microsoft.com/office/officeart/2008/layout/LinedList"/>
    <dgm:cxn modelId="{35BC05A9-2008-4D22-9825-0F8AA5BCFF7F}" type="presParOf" srcId="{461F0295-7E7B-45C0-B889-F69049AA290B}" destId="{2B6EA790-F435-4C32-AEE3-C48C6D9EA69D}" srcOrd="11" destOrd="0" presId="urn:microsoft.com/office/officeart/2008/layout/LinedList"/>
    <dgm:cxn modelId="{0C4672FD-F86C-4B2A-B95E-C015715ADE7B}" type="presParOf" srcId="{2B6EA790-F435-4C32-AEE3-C48C6D9EA69D}" destId="{0192676D-3D0C-4802-B718-2EE807835045}" srcOrd="0" destOrd="0" presId="urn:microsoft.com/office/officeart/2008/layout/LinedList"/>
    <dgm:cxn modelId="{354A462E-ADEF-40C3-9E77-91FEA4CC3FFB}" type="presParOf" srcId="{2B6EA790-F435-4C32-AEE3-C48C6D9EA69D}" destId="{48EEE09C-498A-4B15-9D9A-58AD22A1AFD5}" srcOrd="1" destOrd="0" presId="urn:microsoft.com/office/officeart/2008/layout/LinedList"/>
    <dgm:cxn modelId="{437175F4-9D0B-4A11-A676-FF485521F28B}" type="presParOf" srcId="{461F0295-7E7B-45C0-B889-F69049AA290B}" destId="{D48D6AF4-EAB2-459B-9C05-ECFA4EB937A7}" srcOrd="12" destOrd="0" presId="urn:microsoft.com/office/officeart/2008/layout/LinedList"/>
    <dgm:cxn modelId="{5EA2FEA0-02C9-45D2-A7CC-05C477CA8CFD}" type="presParOf" srcId="{461F0295-7E7B-45C0-B889-F69049AA290B}" destId="{CA143C52-2DF2-4C17-90C1-1DC502BFBCD4}" srcOrd="13" destOrd="0" presId="urn:microsoft.com/office/officeart/2008/layout/LinedList"/>
    <dgm:cxn modelId="{250E8310-4DAD-474C-83F3-C36C1B7AEEF8}" type="presParOf" srcId="{CA143C52-2DF2-4C17-90C1-1DC502BFBCD4}" destId="{453F1BDF-FC6F-486D-8353-2ED2A3AAEE0E}" srcOrd="0" destOrd="0" presId="urn:microsoft.com/office/officeart/2008/layout/LinedList"/>
    <dgm:cxn modelId="{74120B2E-F948-4E6B-BB6B-7AD4B99CFB30}" type="presParOf" srcId="{CA143C52-2DF2-4C17-90C1-1DC502BFBCD4}" destId="{F4211683-D395-45A6-B3E7-29ABD455C0C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20BF8E3-8F23-4F58-A8DA-FA261DB4507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0B680EE-C254-4460-9F94-851666B4A583}">
      <dgm:prSet/>
      <dgm:spPr/>
      <dgm:t>
        <a:bodyPr/>
        <a:lstStyle/>
        <a:p>
          <a:r>
            <a:rPr lang="en-GB"/>
            <a:t>Storyboard tools are used to </a:t>
          </a:r>
          <a:r>
            <a:rPr lang="en-GB" b="1"/>
            <a:t>visually represent user interaction with a system</a:t>
          </a:r>
          <a:r>
            <a:rPr lang="en-GB"/>
            <a:t> by showing screens, states or stages in sequence. They focus on </a:t>
          </a:r>
          <a:r>
            <a:rPr lang="en-GB" b="1"/>
            <a:t>user interface (UI) and user experience (UX)</a:t>
          </a:r>
          <a:r>
            <a:rPr lang="en-GB"/>
            <a:t> design rather than code.</a:t>
          </a:r>
          <a:endParaRPr lang="en-US"/>
        </a:p>
      </dgm:t>
    </dgm:pt>
    <dgm:pt modelId="{B3975EF3-613A-4F2E-B06D-D810266F2C7B}" type="parTrans" cxnId="{54001E8B-E909-473D-AD17-18646AFE4B9C}">
      <dgm:prSet/>
      <dgm:spPr/>
      <dgm:t>
        <a:bodyPr/>
        <a:lstStyle/>
        <a:p>
          <a:endParaRPr lang="en-US"/>
        </a:p>
      </dgm:t>
    </dgm:pt>
    <dgm:pt modelId="{21713B01-23D9-40B2-B0B6-AE4ED5636ACE}" type="sibTrans" cxnId="{54001E8B-E909-473D-AD17-18646AFE4B9C}">
      <dgm:prSet/>
      <dgm:spPr/>
      <dgm:t>
        <a:bodyPr/>
        <a:lstStyle/>
        <a:p>
          <a:endParaRPr lang="en-US"/>
        </a:p>
      </dgm:t>
    </dgm:pt>
    <dgm:pt modelId="{021E64E9-17EC-49CA-A60A-803CF6B1AFDA}">
      <dgm:prSet/>
      <dgm:spPr/>
      <dgm:t>
        <a:bodyPr/>
        <a:lstStyle/>
        <a:p>
          <a:r>
            <a:rPr lang="en-GB" b="1"/>
            <a:t>PowerPoint / Google Slides</a:t>
          </a:r>
          <a:endParaRPr lang="en-US"/>
        </a:p>
      </dgm:t>
    </dgm:pt>
    <dgm:pt modelId="{EB3A1E1E-90BC-4F3E-AC77-69A26DEA04A4}" type="parTrans" cxnId="{3C62BA5F-704C-4063-B697-D2DB70122432}">
      <dgm:prSet/>
      <dgm:spPr/>
      <dgm:t>
        <a:bodyPr/>
        <a:lstStyle/>
        <a:p>
          <a:endParaRPr lang="en-US"/>
        </a:p>
      </dgm:t>
    </dgm:pt>
    <dgm:pt modelId="{970E06DC-C17A-403F-8A2B-81213DA442BB}" type="sibTrans" cxnId="{3C62BA5F-704C-4063-B697-D2DB70122432}">
      <dgm:prSet/>
      <dgm:spPr/>
      <dgm:t>
        <a:bodyPr/>
        <a:lstStyle/>
        <a:p>
          <a:endParaRPr lang="en-US"/>
        </a:p>
      </dgm:t>
    </dgm:pt>
    <dgm:pt modelId="{9F69881F-6561-41D0-B252-9D84E1F11613}">
      <dgm:prSet/>
      <dgm:spPr/>
      <dgm:t>
        <a:bodyPr/>
        <a:lstStyle/>
        <a:p>
          <a:r>
            <a:rPr lang="en-GB"/>
            <a:t>Allows creation of slide-based screen mock-ups.</a:t>
          </a:r>
          <a:endParaRPr lang="en-US"/>
        </a:p>
      </dgm:t>
    </dgm:pt>
    <dgm:pt modelId="{D8F73CA9-CCE3-4FF0-8FFF-FC1F42984E38}" type="parTrans" cxnId="{5632E7CA-2475-4B81-A4C4-6C8FE4AA4F2A}">
      <dgm:prSet/>
      <dgm:spPr/>
      <dgm:t>
        <a:bodyPr/>
        <a:lstStyle/>
        <a:p>
          <a:endParaRPr lang="en-US"/>
        </a:p>
      </dgm:t>
    </dgm:pt>
    <dgm:pt modelId="{8AA3587F-69D2-4ECD-9779-2B6F3A3E3595}" type="sibTrans" cxnId="{5632E7CA-2475-4B81-A4C4-6C8FE4AA4F2A}">
      <dgm:prSet/>
      <dgm:spPr/>
      <dgm:t>
        <a:bodyPr/>
        <a:lstStyle/>
        <a:p>
          <a:endParaRPr lang="en-US"/>
        </a:p>
      </dgm:t>
    </dgm:pt>
    <dgm:pt modelId="{65AF4BB2-B8CB-4899-8A34-F209932B1587}">
      <dgm:prSet/>
      <dgm:spPr/>
      <dgm:t>
        <a:bodyPr/>
        <a:lstStyle/>
        <a:p>
          <a:r>
            <a:rPr lang="en-GB"/>
            <a:t>Easy to label buttons, menus and transitions.</a:t>
          </a:r>
          <a:endParaRPr lang="en-US"/>
        </a:p>
      </dgm:t>
    </dgm:pt>
    <dgm:pt modelId="{234CECA3-49A3-410E-9E63-3F7FB775A5E1}" type="parTrans" cxnId="{D3A598AE-3AE7-4D1C-8232-C5AD16E1D63B}">
      <dgm:prSet/>
      <dgm:spPr/>
      <dgm:t>
        <a:bodyPr/>
        <a:lstStyle/>
        <a:p>
          <a:endParaRPr lang="en-US"/>
        </a:p>
      </dgm:t>
    </dgm:pt>
    <dgm:pt modelId="{D0C6F0D4-2082-4E59-AC53-5BFD18EEC3C5}" type="sibTrans" cxnId="{D3A598AE-3AE7-4D1C-8232-C5AD16E1D63B}">
      <dgm:prSet/>
      <dgm:spPr/>
      <dgm:t>
        <a:bodyPr/>
        <a:lstStyle/>
        <a:p>
          <a:endParaRPr lang="en-US"/>
        </a:p>
      </dgm:t>
    </dgm:pt>
    <dgm:pt modelId="{A8DD7C34-2582-483C-8782-BD20B903F38C}">
      <dgm:prSet/>
      <dgm:spPr/>
      <dgm:t>
        <a:bodyPr/>
        <a:lstStyle/>
        <a:p>
          <a:r>
            <a:rPr lang="en-GB" b="1"/>
            <a:t>Figma</a:t>
          </a:r>
          <a:endParaRPr lang="en-US"/>
        </a:p>
      </dgm:t>
    </dgm:pt>
    <dgm:pt modelId="{E5F0D9B5-EA37-499C-A3CB-C12E3F8E2623}" type="parTrans" cxnId="{AC304899-C817-4A0C-A92D-1E8983777850}">
      <dgm:prSet/>
      <dgm:spPr/>
      <dgm:t>
        <a:bodyPr/>
        <a:lstStyle/>
        <a:p>
          <a:endParaRPr lang="en-US"/>
        </a:p>
      </dgm:t>
    </dgm:pt>
    <dgm:pt modelId="{A41F12C0-17BD-418F-976A-791177A5D78E}" type="sibTrans" cxnId="{AC304899-C817-4A0C-A92D-1E8983777850}">
      <dgm:prSet/>
      <dgm:spPr/>
      <dgm:t>
        <a:bodyPr/>
        <a:lstStyle/>
        <a:p>
          <a:endParaRPr lang="en-US"/>
        </a:p>
      </dgm:t>
    </dgm:pt>
    <dgm:pt modelId="{AC555F8E-BE2A-4B78-B72A-54E67A5BEC54}">
      <dgm:prSet/>
      <dgm:spPr/>
      <dgm:t>
        <a:bodyPr/>
        <a:lstStyle/>
        <a:p>
          <a:r>
            <a:rPr lang="en-GB"/>
            <a:t>A UI/UX design tool used to create interactive prototypes.</a:t>
          </a:r>
          <a:endParaRPr lang="en-US"/>
        </a:p>
      </dgm:t>
    </dgm:pt>
    <dgm:pt modelId="{D0E46442-356E-427A-AD6C-9F4E12C84459}" type="parTrans" cxnId="{0367E895-FE0C-474A-AAF2-66C3EE273713}">
      <dgm:prSet/>
      <dgm:spPr/>
      <dgm:t>
        <a:bodyPr/>
        <a:lstStyle/>
        <a:p>
          <a:endParaRPr lang="en-US"/>
        </a:p>
      </dgm:t>
    </dgm:pt>
    <dgm:pt modelId="{5A6CB0BA-577F-4410-A69C-E34ABB4B1890}" type="sibTrans" cxnId="{0367E895-FE0C-474A-AAF2-66C3EE273713}">
      <dgm:prSet/>
      <dgm:spPr/>
      <dgm:t>
        <a:bodyPr/>
        <a:lstStyle/>
        <a:p>
          <a:endParaRPr lang="en-US"/>
        </a:p>
      </dgm:t>
    </dgm:pt>
    <dgm:pt modelId="{82625BC4-4402-4DDA-94B0-EAD176099814}">
      <dgm:prSet/>
      <dgm:spPr/>
      <dgm:t>
        <a:bodyPr/>
        <a:lstStyle/>
        <a:p>
          <a:r>
            <a:rPr lang="en-GB"/>
            <a:t>Useful for more advanced interface planning.</a:t>
          </a:r>
          <a:endParaRPr lang="en-US"/>
        </a:p>
      </dgm:t>
    </dgm:pt>
    <dgm:pt modelId="{2A78E4EF-F295-46CA-BD61-33CFDE66149A}" type="parTrans" cxnId="{955DC3B8-697F-41F0-B20D-4C502FDD1FF3}">
      <dgm:prSet/>
      <dgm:spPr/>
      <dgm:t>
        <a:bodyPr/>
        <a:lstStyle/>
        <a:p>
          <a:endParaRPr lang="en-US"/>
        </a:p>
      </dgm:t>
    </dgm:pt>
    <dgm:pt modelId="{6E5D2EF6-65B7-4DF3-9B41-2EAB749A4F81}" type="sibTrans" cxnId="{955DC3B8-697F-41F0-B20D-4C502FDD1FF3}">
      <dgm:prSet/>
      <dgm:spPr/>
      <dgm:t>
        <a:bodyPr/>
        <a:lstStyle/>
        <a:p>
          <a:endParaRPr lang="en-US"/>
        </a:p>
      </dgm:t>
    </dgm:pt>
    <dgm:pt modelId="{DEB45040-7138-4DD5-ACF5-D6E88BE94185}">
      <dgm:prSet/>
      <dgm:spPr/>
      <dgm:t>
        <a:bodyPr/>
        <a:lstStyle/>
        <a:p>
          <a:r>
            <a:rPr lang="en-GB" b="1"/>
            <a:t>Pen and Paper</a:t>
          </a:r>
          <a:endParaRPr lang="en-US"/>
        </a:p>
      </dgm:t>
    </dgm:pt>
    <dgm:pt modelId="{9C91263D-0594-44EA-A2A0-69DA0E819271}" type="parTrans" cxnId="{72D661FC-6A5D-43E4-B3D4-1A3991388DCE}">
      <dgm:prSet/>
      <dgm:spPr/>
      <dgm:t>
        <a:bodyPr/>
        <a:lstStyle/>
        <a:p>
          <a:endParaRPr lang="en-US"/>
        </a:p>
      </dgm:t>
    </dgm:pt>
    <dgm:pt modelId="{C3350949-6E44-4EE6-AA84-FAEFCB7A7A90}" type="sibTrans" cxnId="{72D661FC-6A5D-43E4-B3D4-1A3991388DCE}">
      <dgm:prSet/>
      <dgm:spPr/>
      <dgm:t>
        <a:bodyPr/>
        <a:lstStyle/>
        <a:p>
          <a:endParaRPr lang="en-US"/>
        </a:p>
      </dgm:t>
    </dgm:pt>
    <dgm:pt modelId="{D71BEB18-052D-4F7E-934B-C20422B832A3}" type="pres">
      <dgm:prSet presAssocID="{420BF8E3-8F23-4F58-A8DA-FA261DB4507E}" presName="linear" presStyleCnt="0">
        <dgm:presLayoutVars>
          <dgm:animLvl val="lvl"/>
          <dgm:resizeHandles val="exact"/>
        </dgm:presLayoutVars>
      </dgm:prSet>
      <dgm:spPr/>
    </dgm:pt>
    <dgm:pt modelId="{9DA56568-541D-4CE5-BF52-4C0CA32F7494}" type="pres">
      <dgm:prSet presAssocID="{60B680EE-C254-4460-9F94-851666B4A583}" presName="parentText" presStyleLbl="node1" presStyleIdx="0" presStyleCnt="4">
        <dgm:presLayoutVars>
          <dgm:chMax val="0"/>
          <dgm:bulletEnabled val="1"/>
        </dgm:presLayoutVars>
      </dgm:prSet>
      <dgm:spPr/>
    </dgm:pt>
    <dgm:pt modelId="{EA618334-921F-4B6E-86B5-38BB978624CE}" type="pres">
      <dgm:prSet presAssocID="{21713B01-23D9-40B2-B0B6-AE4ED5636ACE}" presName="spacer" presStyleCnt="0"/>
      <dgm:spPr/>
    </dgm:pt>
    <dgm:pt modelId="{221C9FCB-6704-4B02-AA23-C31FD0D6E2DA}" type="pres">
      <dgm:prSet presAssocID="{021E64E9-17EC-49CA-A60A-803CF6B1AFDA}" presName="parentText" presStyleLbl="node1" presStyleIdx="1" presStyleCnt="4">
        <dgm:presLayoutVars>
          <dgm:chMax val="0"/>
          <dgm:bulletEnabled val="1"/>
        </dgm:presLayoutVars>
      </dgm:prSet>
      <dgm:spPr/>
    </dgm:pt>
    <dgm:pt modelId="{C0500344-7337-40A2-9BB5-22200C467CA5}" type="pres">
      <dgm:prSet presAssocID="{021E64E9-17EC-49CA-A60A-803CF6B1AFDA}" presName="childText" presStyleLbl="revTx" presStyleIdx="0" presStyleCnt="2">
        <dgm:presLayoutVars>
          <dgm:bulletEnabled val="1"/>
        </dgm:presLayoutVars>
      </dgm:prSet>
      <dgm:spPr/>
    </dgm:pt>
    <dgm:pt modelId="{35121BCF-69C4-4F0C-BD52-BB4CED4D236A}" type="pres">
      <dgm:prSet presAssocID="{A8DD7C34-2582-483C-8782-BD20B903F38C}" presName="parentText" presStyleLbl="node1" presStyleIdx="2" presStyleCnt="4">
        <dgm:presLayoutVars>
          <dgm:chMax val="0"/>
          <dgm:bulletEnabled val="1"/>
        </dgm:presLayoutVars>
      </dgm:prSet>
      <dgm:spPr/>
    </dgm:pt>
    <dgm:pt modelId="{43E58E3B-40D2-4EF0-BB7F-C287A9030AE1}" type="pres">
      <dgm:prSet presAssocID="{A8DD7C34-2582-483C-8782-BD20B903F38C}" presName="childText" presStyleLbl="revTx" presStyleIdx="1" presStyleCnt="2">
        <dgm:presLayoutVars>
          <dgm:bulletEnabled val="1"/>
        </dgm:presLayoutVars>
      </dgm:prSet>
      <dgm:spPr/>
    </dgm:pt>
    <dgm:pt modelId="{0BE2DC42-8385-46E3-9F60-0AC75074E5BC}" type="pres">
      <dgm:prSet presAssocID="{DEB45040-7138-4DD5-ACF5-D6E88BE94185}" presName="parentText" presStyleLbl="node1" presStyleIdx="3" presStyleCnt="4">
        <dgm:presLayoutVars>
          <dgm:chMax val="0"/>
          <dgm:bulletEnabled val="1"/>
        </dgm:presLayoutVars>
      </dgm:prSet>
      <dgm:spPr/>
    </dgm:pt>
  </dgm:ptLst>
  <dgm:cxnLst>
    <dgm:cxn modelId="{791F512D-9A3F-437E-BBBE-5675DF74BB48}" type="presOf" srcId="{A8DD7C34-2582-483C-8782-BD20B903F38C}" destId="{35121BCF-69C4-4F0C-BD52-BB4CED4D236A}" srcOrd="0" destOrd="0" presId="urn:microsoft.com/office/officeart/2005/8/layout/vList2"/>
    <dgm:cxn modelId="{7ED6124E-4A33-42C1-A152-256818428C4E}" type="presOf" srcId="{60B680EE-C254-4460-9F94-851666B4A583}" destId="{9DA56568-541D-4CE5-BF52-4C0CA32F7494}" srcOrd="0" destOrd="0" presId="urn:microsoft.com/office/officeart/2005/8/layout/vList2"/>
    <dgm:cxn modelId="{3C62BA5F-704C-4063-B697-D2DB70122432}" srcId="{420BF8E3-8F23-4F58-A8DA-FA261DB4507E}" destId="{021E64E9-17EC-49CA-A60A-803CF6B1AFDA}" srcOrd="1" destOrd="0" parTransId="{EB3A1E1E-90BC-4F3E-AC77-69A26DEA04A4}" sibTransId="{970E06DC-C17A-403F-8A2B-81213DA442BB}"/>
    <dgm:cxn modelId="{0783B075-8E73-46BF-A334-A3D162ADF5E3}" type="presOf" srcId="{021E64E9-17EC-49CA-A60A-803CF6B1AFDA}" destId="{221C9FCB-6704-4B02-AA23-C31FD0D6E2DA}" srcOrd="0" destOrd="0" presId="urn:microsoft.com/office/officeart/2005/8/layout/vList2"/>
    <dgm:cxn modelId="{3A36B478-F738-4B22-A25A-BB541F1640B6}" type="presOf" srcId="{9F69881F-6561-41D0-B252-9D84E1F11613}" destId="{C0500344-7337-40A2-9BB5-22200C467CA5}" srcOrd="0" destOrd="0" presId="urn:microsoft.com/office/officeart/2005/8/layout/vList2"/>
    <dgm:cxn modelId="{54001E8B-E909-473D-AD17-18646AFE4B9C}" srcId="{420BF8E3-8F23-4F58-A8DA-FA261DB4507E}" destId="{60B680EE-C254-4460-9F94-851666B4A583}" srcOrd="0" destOrd="0" parTransId="{B3975EF3-613A-4F2E-B06D-D810266F2C7B}" sibTransId="{21713B01-23D9-40B2-B0B6-AE4ED5636ACE}"/>
    <dgm:cxn modelId="{0367E895-FE0C-474A-AAF2-66C3EE273713}" srcId="{A8DD7C34-2582-483C-8782-BD20B903F38C}" destId="{AC555F8E-BE2A-4B78-B72A-54E67A5BEC54}" srcOrd="0" destOrd="0" parTransId="{D0E46442-356E-427A-AD6C-9F4E12C84459}" sibTransId="{5A6CB0BA-577F-4410-A69C-E34ABB4B1890}"/>
    <dgm:cxn modelId="{AC304899-C817-4A0C-A92D-1E8983777850}" srcId="{420BF8E3-8F23-4F58-A8DA-FA261DB4507E}" destId="{A8DD7C34-2582-483C-8782-BD20B903F38C}" srcOrd="2" destOrd="0" parTransId="{E5F0D9B5-EA37-499C-A3CB-C12E3F8E2623}" sibTransId="{A41F12C0-17BD-418F-976A-791177A5D78E}"/>
    <dgm:cxn modelId="{36072A9C-2604-4A9D-87AF-2CED79E4584A}" type="presOf" srcId="{DEB45040-7138-4DD5-ACF5-D6E88BE94185}" destId="{0BE2DC42-8385-46E3-9F60-0AC75074E5BC}" srcOrd="0" destOrd="0" presId="urn:microsoft.com/office/officeart/2005/8/layout/vList2"/>
    <dgm:cxn modelId="{E368489F-D726-45AA-AACE-975BECDF5374}" type="presOf" srcId="{420BF8E3-8F23-4F58-A8DA-FA261DB4507E}" destId="{D71BEB18-052D-4F7E-934B-C20422B832A3}" srcOrd="0" destOrd="0" presId="urn:microsoft.com/office/officeart/2005/8/layout/vList2"/>
    <dgm:cxn modelId="{D3A598AE-3AE7-4D1C-8232-C5AD16E1D63B}" srcId="{021E64E9-17EC-49CA-A60A-803CF6B1AFDA}" destId="{65AF4BB2-B8CB-4899-8A34-F209932B1587}" srcOrd="1" destOrd="0" parTransId="{234CECA3-49A3-410E-9E63-3F7FB775A5E1}" sibTransId="{D0C6F0D4-2082-4E59-AC53-5BFD18EEC3C5}"/>
    <dgm:cxn modelId="{955DC3B8-697F-41F0-B20D-4C502FDD1FF3}" srcId="{A8DD7C34-2582-483C-8782-BD20B903F38C}" destId="{82625BC4-4402-4DDA-94B0-EAD176099814}" srcOrd="1" destOrd="0" parTransId="{2A78E4EF-F295-46CA-BD61-33CFDE66149A}" sibTransId="{6E5D2EF6-65B7-4DF3-9B41-2EAB749A4F81}"/>
    <dgm:cxn modelId="{C70E5CC9-1A8B-44B8-BF80-C298CE4F0841}" type="presOf" srcId="{65AF4BB2-B8CB-4899-8A34-F209932B1587}" destId="{C0500344-7337-40A2-9BB5-22200C467CA5}" srcOrd="0" destOrd="1" presId="urn:microsoft.com/office/officeart/2005/8/layout/vList2"/>
    <dgm:cxn modelId="{5632E7CA-2475-4B81-A4C4-6C8FE4AA4F2A}" srcId="{021E64E9-17EC-49CA-A60A-803CF6B1AFDA}" destId="{9F69881F-6561-41D0-B252-9D84E1F11613}" srcOrd="0" destOrd="0" parTransId="{D8F73CA9-CCE3-4FF0-8FFF-FC1F42984E38}" sibTransId="{8AA3587F-69D2-4ECD-9779-2B6F3A3E3595}"/>
    <dgm:cxn modelId="{BB3A68D3-5C7E-4D85-A309-04AB3548EAC9}" type="presOf" srcId="{82625BC4-4402-4DDA-94B0-EAD176099814}" destId="{43E58E3B-40D2-4EF0-BB7F-C287A9030AE1}" srcOrd="0" destOrd="1" presId="urn:microsoft.com/office/officeart/2005/8/layout/vList2"/>
    <dgm:cxn modelId="{C45F98D7-830F-49A1-9924-D7A604064A9D}" type="presOf" srcId="{AC555F8E-BE2A-4B78-B72A-54E67A5BEC54}" destId="{43E58E3B-40D2-4EF0-BB7F-C287A9030AE1}" srcOrd="0" destOrd="0" presId="urn:microsoft.com/office/officeart/2005/8/layout/vList2"/>
    <dgm:cxn modelId="{72D661FC-6A5D-43E4-B3D4-1A3991388DCE}" srcId="{420BF8E3-8F23-4F58-A8DA-FA261DB4507E}" destId="{DEB45040-7138-4DD5-ACF5-D6E88BE94185}" srcOrd="3" destOrd="0" parTransId="{9C91263D-0594-44EA-A2A0-69DA0E819271}" sibTransId="{C3350949-6E44-4EE6-AA84-FAEFCB7A7A90}"/>
    <dgm:cxn modelId="{65B1EDF4-7F98-42CE-8122-A473FF4E3AC0}" type="presParOf" srcId="{D71BEB18-052D-4F7E-934B-C20422B832A3}" destId="{9DA56568-541D-4CE5-BF52-4C0CA32F7494}" srcOrd="0" destOrd="0" presId="urn:microsoft.com/office/officeart/2005/8/layout/vList2"/>
    <dgm:cxn modelId="{76A65CC5-D4E4-474C-B78F-E22864375B44}" type="presParOf" srcId="{D71BEB18-052D-4F7E-934B-C20422B832A3}" destId="{EA618334-921F-4B6E-86B5-38BB978624CE}" srcOrd="1" destOrd="0" presId="urn:microsoft.com/office/officeart/2005/8/layout/vList2"/>
    <dgm:cxn modelId="{27E8137C-96E6-4535-B507-0BFAB70DFFC6}" type="presParOf" srcId="{D71BEB18-052D-4F7E-934B-C20422B832A3}" destId="{221C9FCB-6704-4B02-AA23-C31FD0D6E2DA}" srcOrd="2" destOrd="0" presId="urn:microsoft.com/office/officeart/2005/8/layout/vList2"/>
    <dgm:cxn modelId="{EF5ED720-2F86-4595-830A-61386833DBB1}" type="presParOf" srcId="{D71BEB18-052D-4F7E-934B-C20422B832A3}" destId="{C0500344-7337-40A2-9BB5-22200C467CA5}" srcOrd="3" destOrd="0" presId="urn:microsoft.com/office/officeart/2005/8/layout/vList2"/>
    <dgm:cxn modelId="{348C353C-41D0-454D-A2B5-9F218502D084}" type="presParOf" srcId="{D71BEB18-052D-4F7E-934B-C20422B832A3}" destId="{35121BCF-69C4-4F0C-BD52-BB4CED4D236A}" srcOrd="4" destOrd="0" presId="urn:microsoft.com/office/officeart/2005/8/layout/vList2"/>
    <dgm:cxn modelId="{E7CA7E54-39D3-42D7-A17B-2498298210AF}" type="presParOf" srcId="{D71BEB18-052D-4F7E-934B-C20422B832A3}" destId="{43E58E3B-40D2-4EF0-BB7F-C287A9030AE1}" srcOrd="5" destOrd="0" presId="urn:microsoft.com/office/officeart/2005/8/layout/vList2"/>
    <dgm:cxn modelId="{21E65B63-65F1-4067-9281-46DB7266C66B}" type="presParOf" srcId="{D71BEB18-052D-4F7E-934B-C20422B832A3}" destId="{0BE2DC42-8385-46E3-9F60-0AC75074E5B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42671D5-01B9-4579-A672-03C5A8B6CDB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4325F15-355B-4B1F-976A-82663AD1751C}">
      <dgm:prSet/>
      <dgm:spPr/>
      <dgm:t>
        <a:bodyPr/>
        <a:lstStyle/>
        <a:p>
          <a:r>
            <a:rPr lang="en-GB"/>
            <a:t>Encourages systematic planning rather than jumping straight into coding.</a:t>
          </a:r>
          <a:endParaRPr lang="en-US"/>
        </a:p>
      </dgm:t>
    </dgm:pt>
    <dgm:pt modelId="{33420C3A-51BB-4F00-AEB6-FF559DC85A54}" type="parTrans" cxnId="{E9350966-23B1-46CA-AC99-ADED2F72ED2E}">
      <dgm:prSet/>
      <dgm:spPr/>
      <dgm:t>
        <a:bodyPr/>
        <a:lstStyle/>
        <a:p>
          <a:endParaRPr lang="en-US"/>
        </a:p>
      </dgm:t>
    </dgm:pt>
    <dgm:pt modelId="{C38423FC-72C3-4F6E-8CCE-17BBE006549B}" type="sibTrans" cxnId="{E9350966-23B1-46CA-AC99-ADED2F72ED2E}">
      <dgm:prSet/>
      <dgm:spPr/>
      <dgm:t>
        <a:bodyPr/>
        <a:lstStyle/>
        <a:p>
          <a:endParaRPr lang="en-US"/>
        </a:p>
      </dgm:t>
    </dgm:pt>
    <dgm:pt modelId="{BDC42501-46D2-43C4-8B1F-C08B99EA758F}">
      <dgm:prSet/>
      <dgm:spPr/>
      <dgm:t>
        <a:bodyPr/>
        <a:lstStyle/>
        <a:p>
          <a:r>
            <a:rPr lang="en-GB"/>
            <a:t>Improves alignment between the solution and user requirements.</a:t>
          </a:r>
          <a:endParaRPr lang="en-US"/>
        </a:p>
      </dgm:t>
    </dgm:pt>
    <dgm:pt modelId="{BF524537-1E34-438A-B7D6-CC370232E38A}" type="parTrans" cxnId="{DDD2CBAE-E5D8-4F81-9AAA-6F1E97368FD1}">
      <dgm:prSet/>
      <dgm:spPr/>
      <dgm:t>
        <a:bodyPr/>
        <a:lstStyle/>
        <a:p>
          <a:endParaRPr lang="en-US"/>
        </a:p>
      </dgm:t>
    </dgm:pt>
    <dgm:pt modelId="{725F10B7-FC17-44CB-91ED-23004E606ED0}" type="sibTrans" cxnId="{DDD2CBAE-E5D8-4F81-9AAA-6F1E97368FD1}">
      <dgm:prSet/>
      <dgm:spPr/>
      <dgm:t>
        <a:bodyPr/>
        <a:lstStyle/>
        <a:p>
          <a:endParaRPr lang="en-US"/>
        </a:p>
      </dgm:t>
    </dgm:pt>
    <dgm:pt modelId="{E9F11B25-D7D4-499C-9FD9-5B78347F16D1}">
      <dgm:prSet/>
      <dgm:spPr/>
      <dgm:t>
        <a:bodyPr/>
        <a:lstStyle/>
        <a:p>
          <a:r>
            <a:rPr lang="en-GB"/>
            <a:t>Reduces rework later in development.</a:t>
          </a:r>
          <a:endParaRPr lang="en-US"/>
        </a:p>
      </dgm:t>
    </dgm:pt>
    <dgm:pt modelId="{7ED92FAE-EAD7-489F-BCF7-E8710A14D49A}" type="parTrans" cxnId="{0E14DD27-6A33-4EF6-905F-63347EFC715C}">
      <dgm:prSet/>
      <dgm:spPr/>
      <dgm:t>
        <a:bodyPr/>
        <a:lstStyle/>
        <a:p>
          <a:endParaRPr lang="en-US"/>
        </a:p>
      </dgm:t>
    </dgm:pt>
    <dgm:pt modelId="{2B1048A6-C26B-4540-B525-476FEF252BCA}" type="sibTrans" cxnId="{0E14DD27-6A33-4EF6-905F-63347EFC715C}">
      <dgm:prSet/>
      <dgm:spPr/>
      <dgm:t>
        <a:bodyPr/>
        <a:lstStyle/>
        <a:p>
          <a:endParaRPr lang="en-US"/>
        </a:p>
      </dgm:t>
    </dgm:pt>
    <dgm:pt modelId="{84513B06-52CA-49EB-8931-39EBC7550CC5}" type="pres">
      <dgm:prSet presAssocID="{942671D5-01B9-4579-A672-03C5A8B6CDB7}" presName="hierChild1" presStyleCnt="0">
        <dgm:presLayoutVars>
          <dgm:chPref val="1"/>
          <dgm:dir/>
          <dgm:animOne val="branch"/>
          <dgm:animLvl val="lvl"/>
          <dgm:resizeHandles/>
        </dgm:presLayoutVars>
      </dgm:prSet>
      <dgm:spPr/>
    </dgm:pt>
    <dgm:pt modelId="{6BFC5DEF-B5D1-4582-9F05-677B049C3ED2}" type="pres">
      <dgm:prSet presAssocID="{A4325F15-355B-4B1F-976A-82663AD1751C}" presName="hierRoot1" presStyleCnt="0"/>
      <dgm:spPr/>
    </dgm:pt>
    <dgm:pt modelId="{15A3E84A-6135-4CF6-9C3C-D5BDF74AC288}" type="pres">
      <dgm:prSet presAssocID="{A4325F15-355B-4B1F-976A-82663AD1751C}" presName="composite" presStyleCnt="0"/>
      <dgm:spPr/>
    </dgm:pt>
    <dgm:pt modelId="{F4A64742-7450-473A-8C7A-BB085990E1D9}" type="pres">
      <dgm:prSet presAssocID="{A4325F15-355B-4B1F-976A-82663AD1751C}" presName="background" presStyleLbl="node0" presStyleIdx="0" presStyleCnt="3"/>
      <dgm:spPr/>
    </dgm:pt>
    <dgm:pt modelId="{D1E4D911-F1C3-4E53-8613-663AD46B0F30}" type="pres">
      <dgm:prSet presAssocID="{A4325F15-355B-4B1F-976A-82663AD1751C}" presName="text" presStyleLbl="fgAcc0" presStyleIdx="0" presStyleCnt="3">
        <dgm:presLayoutVars>
          <dgm:chPref val="3"/>
        </dgm:presLayoutVars>
      </dgm:prSet>
      <dgm:spPr/>
    </dgm:pt>
    <dgm:pt modelId="{9D02678E-9BD0-439A-832F-7C6E02433281}" type="pres">
      <dgm:prSet presAssocID="{A4325F15-355B-4B1F-976A-82663AD1751C}" presName="hierChild2" presStyleCnt="0"/>
      <dgm:spPr/>
    </dgm:pt>
    <dgm:pt modelId="{EA57C9D0-5A47-4D6E-BD34-2DD61726C26D}" type="pres">
      <dgm:prSet presAssocID="{BDC42501-46D2-43C4-8B1F-C08B99EA758F}" presName="hierRoot1" presStyleCnt="0"/>
      <dgm:spPr/>
    </dgm:pt>
    <dgm:pt modelId="{12501C5A-084B-4352-841B-68B9A6D5FDBC}" type="pres">
      <dgm:prSet presAssocID="{BDC42501-46D2-43C4-8B1F-C08B99EA758F}" presName="composite" presStyleCnt="0"/>
      <dgm:spPr/>
    </dgm:pt>
    <dgm:pt modelId="{13309492-EF18-4B25-9C94-C6748247F744}" type="pres">
      <dgm:prSet presAssocID="{BDC42501-46D2-43C4-8B1F-C08B99EA758F}" presName="background" presStyleLbl="node0" presStyleIdx="1" presStyleCnt="3"/>
      <dgm:spPr/>
    </dgm:pt>
    <dgm:pt modelId="{4F17F437-E702-4CEC-AA10-FAEABD5349AA}" type="pres">
      <dgm:prSet presAssocID="{BDC42501-46D2-43C4-8B1F-C08B99EA758F}" presName="text" presStyleLbl="fgAcc0" presStyleIdx="1" presStyleCnt="3">
        <dgm:presLayoutVars>
          <dgm:chPref val="3"/>
        </dgm:presLayoutVars>
      </dgm:prSet>
      <dgm:spPr/>
    </dgm:pt>
    <dgm:pt modelId="{E536F51A-204D-43D5-9580-400CE1F2C919}" type="pres">
      <dgm:prSet presAssocID="{BDC42501-46D2-43C4-8B1F-C08B99EA758F}" presName="hierChild2" presStyleCnt="0"/>
      <dgm:spPr/>
    </dgm:pt>
    <dgm:pt modelId="{53107335-58EE-4D97-9646-92F2E3BAF252}" type="pres">
      <dgm:prSet presAssocID="{E9F11B25-D7D4-499C-9FD9-5B78347F16D1}" presName="hierRoot1" presStyleCnt="0"/>
      <dgm:spPr/>
    </dgm:pt>
    <dgm:pt modelId="{06FBD77D-2307-4DD8-B152-F6DE792DD850}" type="pres">
      <dgm:prSet presAssocID="{E9F11B25-D7D4-499C-9FD9-5B78347F16D1}" presName="composite" presStyleCnt="0"/>
      <dgm:spPr/>
    </dgm:pt>
    <dgm:pt modelId="{BC73006E-4914-4496-AE44-A24F6D3C8A14}" type="pres">
      <dgm:prSet presAssocID="{E9F11B25-D7D4-499C-9FD9-5B78347F16D1}" presName="background" presStyleLbl="node0" presStyleIdx="2" presStyleCnt="3"/>
      <dgm:spPr/>
    </dgm:pt>
    <dgm:pt modelId="{2AA440F3-52F2-42C6-8260-C7F6D3001C1C}" type="pres">
      <dgm:prSet presAssocID="{E9F11B25-D7D4-499C-9FD9-5B78347F16D1}" presName="text" presStyleLbl="fgAcc0" presStyleIdx="2" presStyleCnt="3">
        <dgm:presLayoutVars>
          <dgm:chPref val="3"/>
        </dgm:presLayoutVars>
      </dgm:prSet>
      <dgm:spPr/>
    </dgm:pt>
    <dgm:pt modelId="{84729C39-7211-422E-B08C-15C1FE3540F7}" type="pres">
      <dgm:prSet presAssocID="{E9F11B25-D7D4-499C-9FD9-5B78347F16D1}" presName="hierChild2" presStyleCnt="0"/>
      <dgm:spPr/>
    </dgm:pt>
  </dgm:ptLst>
  <dgm:cxnLst>
    <dgm:cxn modelId="{2E0D6416-A000-4ABF-BCE1-CE2BC90461D0}" type="presOf" srcId="{A4325F15-355B-4B1F-976A-82663AD1751C}" destId="{D1E4D911-F1C3-4E53-8613-663AD46B0F30}" srcOrd="0" destOrd="0" presId="urn:microsoft.com/office/officeart/2005/8/layout/hierarchy1"/>
    <dgm:cxn modelId="{B27E251D-C542-40EB-A796-D39BC70ECA4E}" type="presOf" srcId="{BDC42501-46D2-43C4-8B1F-C08B99EA758F}" destId="{4F17F437-E702-4CEC-AA10-FAEABD5349AA}" srcOrd="0" destOrd="0" presId="urn:microsoft.com/office/officeart/2005/8/layout/hierarchy1"/>
    <dgm:cxn modelId="{0E14DD27-6A33-4EF6-905F-63347EFC715C}" srcId="{942671D5-01B9-4579-A672-03C5A8B6CDB7}" destId="{E9F11B25-D7D4-499C-9FD9-5B78347F16D1}" srcOrd="2" destOrd="0" parTransId="{7ED92FAE-EAD7-489F-BCF7-E8710A14D49A}" sibTransId="{2B1048A6-C26B-4540-B525-476FEF252BCA}"/>
    <dgm:cxn modelId="{3E991234-1E7B-4CC2-A12A-11A63E80BE3E}" type="presOf" srcId="{E9F11B25-D7D4-499C-9FD9-5B78347F16D1}" destId="{2AA440F3-52F2-42C6-8260-C7F6D3001C1C}" srcOrd="0" destOrd="0" presId="urn:microsoft.com/office/officeart/2005/8/layout/hierarchy1"/>
    <dgm:cxn modelId="{E9350966-23B1-46CA-AC99-ADED2F72ED2E}" srcId="{942671D5-01B9-4579-A672-03C5A8B6CDB7}" destId="{A4325F15-355B-4B1F-976A-82663AD1751C}" srcOrd="0" destOrd="0" parTransId="{33420C3A-51BB-4F00-AEB6-FF559DC85A54}" sibTransId="{C38423FC-72C3-4F6E-8CCE-17BBE006549B}"/>
    <dgm:cxn modelId="{1E723D79-F444-4E0A-A959-A597B2C457EA}" type="presOf" srcId="{942671D5-01B9-4579-A672-03C5A8B6CDB7}" destId="{84513B06-52CA-49EB-8931-39EBC7550CC5}" srcOrd="0" destOrd="0" presId="urn:microsoft.com/office/officeart/2005/8/layout/hierarchy1"/>
    <dgm:cxn modelId="{DDD2CBAE-E5D8-4F81-9AAA-6F1E97368FD1}" srcId="{942671D5-01B9-4579-A672-03C5A8B6CDB7}" destId="{BDC42501-46D2-43C4-8B1F-C08B99EA758F}" srcOrd="1" destOrd="0" parTransId="{BF524537-1E34-438A-B7D6-CC370232E38A}" sibTransId="{725F10B7-FC17-44CB-91ED-23004E606ED0}"/>
    <dgm:cxn modelId="{8862B300-BF6C-4F0D-8A0E-EDCACFC46BC3}" type="presParOf" srcId="{84513B06-52CA-49EB-8931-39EBC7550CC5}" destId="{6BFC5DEF-B5D1-4582-9F05-677B049C3ED2}" srcOrd="0" destOrd="0" presId="urn:microsoft.com/office/officeart/2005/8/layout/hierarchy1"/>
    <dgm:cxn modelId="{E4AE5297-0E35-4B12-AC1A-85736DCF6070}" type="presParOf" srcId="{6BFC5DEF-B5D1-4582-9F05-677B049C3ED2}" destId="{15A3E84A-6135-4CF6-9C3C-D5BDF74AC288}" srcOrd="0" destOrd="0" presId="urn:microsoft.com/office/officeart/2005/8/layout/hierarchy1"/>
    <dgm:cxn modelId="{8CF80A35-FDEB-4BAE-BDD8-503CBE92BC8F}" type="presParOf" srcId="{15A3E84A-6135-4CF6-9C3C-D5BDF74AC288}" destId="{F4A64742-7450-473A-8C7A-BB085990E1D9}" srcOrd="0" destOrd="0" presId="urn:microsoft.com/office/officeart/2005/8/layout/hierarchy1"/>
    <dgm:cxn modelId="{FC3AC56F-F783-47E0-A48D-224306A96C73}" type="presParOf" srcId="{15A3E84A-6135-4CF6-9C3C-D5BDF74AC288}" destId="{D1E4D911-F1C3-4E53-8613-663AD46B0F30}" srcOrd="1" destOrd="0" presId="urn:microsoft.com/office/officeart/2005/8/layout/hierarchy1"/>
    <dgm:cxn modelId="{DA7CB2E0-208D-400C-8301-183745FEE333}" type="presParOf" srcId="{6BFC5DEF-B5D1-4582-9F05-677B049C3ED2}" destId="{9D02678E-9BD0-439A-832F-7C6E02433281}" srcOrd="1" destOrd="0" presId="urn:microsoft.com/office/officeart/2005/8/layout/hierarchy1"/>
    <dgm:cxn modelId="{E5F6D83F-E8D7-4211-B955-5BF75443D110}" type="presParOf" srcId="{84513B06-52CA-49EB-8931-39EBC7550CC5}" destId="{EA57C9D0-5A47-4D6E-BD34-2DD61726C26D}" srcOrd="1" destOrd="0" presId="urn:microsoft.com/office/officeart/2005/8/layout/hierarchy1"/>
    <dgm:cxn modelId="{C267BB34-45A0-4588-BB56-F900C8B460E0}" type="presParOf" srcId="{EA57C9D0-5A47-4D6E-BD34-2DD61726C26D}" destId="{12501C5A-084B-4352-841B-68B9A6D5FDBC}" srcOrd="0" destOrd="0" presId="urn:microsoft.com/office/officeart/2005/8/layout/hierarchy1"/>
    <dgm:cxn modelId="{9E374B71-55DF-4885-8BA5-8E35BFAD411A}" type="presParOf" srcId="{12501C5A-084B-4352-841B-68B9A6D5FDBC}" destId="{13309492-EF18-4B25-9C94-C6748247F744}" srcOrd="0" destOrd="0" presId="urn:microsoft.com/office/officeart/2005/8/layout/hierarchy1"/>
    <dgm:cxn modelId="{0BB9A468-5889-49AB-B3B8-856C5F0BCC00}" type="presParOf" srcId="{12501C5A-084B-4352-841B-68B9A6D5FDBC}" destId="{4F17F437-E702-4CEC-AA10-FAEABD5349AA}" srcOrd="1" destOrd="0" presId="urn:microsoft.com/office/officeart/2005/8/layout/hierarchy1"/>
    <dgm:cxn modelId="{6DA31C77-BBDB-44A2-A067-B873ED56C038}" type="presParOf" srcId="{EA57C9D0-5A47-4D6E-BD34-2DD61726C26D}" destId="{E536F51A-204D-43D5-9580-400CE1F2C919}" srcOrd="1" destOrd="0" presId="urn:microsoft.com/office/officeart/2005/8/layout/hierarchy1"/>
    <dgm:cxn modelId="{4139F094-4921-4C04-9D91-01BC9A829C5D}" type="presParOf" srcId="{84513B06-52CA-49EB-8931-39EBC7550CC5}" destId="{53107335-58EE-4D97-9646-92F2E3BAF252}" srcOrd="2" destOrd="0" presId="urn:microsoft.com/office/officeart/2005/8/layout/hierarchy1"/>
    <dgm:cxn modelId="{565221AD-9983-4F85-A397-2D67329A2BC9}" type="presParOf" srcId="{53107335-58EE-4D97-9646-92F2E3BAF252}" destId="{06FBD77D-2307-4DD8-B152-F6DE792DD850}" srcOrd="0" destOrd="0" presId="urn:microsoft.com/office/officeart/2005/8/layout/hierarchy1"/>
    <dgm:cxn modelId="{73B2FA5D-B43F-4DCA-A6B0-A33A7082CD40}" type="presParOf" srcId="{06FBD77D-2307-4DD8-B152-F6DE792DD850}" destId="{BC73006E-4914-4496-AE44-A24F6D3C8A14}" srcOrd="0" destOrd="0" presId="urn:microsoft.com/office/officeart/2005/8/layout/hierarchy1"/>
    <dgm:cxn modelId="{599898A0-79E9-4227-9137-62F7C0851C7C}" type="presParOf" srcId="{06FBD77D-2307-4DD8-B152-F6DE792DD850}" destId="{2AA440F3-52F2-42C6-8260-C7F6D3001C1C}" srcOrd="1" destOrd="0" presId="urn:microsoft.com/office/officeart/2005/8/layout/hierarchy1"/>
    <dgm:cxn modelId="{3A3CA50B-B81F-4783-9C62-30997F1DCC6B}" type="presParOf" srcId="{53107335-58EE-4D97-9646-92F2E3BAF252}" destId="{84729C39-7211-422E-B08C-15C1FE3540F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2259AE8-3636-4D7D-9816-04FEC4881A89}" type="doc">
      <dgm:prSet loTypeId="urn:microsoft.com/office/officeart/2016/7/layout/VerticalSolidActionList" loCatId="List" qsTypeId="urn:microsoft.com/office/officeart/2005/8/quickstyle/simple5" qsCatId="simple" csTypeId="urn:microsoft.com/office/officeart/2005/8/colors/colorful1" csCatId="colorful"/>
      <dgm:spPr/>
      <dgm:t>
        <a:bodyPr/>
        <a:lstStyle/>
        <a:p>
          <a:endParaRPr lang="en-US"/>
        </a:p>
      </dgm:t>
    </dgm:pt>
    <dgm:pt modelId="{D4000288-1F2E-4BEE-82AA-676665BD1F60}">
      <dgm:prSet/>
      <dgm:spPr/>
      <dgm:t>
        <a:bodyPr/>
        <a:lstStyle/>
        <a:p>
          <a:r>
            <a:rPr lang="en-AU" b="1"/>
            <a:t>Pseudocode (Word / Docs / Markdown)</a:t>
          </a:r>
          <a:endParaRPr lang="en-US"/>
        </a:p>
      </dgm:t>
    </dgm:pt>
    <dgm:pt modelId="{AD6D371D-6449-42C6-942F-D5900F71B980}" type="parTrans" cxnId="{AA23746E-35AD-4F33-A6B7-8FD39495AE5B}">
      <dgm:prSet/>
      <dgm:spPr/>
      <dgm:t>
        <a:bodyPr/>
        <a:lstStyle/>
        <a:p>
          <a:endParaRPr lang="en-US"/>
        </a:p>
      </dgm:t>
    </dgm:pt>
    <dgm:pt modelId="{E92F1469-A068-440F-BA82-92E164364BA8}" type="sibTrans" cxnId="{AA23746E-35AD-4F33-A6B7-8FD39495AE5B}">
      <dgm:prSet/>
      <dgm:spPr/>
      <dgm:t>
        <a:bodyPr/>
        <a:lstStyle/>
        <a:p>
          <a:endParaRPr lang="en-US"/>
        </a:p>
      </dgm:t>
    </dgm:pt>
    <dgm:pt modelId="{532301A8-24E5-42F4-B260-0B9CEA2C6E56}">
      <dgm:prSet/>
      <dgm:spPr/>
      <dgm:t>
        <a:bodyPr/>
        <a:lstStyle/>
        <a:p>
          <a:r>
            <a:rPr lang="en-AU"/>
            <a:t>Uses English-like statements to describe logic.</a:t>
          </a:r>
          <a:endParaRPr lang="en-US"/>
        </a:p>
      </dgm:t>
    </dgm:pt>
    <dgm:pt modelId="{E3734D35-25D2-42AB-AC9D-7164C9671A3E}" type="parTrans" cxnId="{700A5BEC-5A42-4DE4-AB29-A8B8080819AC}">
      <dgm:prSet/>
      <dgm:spPr/>
      <dgm:t>
        <a:bodyPr/>
        <a:lstStyle/>
        <a:p>
          <a:endParaRPr lang="en-US"/>
        </a:p>
      </dgm:t>
    </dgm:pt>
    <dgm:pt modelId="{6E611200-763A-482F-B1F6-454F9BA2B877}" type="sibTrans" cxnId="{700A5BEC-5A42-4DE4-AB29-A8B8080819AC}">
      <dgm:prSet/>
      <dgm:spPr/>
      <dgm:t>
        <a:bodyPr/>
        <a:lstStyle/>
        <a:p>
          <a:endParaRPr lang="en-US"/>
        </a:p>
      </dgm:t>
    </dgm:pt>
    <dgm:pt modelId="{399D41A3-C1E0-4A19-9A23-02B5C5B2DDCB}">
      <dgm:prSet/>
      <dgm:spPr/>
      <dgm:t>
        <a:bodyPr/>
        <a:lstStyle/>
        <a:p>
          <a:r>
            <a:rPr lang="en-AU"/>
            <a:t>Emphasises structure over syntax.</a:t>
          </a:r>
          <a:endParaRPr lang="en-US"/>
        </a:p>
      </dgm:t>
    </dgm:pt>
    <dgm:pt modelId="{071572F6-1695-4E16-8E96-CBBA78D9AFA9}" type="parTrans" cxnId="{C76D42DD-A797-4245-92EA-C61FD90CA2BC}">
      <dgm:prSet/>
      <dgm:spPr/>
      <dgm:t>
        <a:bodyPr/>
        <a:lstStyle/>
        <a:p>
          <a:endParaRPr lang="en-US"/>
        </a:p>
      </dgm:t>
    </dgm:pt>
    <dgm:pt modelId="{3E45B1EE-C9D9-46FD-BED3-FA07C154E370}" type="sibTrans" cxnId="{C76D42DD-A797-4245-92EA-C61FD90CA2BC}">
      <dgm:prSet/>
      <dgm:spPr/>
      <dgm:t>
        <a:bodyPr/>
        <a:lstStyle/>
        <a:p>
          <a:endParaRPr lang="en-US"/>
        </a:p>
      </dgm:t>
    </dgm:pt>
    <dgm:pt modelId="{20A01FCA-A023-4717-A554-B51485E94BC0}">
      <dgm:prSet/>
      <dgm:spPr/>
      <dgm:t>
        <a:bodyPr/>
        <a:lstStyle/>
        <a:p>
          <a:r>
            <a:rPr lang="en-AU" b="1"/>
            <a:t>Flowchart Tools (draw.io, Lucidchart)</a:t>
          </a:r>
          <a:endParaRPr lang="en-US"/>
        </a:p>
      </dgm:t>
    </dgm:pt>
    <dgm:pt modelId="{C053C949-6685-437F-A910-9960F86C8731}" type="parTrans" cxnId="{A10A22D8-B115-4455-9C9E-70490B57145B}">
      <dgm:prSet/>
      <dgm:spPr/>
      <dgm:t>
        <a:bodyPr/>
        <a:lstStyle/>
        <a:p>
          <a:endParaRPr lang="en-US"/>
        </a:p>
      </dgm:t>
    </dgm:pt>
    <dgm:pt modelId="{1BCF320F-38C9-4CB7-AE77-6E6377EDB4B6}" type="sibTrans" cxnId="{A10A22D8-B115-4455-9C9E-70490B57145B}">
      <dgm:prSet/>
      <dgm:spPr/>
      <dgm:t>
        <a:bodyPr/>
        <a:lstStyle/>
        <a:p>
          <a:endParaRPr lang="en-US"/>
        </a:p>
      </dgm:t>
    </dgm:pt>
    <dgm:pt modelId="{E928700F-F3EF-4232-A046-5884B7D89424}">
      <dgm:prSet/>
      <dgm:spPr/>
      <dgm:t>
        <a:bodyPr/>
        <a:lstStyle/>
        <a:p>
          <a:r>
            <a:rPr lang="en-AU"/>
            <a:t>Visual representations of algorithm flow.</a:t>
          </a:r>
          <a:endParaRPr lang="en-US"/>
        </a:p>
      </dgm:t>
    </dgm:pt>
    <dgm:pt modelId="{59167FAF-7771-4747-B217-9CE890EFD1A9}" type="parTrans" cxnId="{214BC857-4D22-474A-8620-CB7AACEC548E}">
      <dgm:prSet/>
      <dgm:spPr/>
      <dgm:t>
        <a:bodyPr/>
        <a:lstStyle/>
        <a:p>
          <a:endParaRPr lang="en-US"/>
        </a:p>
      </dgm:t>
    </dgm:pt>
    <dgm:pt modelId="{D8121290-DAE4-4C31-B317-AAAF7AF95F7C}" type="sibTrans" cxnId="{214BC857-4D22-474A-8620-CB7AACEC548E}">
      <dgm:prSet/>
      <dgm:spPr/>
      <dgm:t>
        <a:bodyPr/>
        <a:lstStyle/>
        <a:p>
          <a:endParaRPr lang="en-US"/>
        </a:p>
      </dgm:t>
    </dgm:pt>
    <dgm:pt modelId="{03EE78BC-52D3-4E7D-BEDC-63419A4F8D8C}">
      <dgm:prSet/>
      <dgm:spPr/>
      <dgm:t>
        <a:bodyPr/>
        <a:lstStyle/>
        <a:p>
          <a:r>
            <a:rPr lang="en-AU"/>
            <a:t>Useful for identifying decision paths and loops.</a:t>
          </a:r>
          <a:endParaRPr lang="en-US"/>
        </a:p>
      </dgm:t>
    </dgm:pt>
    <dgm:pt modelId="{C4C68AB7-6672-49D8-A47B-99B723CDAA13}" type="parTrans" cxnId="{8253F203-3624-405A-899C-88CCF386082B}">
      <dgm:prSet/>
      <dgm:spPr/>
      <dgm:t>
        <a:bodyPr/>
        <a:lstStyle/>
        <a:p>
          <a:endParaRPr lang="en-US"/>
        </a:p>
      </dgm:t>
    </dgm:pt>
    <dgm:pt modelId="{58DF8A8E-C829-4AED-96AD-56C1029F8F81}" type="sibTrans" cxnId="{8253F203-3624-405A-899C-88CCF386082B}">
      <dgm:prSet/>
      <dgm:spPr/>
      <dgm:t>
        <a:bodyPr/>
        <a:lstStyle/>
        <a:p>
          <a:endParaRPr lang="en-US"/>
        </a:p>
      </dgm:t>
    </dgm:pt>
    <dgm:pt modelId="{75DA62E9-D373-4727-9877-09DD2C9FC81B}">
      <dgm:prSet/>
      <dgm:spPr/>
      <dgm:t>
        <a:bodyPr/>
        <a:lstStyle/>
        <a:p>
          <a:r>
            <a:rPr lang="en-AU" b="1"/>
            <a:t>Paper-based Algorithms</a:t>
          </a:r>
          <a:endParaRPr lang="en-US"/>
        </a:p>
      </dgm:t>
    </dgm:pt>
    <dgm:pt modelId="{91E0FF8C-ABF1-478A-BE7D-ABCAAE6513E5}" type="parTrans" cxnId="{3757B220-AC96-405B-8F61-40998F2AA66C}">
      <dgm:prSet/>
      <dgm:spPr/>
      <dgm:t>
        <a:bodyPr/>
        <a:lstStyle/>
        <a:p>
          <a:endParaRPr lang="en-US"/>
        </a:p>
      </dgm:t>
    </dgm:pt>
    <dgm:pt modelId="{D1D58FC4-97A8-4F43-9073-6D19B59B767B}" type="sibTrans" cxnId="{3757B220-AC96-405B-8F61-40998F2AA66C}">
      <dgm:prSet/>
      <dgm:spPr/>
      <dgm:t>
        <a:bodyPr/>
        <a:lstStyle/>
        <a:p>
          <a:endParaRPr lang="en-US"/>
        </a:p>
      </dgm:t>
    </dgm:pt>
    <dgm:pt modelId="{AEF0FEAB-38A3-4DEE-99DE-301B5B2AC871}">
      <dgm:prSet/>
      <dgm:spPr/>
      <dgm:t>
        <a:bodyPr/>
        <a:lstStyle/>
        <a:p>
          <a:r>
            <a:rPr lang="en-AU"/>
            <a:t>Often used for exam practice and initial design.</a:t>
          </a:r>
          <a:endParaRPr lang="en-US"/>
        </a:p>
      </dgm:t>
    </dgm:pt>
    <dgm:pt modelId="{219115C0-9576-43EF-A699-63B125111B72}" type="parTrans" cxnId="{8E25B3EB-CE67-406F-91C3-4DC61C1ACD0C}">
      <dgm:prSet/>
      <dgm:spPr/>
      <dgm:t>
        <a:bodyPr/>
        <a:lstStyle/>
        <a:p>
          <a:endParaRPr lang="en-US"/>
        </a:p>
      </dgm:t>
    </dgm:pt>
    <dgm:pt modelId="{53A899A7-3CA7-4AAC-BB39-9F8B95E7FF1A}" type="sibTrans" cxnId="{8E25B3EB-CE67-406F-91C3-4DC61C1ACD0C}">
      <dgm:prSet/>
      <dgm:spPr/>
      <dgm:t>
        <a:bodyPr/>
        <a:lstStyle/>
        <a:p>
          <a:endParaRPr lang="en-US"/>
        </a:p>
      </dgm:t>
    </dgm:pt>
    <dgm:pt modelId="{0AD5A45D-D6CD-416E-90F1-7190A4663B53}">
      <dgm:prSet/>
      <dgm:spPr/>
      <dgm:t>
        <a:bodyPr/>
        <a:lstStyle/>
        <a:p>
          <a:r>
            <a:rPr lang="en-AU"/>
            <a:t>Encourages clarity and logical thinking.</a:t>
          </a:r>
          <a:endParaRPr lang="en-US"/>
        </a:p>
      </dgm:t>
    </dgm:pt>
    <dgm:pt modelId="{FCB84CB5-5012-47ED-9F4F-B151454C70C3}" type="parTrans" cxnId="{FE1BFE48-3E01-4A5A-BF2E-C6E3AD2AEB0D}">
      <dgm:prSet/>
      <dgm:spPr/>
      <dgm:t>
        <a:bodyPr/>
        <a:lstStyle/>
        <a:p>
          <a:endParaRPr lang="en-US"/>
        </a:p>
      </dgm:t>
    </dgm:pt>
    <dgm:pt modelId="{565564F3-DC0E-42EB-8DD3-F4ED50072B94}" type="sibTrans" cxnId="{FE1BFE48-3E01-4A5A-BF2E-C6E3AD2AEB0D}">
      <dgm:prSet/>
      <dgm:spPr/>
      <dgm:t>
        <a:bodyPr/>
        <a:lstStyle/>
        <a:p>
          <a:endParaRPr lang="en-US"/>
        </a:p>
      </dgm:t>
    </dgm:pt>
    <dgm:pt modelId="{7079BE54-7BD5-4C25-81F1-1519782F44B7}" type="pres">
      <dgm:prSet presAssocID="{72259AE8-3636-4D7D-9816-04FEC4881A89}" presName="Name0" presStyleCnt="0">
        <dgm:presLayoutVars>
          <dgm:dir/>
          <dgm:animLvl val="lvl"/>
          <dgm:resizeHandles val="exact"/>
        </dgm:presLayoutVars>
      </dgm:prSet>
      <dgm:spPr/>
    </dgm:pt>
    <dgm:pt modelId="{6FEC6A85-E9B5-4C5C-AF7D-78F7D898125F}" type="pres">
      <dgm:prSet presAssocID="{D4000288-1F2E-4BEE-82AA-676665BD1F60}" presName="linNode" presStyleCnt="0"/>
      <dgm:spPr/>
    </dgm:pt>
    <dgm:pt modelId="{917D6943-2983-4E48-BDDE-4D94F0B922E1}" type="pres">
      <dgm:prSet presAssocID="{D4000288-1F2E-4BEE-82AA-676665BD1F60}" presName="parentText" presStyleLbl="alignNode1" presStyleIdx="0" presStyleCnt="3">
        <dgm:presLayoutVars>
          <dgm:chMax val="1"/>
          <dgm:bulletEnabled/>
        </dgm:presLayoutVars>
      </dgm:prSet>
      <dgm:spPr/>
    </dgm:pt>
    <dgm:pt modelId="{66DE8E75-D782-40AE-89A4-DC0F25A1821B}" type="pres">
      <dgm:prSet presAssocID="{D4000288-1F2E-4BEE-82AA-676665BD1F60}" presName="descendantText" presStyleLbl="alignAccFollowNode1" presStyleIdx="0" presStyleCnt="3">
        <dgm:presLayoutVars>
          <dgm:bulletEnabled/>
        </dgm:presLayoutVars>
      </dgm:prSet>
      <dgm:spPr/>
    </dgm:pt>
    <dgm:pt modelId="{4BA39737-2BFA-4ED4-8842-2F73C6C1D549}" type="pres">
      <dgm:prSet presAssocID="{E92F1469-A068-440F-BA82-92E164364BA8}" presName="sp" presStyleCnt="0"/>
      <dgm:spPr/>
    </dgm:pt>
    <dgm:pt modelId="{028B55DF-5835-4088-A737-BE3B7A99A90C}" type="pres">
      <dgm:prSet presAssocID="{20A01FCA-A023-4717-A554-B51485E94BC0}" presName="linNode" presStyleCnt="0"/>
      <dgm:spPr/>
    </dgm:pt>
    <dgm:pt modelId="{AFBC7DD2-19E5-455D-AB4E-8DAD59607798}" type="pres">
      <dgm:prSet presAssocID="{20A01FCA-A023-4717-A554-B51485E94BC0}" presName="parentText" presStyleLbl="alignNode1" presStyleIdx="1" presStyleCnt="3">
        <dgm:presLayoutVars>
          <dgm:chMax val="1"/>
          <dgm:bulletEnabled/>
        </dgm:presLayoutVars>
      </dgm:prSet>
      <dgm:spPr/>
    </dgm:pt>
    <dgm:pt modelId="{D7E15B6F-311F-47B5-AAE8-9FE7175EE9BC}" type="pres">
      <dgm:prSet presAssocID="{20A01FCA-A023-4717-A554-B51485E94BC0}" presName="descendantText" presStyleLbl="alignAccFollowNode1" presStyleIdx="1" presStyleCnt="3">
        <dgm:presLayoutVars>
          <dgm:bulletEnabled/>
        </dgm:presLayoutVars>
      </dgm:prSet>
      <dgm:spPr/>
    </dgm:pt>
    <dgm:pt modelId="{3398FCB7-208F-4074-9E9A-FAB4BD5E11B5}" type="pres">
      <dgm:prSet presAssocID="{1BCF320F-38C9-4CB7-AE77-6E6377EDB4B6}" presName="sp" presStyleCnt="0"/>
      <dgm:spPr/>
    </dgm:pt>
    <dgm:pt modelId="{8113FBBD-C03E-4740-9A78-25283D5B303E}" type="pres">
      <dgm:prSet presAssocID="{75DA62E9-D373-4727-9877-09DD2C9FC81B}" presName="linNode" presStyleCnt="0"/>
      <dgm:spPr/>
    </dgm:pt>
    <dgm:pt modelId="{AA167F29-853B-40C6-A13E-D9C36BA0FE9E}" type="pres">
      <dgm:prSet presAssocID="{75DA62E9-D373-4727-9877-09DD2C9FC81B}" presName="parentText" presStyleLbl="alignNode1" presStyleIdx="2" presStyleCnt="3">
        <dgm:presLayoutVars>
          <dgm:chMax val="1"/>
          <dgm:bulletEnabled/>
        </dgm:presLayoutVars>
      </dgm:prSet>
      <dgm:spPr/>
    </dgm:pt>
    <dgm:pt modelId="{09820171-579A-4FAE-BB46-C5CA894D6021}" type="pres">
      <dgm:prSet presAssocID="{75DA62E9-D373-4727-9877-09DD2C9FC81B}" presName="descendantText" presStyleLbl="alignAccFollowNode1" presStyleIdx="2" presStyleCnt="3">
        <dgm:presLayoutVars>
          <dgm:bulletEnabled/>
        </dgm:presLayoutVars>
      </dgm:prSet>
      <dgm:spPr/>
    </dgm:pt>
  </dgm:ptLst>
  <dgm:cxnLst>
    <dgm:cxn modelId="{434D9D00-0846-4DF0-84D0-F8627A806B8D}" type="presOf" srcId="{03EE78BC-52D3-4E7D-BEDC-63419A4F8D8C}" destId="{D7E15B6F-311F-47B5-AAE8-9FE7175EE9BC}" srcOrd="0" destOrd="1" presId="urn:microsoft.com/office/officeart/2016/7/layout/VerticalSolidActionList"/>
    <dgm:cxn modelId="{8253F203-3624-405A-899C-88CCF386082B}" srcId="{20A01FCA-A023-4717-A554-B51485E94BC0}" destId="{03EE78BC-52D3-4E7D-BEDC-63419A4F8D8C}" srcOrd="1" destOrd="0" parTransId="{C4C68AB7-6672-49D8-A47B-99B723CDAA13}" sibTransId="{58DF8A8E-C829-4AED-96AD-56C1029F8F81}"/>
    <dgm:cxn modelId="{21895716-84D5-49DF-B069-C06FCA1C0B6D}" type="presOf" srcId="{399D41A3-C1E0-4A19-9A23-02B5C5B2DDCB}" destId="{66DE8E75-D782-40AE-89A4-DC0F25A1821B}" srcOrd="0" destOrd="1" presId="urn:microsoft.com/office/officeart/2016/7/layout/VerticalSolidActionList"/>
    <dgm:cxn modelId="{25B4F718-8164-4CD7-AFAC-90980AD14014}" type="presOf" srcId="{75DA62E9-D373-4727-9877-09DD2C9FC81B}" destId="{AA167F29-853B-40C6-A13E-D9C36BA0FE9E}" srcOrd="0" destOrd="0" presId="urn:microsoft.com/office/officeart/2016/7/layout/VerticalSolidActionList"/>
    <dgm:cxn modelId="{3757B220-AC96-405B-8F61-40998F2AA66C}" srcId="{72259AE8-3636-4D7D-9816-04FEC4881A89}" destId="{75DA62E9-D373-4727-9877-09DD2C9FC81B}" srcOrd="2" destOrd="0" parTransId="{91E0FF8C-ABF1-478A-BE7D-ABCAAE6513E5}" sibTransId="{D1D58FC4-97A8-4F43-9073-6D19B59B767B}"/>
    <dgm:cxn modelId="{CF9F2025-A02B-4D32-95E9-E8277F78DBB3}" type="presOf" srcId="{D4000288-1F2E-4BEE-82AA-676665BD1F60}" destId="{917D6943-2983-4E48-BDDE-4D94F0B922E1}" srcOrd="0" destOrd="0" presId="urn:microsoft.com/office/officeart/2016/7/layout/VerticalSolidActionList"/>
    <dgm:cxn modelId="{64D0C32F-A79E-410A-8055-318628FE3D13}" type="presOf" srcId="{72259AE8-3636-4D7D-9816-04FEC4881A89}" destId="{7079BE54-7BD5-4C25-81F1-1519782F44B7}" srcOrd="0" destOrd="0" presId="urn:microsoft.com/office/officeart/2016/7/layout/VerticalSolidActionList"/>
    <dgm:cxn modelId="{6BA4CF42-29C5-493E-AC4C-26E1FD84910F}" type="presOf" srcId="{0AD5A45D-D6CD-416E-90F1-7190A4663B53}" destId="{09820171-579A-4FAE-BB46-C5CA894D6021}" srcOrd="0" destOrd="1" presId="urn:microsoft.com/office/officeart/2016/7/layout/VerticalSolidActionList"/>
    <dgm:cxn modelId="{FE1BFE48-3E01-4A5A-BF2E-C6E3AD2AEB0D}" srcId="{75DA62E9-D373-4727-9877-09DD2C9FC81B}" destId="{0AD5A45D-D6CD-416E-90F1-7190A4663B53}" srcOrd="1" destOrd="0" parTransId="{FCB84CB5-5012-47ED-9F4F-B151454C70C3}" sibTransId="{565564F3-DC0E-42EB-8DD3-F4ED50072B94}"/>
    <dgm:cxn modelId="{5D108C4D-B768-4AB0-A00D-4F03497E09E3}" type="presOf" srcId="{AEF0FEAB-38A3-4DEE-99DE-301B5B2AC871}" destId="{09820171-579A-4FAE-BB46-C5CA894D6021}" srcOrd="0" destOrd="0" presId="urn:microsoft.com/office/officeart/2016/7/layout/VerticalSolidActionList"/>
    <dgm:cxn modelId="{214BC857-4D22-474A-8620-CB7AACEC548E}" srcId="{20A01FCA-A023-4717-A554-B51485E94BC0}" destId="{E928700F-F3EF-4232-A046-5884B7D89424}" srcOrd="0" destOrd="0" parTransId="{59167FAF-7771-4747-B217-9CE890EFD1A9}" sibTransId="{D8121290-DAE4-4C31-B317-AAAF7AF95F7C}"/>
    <dgm:cxn modelId="{AA23746E-35AD-4F33-A6B7-8FD39495AE5B}" srcId="{72259AE8-3636-4D7D-9816-04FEC4881A89}" destId="{D4000288-1F2E-4BEE-82AA-676665BD1F60}" srcOrd="0" destOrd="0" parTransId="{AD6D371D-6449-42C6-942F-D5900F71B980}" sibTransId="{E92F1469-A068-440F-BA82-92E164364BA8}"/>
    <dgm:cxn modelId="{FA34B979-F1AA-4C3C-81A0-173CFAFE7625}" type="presOf" srcId="{20A01FCA-A023-4717-A554-B51485E94BC0}" destId="{AFBC7DD2-19E5-455D-AB4E-8DAD59607798}" srcOrd="0" destOrd="0" presId="urn:microsoft.com/office/officeart/2016/7/layout/VerticalSolidActionList"/>
    <dgm:cxn modelId="{880DB8CD-D346-4C8E-8968-E5A60CE5DC54}" type="presOf" srcId="{532301A8-24E5-42F4-B260-0B9CEA2C6E56}" destId="{66DE8E75-D782-40AE-89A4-DC0F25A1821B}" srcOrd="0" destOrd="0" presId="urn:microsoft.com/office/officeart/2016/7/layout/VerticalSolidActionList"/>
    <dgm:cxn modelId="{A10A22D8-B115-4455-9C9E-70490B57145B}" srcId="{72259AE8-3636-4D7D-9816-04FEC4881A89}" destId="{20A01FCA-A023-4717-A554-B51485E94BC0}" srcOrd="1" destOrd="0" parTransId="{C053C949-6685-437F-A910-9960F86C8731}" sibTransId="{1BCF320F-38C9-4CB7-AE77-6E6377EDB4B6}"/>
    <dgm:cxn modelId="{C76D42DD-A797-4245-92EA-C61FD90CA2BC}" srcId="{D4000288-1F2E-4BEE-82AA-676665BD1F60}" destId="{399D41A3-C1E0-4A19-9A23-02B5C5B2DDCB}" srcOrd="1" destOrd="0" parTransId="{071572F6-1695-4E16-8E96-CBBA78D9AFA9}" sibTransId="{3E45B1EE-C9D9-46FD-BED3-FA07C154E370}"/>
    <dgm:cxn modelId="{854DAAE8-0AF1-48A9-97F9-01A710D2F1E0}" type="presOf" srcId="{E928700F-F3EF-4232-A046-5884B7D89424}" destId="{D7E15B6F-311F-47B5-AAE8-9FE7175EE9BC}" srcOrd="0" destOrd="0" presId="urn:microsoft.com/office/officeart/2016/7/layout/VerticalSolidActionList"/>
    <dgm:cxn modelId="{8E25B3EB-CE67-406F-91C3-4DC61C1ACD0C}" srcId="{75DA62E9-D373-4727-9877-09DD2C9FC81B}" destId="{AEF0FEAB-38A3-4DEE-99DE-301B5B2AC871}" srcOrd="0" destOrd="0" parTransId="{219115C0-9576-43EF-A699-63B125111B72}" sibTransId="{53A899A7-3CA7-4AAC-BB39-9F8B95E7FF1A}"/>
    <dgm:cxn modelId="{700A5BEC-5A42-4DE4-AB29-A8B8080819AC}" srcId="{D4000288-1F2E-4BEE-82AA-676665BD1F60}" destId="{532301A8-24E5-42F4-B260-0B9CEA2C6E56}" srcOrd="0" destOrd="0" parTransId="{E3734D35-25D2-42AB-AC9D-7164C9671A3E}" sibTransId="{6E611200-763A-482F-B1F6-454F9BA2B877}"/>
    <dgm:cxn modelId="{8E12CA21-FAEF-47E4-8118-AD3B1C7F1B0F}" type="presParOf" srcId="{7079BE54-7BD5-4C25-81F1-1519782F44B7}" destId="{6FEC6A85-E9B5-4C5C-AF7D-78F7D898125F}" srcOrd="0" destOrd="0" presId="urn:microsoft.com/office/officeart/2016/7/layout/VerticalSolidActionList"/>
    <dgm:cxn modelId="{1B691596-5C59-41D2-9EC9-DE7E47E071A0}" type="presParOf" srcId="{6FEC6A85-E9B5-4C5C-AF7D-78F7D898125F}" destId="{917D6943-2983-4E48-BDDE-4D94F0B922E1}" srcOrd="0" destOrd="0" presId="urn:microsoft.com/office/officeart/2016/7/layout/VerticalSolidActionList"/>
    <dgm:cxn modelId="{8F2F8BE1-D760-4463-9AE8-9995F14B07D2}" type="presParOf" srcId="{6FEC6A85-E9B5-4C5C-AF7D-78F7D898125F}" destId="{66DE8E75-D782-40AE-89A4-DC0F25A1821B}" srcOrd="1" destOrd="0" presId="urn:microsoft.com/office/officeart/2016/7/layout/VerticalSolidActionList"/>
    <dgm:cxn modelId="{D253F8DD-E4AB-43F6-B4ED-5751C9C3FE46}" type="presParOf" srcId="{7079BE54-7BD5-4C25-81F1-1519782F44B7}" destId="{4BA39737-2BFA-4ED4-8842-2F73C6C1D549}" srcOrd="1" destOrd="0" presId="urn:microsoft.com/office/officeart/2016/7/layout/VerticalSolidActionList"/>
    <dgm:cxn modelId="{D6D5DC26-C982-4216-A8F4-5295D498823D}" type="presParOf" srcId="{7079BE54-7BD5-4C25-81F1-1519782F44B7}" destId="{028B55DF-5835-4088-A737-BE3B7A99A90C}" srcOrd="2" destOrd="0" presId="urn:microsoft.com/office/officeart/2016/7/layout/VerticalSolidActionList"/>
    <dgm:cxn modelId="{D97E03C7-316E-4A81-B796-51E88B7D35A1}" type="presParOf" srcId="{028B55DF-5835-4088-A737-BE3B7A99A90C}" destId="{AFBC7DD2-19E5-455D-AB4E-8DAD59607798}" srcOrd="0" destOrd="0" presId="urn:microsoft.com/office/officeart/2016/7/layout/VerticalSolidActionList"/>
    <dgm:cxn modelId="{5C85EC91-1193-4E4F-BD41-39D7029218EE}" type="presParOf" srcId="{028B55DF-5835-4088-A737-BE3B7A99A90C}" destId="{D7E15B6F-311F-47B5-AAE8-9FE7175EE9BC}" srcOrd="1" destOrd="0" presId="urn:microsoft.com/office/officeart/2016/7/layout/VerticalSolidActionList"/>
    <dgm:cxn modelId="{4DA4D84C-9BE4-460B-9C26-F48EBD531C00}" type="presParOf" srcId="{7079BE54-7BD5-4C25-81F1-1519782F44B7}" destId="{3398FCB7-208F-4074-9E9A-FAB4BD5E11B5}" srcOrd="3" destOrd="0" presId="urn:microsoft.com/office/officeart/2016/7/layout/VerticalSolidActionList"/>
    <dgm:cxn modelId="{99B5172E-60D3-4076-9932-D4FB624B749F}" type="presParOf" srcId="{7079BE54-7BD5-4C25-81F1-1519782F44B7}" destId="{8113FBBD-C03E-4740-9A78-25283D5B303E}" srcOrd="4" destOrd="0" presId="urn:microsoft.com/office/officeart/2016/7/layout/VerticalSolidActionList"/>
    <dgm:cxn modelId="{AC668822-265B-4A19-8CC1-162D00F42C1C}" type="presParOf" srcId="{8113FBBD-C03E-4740-9A78-25283D5B303E}" destId="{AA167F29-853B-40C6-A13E-D9C36BA0FE9E}" srcOrd="0" destOrd="0" presId="urn:microsoft.com/office/officeart/2016/7/layout/VerticalSolidActionList"/>
    <dgm:cxn modelId="{9B424124-A4BE-4C4E-AD10-82E179A366D4}" type="presParOf" srcId="{8113FBBD-C03E-4740-9A78-25283D5B303E}" destId="{09820171-579A-4FAE-BB46-C5CA894D6021}"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DEE62CF-047C-423C-8577-9356C3CE82B9}" type="doc">
      <dgm:prSet loTypeId="urn:microsoft.com/office/officeart/2016/7/layout/HorizontalActionList" loCatId="List" qsTypeId="urn:microsoft.com/office/officeart/2005/8/quickstyle/simple4" qsCatId="simple" csTypeId="urn:microsoft.com/office/officeart/2005/8/colors/colorful2" csCatId="colorful"/>
      <dgm:spPr/>
      <dgm:t>
        <a:bodyPr/>
        <a:lstStyle/>
        <a:p>
          <a:endParaRPr lang="en-US"/>
        </a:p>
      </dgm:t>
    </dgm:pt>
    <dgm:pt modelId="{4F6551E4-A1AA-4B41-A77F-A94F206BD711}">
      <dgm:prSet custT="1"/>
      <dgm:spPr/>
      <dgm:t>
        <a:bodyPr/>
        <a:lstStyle/>
        <a:p>
          <a:r>
            <a:rPr lang="en-AU" sz="5400" b="1" dirty="0"/>
            <a:t>Thonny</a:t>
          </a:r>
          <a:endParaRPr lang="en-US" sz="5400" dirty="0"/>
        </a:p>
      </dgm:t>
    </dgm:pt>
    <dgm:pt modelId="{B1C7E749-5D54-45D9-B832-EC8752B87FA1}" type="parTrans" cxnId="{0399EBDF-A92B-4BA6-9971-4ADF61CB316D}">
      <dgm:prSet/>
      <dgm:spPr/>
      <dgm:t>
        <a:bodyPr/>
        <a:lstStyle/>
        <a:p>
          <a:endParaRPr lang="en-US"/>
        </a:p>
      </dgm:t>
    </dgm:pt>
    <dgm:pt modelId="{B62485FC-839A-403F-8A6E-69E01CB1F91D}" type="sibTrans" cxnId="{0399EBDF-A92B-4BA6-9971-4ADF61CB316D}">
      <dgm:prSet/>
      <dgm:spPr/>
      <dgm:t>
        <a:bodyPr/>
        <a:lstStyle/>
        <a:p>
          <a:endParaRPr lang="en-US"/>
        </a:p>
      </dgm:t>
    </dgm:pt>
    <dgm:pt modelId="{53B093BF-4CF2-41EF-9765-9BDD660B372A}">
      <dgm:prSet/>
      <dgm:spPr/>
      <dgm:t>
        <a:bodyPr/>
        <a:lstStyle/>
        <a:p>
          <a:r>
            <a:rPr lang="en-AU"/>
            <a:t>Beginner-friendly Python IDE.</a:t>
          </a:r>
          <a:endParaRPr lang="en-US"/>
        </a:p>
      </dgm:t>
    </dgm:pt>
    <dgm:pt modelId="{7A511B6A-5DF8-4D3E-B4D6-D66E0DC6AB08}" type="parTrans" cxnId="{7B6A3AF3-3545-4E70-9C4B-658469E6E82E}">
      <dgm:prSet/>
      <dgm:spPr/>
      <dgm:t>
        <a:bodyPr/>
        <a:lstStyle/>
        <a:p>
          <a:endParaRPr lang="en-US"/>
        </a:p>
      </dgm:t>
    </dgm:pt>
    <dgm:pt modelId="{88C410B0-C952-4B93-954F-199BCFFC7821}" type="sibTrans" cxnId="{7B6A3AF3-3545-4E70-9C4B-658469E6E82E}">
      <dgm:prSet/>
      <dgm:spPr/>
      <dgm:t>
        <a:bodyPr/>
        <a:lstStyle/>
        <a:p>
          <a:endParaRPr lang="en-US"/>
        </a:p>
      </dgm:t>
    </dgm:pt>
    <dgm:pt modelId="{135E8FDC-D7D9-4167-A844-346AB856180A}">
      <dgm:prSet/>
      <dgm:spPr/>
      <dgm:t>
        <a:bodyPr/>
        <a:lstStyle/>
        <a:p>
          <a:r>
            <a:rPr lang="en-AU"/>
            <a:t>Includes simplified debugging and error explanations.</a:t>
          </a:r>
          <a:endParaRPr lang="en-US"/>
        </a:p>
      </dgm:t>
    </dgm:pt>
    <dgm:pt modelId="{22D9703C-C7BC-4D7A-9FC1-275B034440E1}" type="parTrans" cxnId="{BAE1EE1B-DE60-483A-8B13-EF5C3ED700A0}">
      <dgm:prSet/>
      <dgm:spPr/>
      <dgm:t>
        <a:bodyPr/>
        <a:lstStyle/>
        <a:p>
          <a:endParaRPr lang="en-US"/>
        </a:p>
      </dgm:t>
    </dgm:pt>
    <dgm:pt modelId="{F466A17A-8498-469D-B978-78FE7D248B4F}" type="sibTrans" cxnId="{BAE1EE1B-DE60-483A-8B13-EF5C3ED700A0}">
      <dgm:prSet/>
      <dgm:spPr/>
      <dgm:t>
        <a:bodyPr/>
        <a:lstStyle/>
        <a:p>
          <a:endParaRPr lang="en-US"/>
        </a:p>
      </dgm:t>
    </dgm:pt>
    <dgm:pt modelId="{75B3D0AC-ACD6-4688-A7B0-DDB664E70582}">
      <dgm:prSet/>
      <dgm:spPr/>
      <dgm:t>
        <a:bodyPr/>
        <a:lstStyle/>
        <a:p>
          <a:r>
            <a:rPr lang="en-AU" b="1" dirty="0"/>
            <a:t>PyCharm</a:t>
          </a:r>
          <a:endParaRPr lang="en-US" dirty="0"/>
        </a:p>
      </dgm:t>
    </dgm:pt>
    <dgm:pt modelId="{563020CD-0F7F-4752-A481-CE92F69143C6}" type="parTrans" cxnId="{597759F0-7417-475D-8536-0068610E251A}">
      <dgm:prSet/>
      <dgm:spPr/>
      <dgm:t>
        <a:bodyPr/>
        <a:lstStyle/>
        <a:p>
          <a:endParaRPr lang="en-US"/>
        </a:p>
      </dgm:t>
    </dgm:pt>
    <dgm:pt modelId="{C9624E41-1177-4ABF-8D8D-462CE23F3C5E}" type="sibTrans" cxnId="{597759F0-7417-475D-8536-0068610E251A}">
      <dgm:prSet/>
      <dgm:spPr/>
      <dgm:t>
        <a:bodyPr/>
        <a:lstStyle/>
        <a:p>
          <a:endParaRPr lang="en-US"/>
        </a:p>
      </dgm:t>
    </dgm:pt>
    <dgm:pt modelId="{8F4C9CE8-84B4-4E2D-81E4-F384959AF1AA}">
      <dgm:prSet/>
      <dgm:spPr/>
      <dgm:t>
        <a:bodyPr/>
        <a:lstStyle/>
        <a:p>
          <a:r>
            <a:rPr lang="en-AU"/>
            <a:t>Professional Python IDE with advanced debugging and refactoring tools.</a:t>
          </a:r>
          <a:endParaRPr lang="en-US"/>
        </a:p>
      </dgm:t>
    </dgm:pt>
    <dgm:pt modelId="{E761C8E3-658E-47CF-BDBA-0DCE70595CBF}" type="parTrans" cxnId="{7136BC95-7F61-4DAA-ABD5-BF3A3064E7D3}">
      <dgm:prSet/>
      <dgm:spPr/>
      <dgm:t>
        <a:bodyPr/>
        <a:lstStyle/>
        <a:p>
          <a:endParaRPr lang="en-US"/>
        </a:p>
      </dgm:t>
    </dgm:pt>
    <dgm:pt modelId="{57FB7E83-D5F6-4920-A0F5-639F7D4C510B}" type="sibTrans" cxnId="{7136BC95-7F61-4DAA-ABD5-BF3A3064E7D3}">
      <dgm:prSet/>
      <dgm:spPr/>
      <dgm:t>
        <a:bodyPr/>
        <a:lstStyle/>
        <a:p>
          <a:endParaRPr lang="en-US"/>
        </a:p>
      </dgm:t>
    </dgm:pt>
    <dgm:pt modelId="{FB3B1FF3-DA44-4A86-B1E6-5B6BE67F1009}">
      <dgm:prSet/>
      <dgm:spPr/>
      <dgm:t>
        <a:bodyPr/>
        <a:lstStyle/>
        <a:p>
          <a:r>
            <a:rPr lang="en-AU"/>
            <a:t>Supports larger and more complex projects.</a:t>
          </a:r>
          <a:endParaRPr lang="en-US"/>
        </a:p>
      </dgm:t>
    </dgm:pt>
    <dgm:pt modelId="{87F117B9-EF19-49ED-A7FD-BC2BF1FAD9A0}" type="parTrans" cxnId="{E0801B92-CC7D-4C87-A2A5-E0BB04710E30}">
      <dgm:prSet/>
      <dgm:spPr/>
      <dgm:t>
        <a:bodyPr/>
        <a:lstStyle/>
        <a:p>
          <a:endParaRPr lang="en-US"/>
        </a:p>
      </dgm:t>
    </dgm:pt>
    <dgm:pt modelId="{604A322A-5006-4501-A6A2-1C849EE1DC76}" type="sibTrans" cxnId="{E0801B92-CC7D-4C87-A2A5-E0BB04710E30}">
      <dgm:prSet/>
      <dgm:spPr/>
      <dgm:t>
        <a:bodyPr/>
        <a:lstStyle/>
        <a:p>
          <a:endParaRPr lang="en-US"/>
        </a:p>
      </dgm:t>
    </dgm:pt>
    <dgm:pt modelId="{85458FCA-86E7-4D70-9650-00092B8AF086}">
      <dgm:prSet/>
      <dgm:spPr/>
      <dgm:t>
        <a:bodyPr/>
        <a:lstStyle/>
        <a:p>
          <a:r>
            <a:rPr lang="en-AU" b="1"/>
            <a:t>Visual Studio Code</a:t>
          </a:r>
          <a:endParaRPr lang="en-US"/>
        </a:p>
      </dgm:t>
    </dgm:pt>
    <dgm:pt modelId="{236E3408-1E2F-4573-9FF1-6EFF3BC4052E}" type="parTrans" cxnId="{F7327EB0-1862-459D-9EF7-3BD5CC084154}">
      <dgm:prSet/>
      <dgm:spPr/>
      <dgm:t>
        <a:bodyPr/>
        <a:lstStyle/>
        <a:p>
          <a:endParaRPr lang="en-US"/>
        </a:p>
      </dgm:t>
    </dgm:pt>
    <dgm:pt modelId="{EDC40487-196D-4EBD-8E47-7E3127858082}" type="sibTrans" cxnId="{F7327EB0-1862-459D-9EF7-3BD5CC084154}">
      <dgm:prSet/>
      <dgm:spPr/>
      <dgm:t>
        <a:bodyPr/>
        <a:lstStyle/>
        <a:p>
          <a:endParaRPr lang="en-US"/>
        </a:p>
      </dgm:t>
    </dgm:pt>
    <dgm:pt modelId="{8E8E3A1C-A1B8-4E42-A669-C617810270BA}">
      <dgm:prSet/>
      <dgm:spPr/>
      <dgm:t>
        <a:bodyPr/>
        <a:lstStyle/>
        <a:p>
          <a:r>
            <a:rPr lang="en-AU"/>
            <a:t>Lightweight, extensible code editor.</a:t>
          </a:r>
          <a:endParaRPr lang="en-US"/>
        </a:p>
      </dgm:t>
    </dgm:pt>
    <dgm:pt modelId="{D284A4B1-475C-4A14-A2C7-604934503094}" type="parTrans" cxnId="{D64B7E15-6B77-4AB0-81F9-9708DA841708}">
      <dgm:prSet/>
      <dgm:spPr/>
      <dgm:t>
        <a:bodyPr/>
        <a:lstStyle/>
        <a:p>
          <a:endParaRPr lang="en-US"/>
        </a:p>
      </dgm:t>
    </dgm:pt>
    <dgm:pt modelId="{D642AA47-08D4-4C7E-A6F7-D554DE9C9E7C}" type="sibTrans" cxnId="{D64B7E15-6B77-4AB0-81F9-9708DA841708}">
      <dgm:prSet/>
      <dgm:spPr/>
      <dgm:t>
        <a:bodyPr/>
        <a:lstStyle/>
        <a:p>
          <a:endParaRPr lang="en-US"/>
        </a:p>
      </dgm:t>
    </dgm:pt>
    <dgm:pt modelId="{39C7FD73-6186-4B7C-B38B-454B4E8E398E}">
      <dgm:prSet/>
      <dgm:spPr/>
      <dgm:t>
        <a:bodyPr/>
        <a:lstStyle/>
        <a:p>
          <a:r>
            <a:rPr lang="en-AU"/>
            <a:t>Supports Python via extensions and integrated debugging.</a:t>
          </a:r>
          <a:endParaRPr lang="en-US"/>
        </a:p>
      </dgm:t>
    </dgm:pt>
    <dgm:pt modelId="{BCB905FB-667B-48FC-AF9D-27C0C3F0F34C}" type="parTrans" cxnId="{E7BE1402-10F9-43EF-BEE7-2231FCBED728}">
      <dgm:prSet/>
      <dgm:spPr/>
      <dgm:t>
        <a:bodyPr/>
        <a:lstStyle/>
        <a:p>
          <a:endParaRPr lang="en-US"/>
        </a:p>
      </dgm:t>
    </dgm:pt>
    <dgm:pt modelId="{F85583AA-ACF4-473A-84B0-0B0923586F04}" type="sibTrans" cxnId="{E7BE1402-10F9-43EF-BEE7-2231FCBED728}">
      <dgm:prSet/>
      <dgm:spPr/>
      <dgm:t>
        <a:bodyPr/>
        <a:lstStyle/>
        <a:p>
          <a:endParaRPr lang="en-US"/>
        </a:p>
      </dgm:t>
    </dgm:pt>
    <dgm:pt modelId="{CE696F83-6B0C-4391-9FB5-F133004F5FB1}" type="pres">
      <dgm:prSet presAssocID="{BDEE62CF-047C-423C-8577-9356C3CE82B9}" presName="Name0" presStyleCnt="0">
        <dgm:presLayoutVars>
          <dgm:dir/>
          <dgm:animLvl val="lvl"/>
          <dgm:resizeHandles val="exact"/>
        </dgm:presLayoutVars>
      </dgm:prSet>
      <dgm:spPr/>
    </dgm:pt>
    <dgm:pt modelId="{79B64CF5-98F8-43C2-BA7A-C8AD46BFB626}" type="pres">
      <dgm:prSet presAssocID="{4F6551E4-A1AA-4B41-A77F-A94F206BD711}" presName="composite" presStyleCnt="0"/>
      <dgm:spPr/>
    </dgm:pt>
    <dgm:pt modelId="{EBDB760F-29BB-4F24-9746-50F48F524B23}" type="pres">
      <dgm:prSet presAssocID="{4F6551E4-A1AA-4B41-A77F-A94F206BD711}" presName="parTx" presStyleLbl="alignNode1" presStyleIdx="0" presStyleCnt="3">
        <dgm:presLayoutVars>
          <dgm:chMax val="0"/>
          <dgm:chPref val="0"/>
        </dgm:presLayoutVars>
      </dgm:prSet>
      <dgm:spPr/>
    </dgm:pt>
    <dgm:pt modelId="{1DBB9752-470D-4B95-8114-E9482EFA21CC}" type="pres">
      <dgm:prSet presAssocID="{4F6551E4-A1AA-4B41-A77F-A94F206BD711}" presName="desTx" presStyleLbl="alignAccFollowNode1" presStyleIdx="0" presStyleCnt="3">
        <dgm:presLayoutVars/>
      </dgm:prSet>
      <dgm:spPr/>
    </dgm:pt>
    <dgm:pt modelId="{FBC0F8C1-36CE-4024-AF0D-F256B697A083}" type="pres">
      <dgm:prSet presAssocID="{B62485FC-839A-403F-8A6E-69E01CB1F91D}" presName="space" presStyleCnt="0"/>
      <dgm:spPr/>
    </dgm:pt>
    <dgm:pt modelId="{769843C3-4CF9-4D21-BB4E-12C30ED81453}" type="pres">
      <dgm:prSet presAssocID="{75B3D0AC-ACD6-4688-A7B0-DDB664E70582}" presName="composite" presStyleCnt="0"/>
      <dgm:spPr/>
    </dgm:pt>
    <dgm:pt modelId="{10ECF84F-EA74-440F-B115-2FD4CB7C92CB}" type="pres">
      <dgm:prSet presAssocID="{75B3D0AC-ACD6-4688-A7B0-DDB664E70582}" presName="parTx" presStyleLbl="alignNode1" presStyleIdx="1" presStyleCnt="3">
        <dgm:presLayoutVars>
          <dgm:chMax val="0"/>
          <dgm:chPref val="0"/>
        </dgm:presLayoutVars>
      </dgm:prSet>
      <dgm:spPr/>
    </dgm:pt>
    <dgm:pt modelId="{45F14ACC-B8A2-4C68-BD0B-67C3F83DA8AA}" type="pres">
      <dgm:prSet presAssocID="{75B3D0AC-ACD6-4688-A7B0-DDB664E70582}" presName="desTx" presStyleLbl="alignAccFollowNode1" presStyleIdx="1" presStyleCnt="3">
        <dgm:presLayoutVars/>
      </dgm:prSet>
      <dgm:spPr/>
    </dgm:pt>
    <dgm:pt modelId="{000B33E6-A8F4-4B5E-B2E5-7BF17BE562B7}" type="pres">
      <dgm:prSet presAssocID="{C9624E41-1177-4ABF-8D8D-462CE23F3C5E}" presName="space" presStyleCnt="0"/>
      <dgm:spPr/>
    </dgm:pt>
    <dgm:pt modelId="{48A7181A-6211-4886-91C3-E54122D2B421}" type="pres">
      <dgm:prSet presAssocID="{85458FCA-86E7-4D70-9650-00092B8AF086}" presName="composite" presStyleCnt="0"/>
      <dgm:spPr/>
    </dgm:pt>
    <dgm:pt modelId="{AF869D6A-9CAB-4BA0-B533-3ED70A9CC920}" type="pres">
      <dgm:prSet presAssocID="{85458FCA-86E7-4D70-9650-00092B8AF086}" presName="parTx" presStyleLbl="alignNode1" presStyleIdx="2" presStyleCnt="3">
        <dgm:presLayoutVars>
          <dgm:chMax val="0"/>
          <dgm:chPref val="0"/>
        </dgm:presLayoutVars>
      </dgm:prSet>
      <dgm:spPr/>
    </dgm:pt>
    <dgm:pt modelId="{D1FD7A76-020B-4203-A8F6-B22B5CEBA238}" type="pres">
      <dgm:prSet presAssocID="{85458FCA-86E7-4D70-9650-00092B8AF086}" presName="desTx" presStyleLbl="alignAccFollowNode1" presStyleIdx="2" presStyleCnt="3">
        <dgm:presLayoutVars/>
      </dgm:prSet>
      <dgm:spPr/>
    </dgm:pt>
  </dgm:ptLst>
  <dgm:cxnLst>
    <dgm:cxn modelId="{ED3C1700-643B-4702-BF99-74957A913B3D}" type="presOf" srcId="{85458FCA-86E7-4D70-9650-00092B8AF086}" destId="{AF869D6A-9CAB-4BA0-B533-3ED70A9CC920}" srcOrd="0" destOrd="0" presId="urn:microsoft.com/office/officeart/2016/7/layout/HorizontalActionList"/>
    <dgm:cxn modelId="{E7BE1402-10F9-43EF-BEE7-2231FCBED728}" srcId="{85458FCA-86E7-4D70-9650-00092B8AF086}" destId="{39C7FD73-6186-4B7C-B38B-454B4E8E398E}" srcOrd="1" destOrd="0" parTransId="{BCB905FB-667B-48FC-AF9D-27C0C3F0F34C}" sibTransId="{F85583AA-ACF4-473A-84B0-0B0923586F04}"/>
    <dgm:cxn modelId="{D64B7E15-6B77-4AB0-81F9-9708DA841708}" srcId="{85458FCA-86E7-4D70-9650-00092B8AF086}" destId="{8E8E3A1C-A1B8-4E42-A669-C617810270BA}" srcOrd="0" destOrd="0" parTransId="{D284A4B1-475C-4A14-A2C7-604934503094}" sibTransId="{D642AA47-08D4-4C7E-A6F7-D554DE9C9E7C}"/>
    <dgm:cxn modelId="{BAE1EE1B-DE60-483A-8B13-EF5C3ED700A0}" srcId="{4F6551E4-A1AA-4B41-A77F-A94F206BD711}" destId="{135E8FDC-D7D9-4167-A844-346AB856180A}" srcOrd="1" destOrd="0" parTransId="{22D9703C-C7BC-4D7A-9FC1-275B034440E1}" sibTransId="{F466A17A-8498-469D-B978-78FE7D248B4F}"/>
    <dgm:cxn modelId="{A7FDE92F-59EF-4053-81B7-FC8AEAC973B1}" type="presOf" srcId="{75B3D0AC-ACD6-4688-A7B0-DDB664E70582}" destId="{10ECF84F-EA74-440F-B115-2FD4CB7C92CB}" srcOrd="0" destOrd="0" presId="urn:microsoft.com/office/officeart/2016/7/layout/HorizontalActionList"/>
    <dgm:cxn modelId="{3F41CC4C-9574-49D9-81B2-E66A2F1C3591}" type="presOf" srcId="{39C7FD73-6186-4B7C-B38B-454B4E8E398E}" destId="{D1FD7A76-020B-4203-A8F6-B22B5CEBA238}" srcOrd="0" destOrd="1" presId="urn:microsoft.com/office/officeart/2016/7/layout/HorizontalActionList"/>
    <dgm:cxn modelId="{B52A2270-F6C6-4A17-9016-8699A3F5AA01}" type="presOf" srcId="{135E8FDC-D7D9-4167-A844-346AB856180A}" destId="{1DBB9752-470D-4B95-8114-E9482EFA21CC}" srcOrd="0" destOrd="1" presId="urn:microsoft.com/office/officeart/2016/7/layout/HorizontalActionList"/>
    <dgm:cxn modelId="{8AC1AA7C-9758-42B4-9417-E78C5507924B}" type="presOf" srcId="{FB3B1FF3-DA44-4A86-B1E6-5B6BE67F1009}" destId="{45F14ACC-B8A2-4C68-BD0B-67C3F83DA8AA}" srcOrd="0" destOrd="1" presId="urn:microsoft.com/office/officeart/2016/7/layout/HorizontalActionList"/>
    <dgm:cxn modelId="{AD044A7E-56C8-474C-8C7A-F2A3FDAE5DFA}" type="presOf" srcId="{4F6551E4-A1AA-4B41-A77F-A94F206BD711}" destId="{EBDB760F-29BB-4F24-9746-50F48F524B23}" srcOrd="0" destOrd="0" presId="urn:microsoft.com/office/officeart/2016/7/layout/HorizontalActionList"/>
    <dgm:cxn modelId="{1AB5C780-BE10-49BE-BEBC-B4505FDF797A}" type="presOf" srcId="{8E8E3A1C-A1B8-4E42-A669-C617810270BA}" destId="{D1FD7A76-020B-4203-A8F6-B22B5CEBA238}" srcOrd="0" destOrd="0" presId="urn:microsoft.com/office/officeart/2016/7/layout/HorizontalActionList"/>
    <dgm:cxn modelId="{96A89B86-8F19-4DD6-9065-F08A0E74345A}" type="presOf" srcId="{BDEE62CF-047C-423C-8577-9356C3CE82B9}" destId="{CE696F83-6B0C-4391-9FB5-F133004F5FB1}" srcOrd="0" destOrd="0" presId="urn:microsoft.com/office/officeart/2016/7/layout/HorizontalActionList"/>
    <dgm:cxn modelId="{E0801B92-CC7D-4C87-A2A5-E0BB04710E30}" srcId="{75B3D0AC-ACD6-4688-A7B0-DDB664E70582}" destId="{FB3B1FF3-DA44-4A86-B1E6-5B6BE67F1009}" srcOrd="1" destOrd="0" parTransId="{87F117B9-EF19-49ED-A7FD-BC2BF1FAD9A0}" sibTransId="{604A322A-5006-4501-A6A2-1C849EE1DC76}"/>
    <dgm:cxn modelId="{7136BC95-7F61-4DAA-ABD5-BF3A3064E7D3}" srcId="{75B3D0AC-ACD6-4688-A7B0-DDB664E70582}" destId="{8F4C9CE8-84B4-4E2D-81E4-F384959AF1AA}" srcOrd="0" destOrd="0" parTransId="{E761C8E3-658E-47CF-BDBA-0DCE70595CBF}" sibTransId="{57FB7E83-D5F6-4920-A0F5-639F7D4C510B}"/>
    <dgm:cxn modelId="{5DAD53A5-7991-4735-9EFD-34BEDE05115D}" type="presOf" srcId="{8F4C9CE8-84B4-4E2D-81E4-F384959AF1AA}" destId="{45F14ACC-B8A2-4C68-BD0B-67C3F83DA8AA}" srcOrd="0" destOrd="0" presId="urn:microsoft.com/office/officeart/2016/7/layout/HorizontalActionList"/>
    <dgm:cxn modelId="{F7327EB0-1862-459D-9EF7-3BD5CC084154}" srcId="{BDEE62CF-047C-423C-8577-9356C3CE82B9}" destId="{85458FCA-86E7-4D70-9650-00092B8AF086}" srcOrd="2" destOrd="0" parTransId="{236E3408-1E2F-4573-9FF1-6EFF3BC4052E}" sibTransId="{EDC40487-196D-4EBD-8E47-7E3127858082}"/>
    <dgm:cxn modelId="{0399EBDF-A92B-4BA6-9971-4ADF61CB316D}" srcId="{BDEE62CF-047C-423C-8577-9356C3CE82B9}" destId="{4F6551E4-A1AA-4B41-A77F-A94F206BD711}" srcOrd="0" destOrd="0" parTransId="{B1C7E749-5D54-45D9-B832-EC8752B87FA1}" sibTransId="{B62485FC-839A-403F-8A6E-69E01CB1F91D}"/>
    <dgm:cxn modelId="{597759F0-7417-475D-8536-0068610E251A}" srcId="{BDEE62CF-047C-423C-8577-9356C3CE82B9}" destId="{75B3D0AC-ACD6-4688-A7B0-DDB664E70582}" srcOrd="1" destOrd="0" parTransId="{563020CD-0F7F-4752-A481-CE92F69143C6}" sibTransId="{C9624E41-1177-4ABF-8D8D-462CE23F3C5E}"/>
    <dgm:cxn modelId="{7B6A3AF3-3545-4E70-9C4B-658469E6E82E}" srcId="{4F6551E4-A1AA-4B41-A77F-A94F206BD711}" destId="{53B093BF-4CF2-41EF-9765-9BDD660B372A}" srcOrd="0" destOrd="0" parTransId="{7A511B6A-5DF8-4D3E-B4D6-D66E0DC6AB08}" sibTransId="{88C410B0-C952-4B93-954F-199BCFFC7821}"/>
    <dgm:cxn modelId="{C0B422F6-502C-450C-B0F2-2D5CD1DE1BC5}" type="presOf" srcId="{53B093BF-4CF2-41EF-9765-9BDD660B372A}" destId="{1DBB9752-470D-4B95-8114-E9482EFA21CC}" srcOrd="0" destOrd="0" presId="urn:microsoft.com/office/officeart/2016/7/layout/HorizontalActionList"/>
    <dgm:cxn modelId="{96038176-8D72-4C64-BCB2-9FEBEF774BDF}" type="presParOf" srcId="{CE696F83-6B0C-4391-9FB5-F133004F5FB1}" destId="{79B64CF5-98F8-43C2-BA7A-C8AD46BFB626}" srcOrd="0" destOrd="0" presId="urn:microsoft.com/office/officeart/2016/7/layout/HorizontalActionList"/>
    <dgm:cxn modelId="{4E1DD00B-5606-4DCF-BDEB-186E932745C9}" type="presParOf" srcId="{79B64CF5-98F8-43C2-BA7A-C8AD46BFB626}" destId="{EBDB760F-29BB-4F24-9746-50F48F524B23}" srcOrd="0" destOrd="0" presId="urn:microsoft.com/office/officeart/2016/7/layout/HorizontalActionList"/>
    <dgm:cxn modelId="{FBEA9A2A-4287-4919-8719-203F08390A53}" type="presParOf" srcId="{79B64CF5-98F8-43C2-BA7A-C8AD46BFB626}" destId="{1DBB9752-470D-4B95-8114-E9482EFA21CC}" srcOrd="1" destOrd="0" presId="urn:microsoft.com/office/officeart/2016/7/layout/HorizontalActionList"/>
    <dgm:cxn modelId="{1AB8F163-2A14-4855-8A06-3B441339E558}" type="presParOf" srcId="{CE696F83-6B0C-4391-9FB5-F133004F5FB1}" destId="{FBC0F8C1-36CE-4024-AF0D-F256B697A083}" srcOrd="1" destOrd="0" presId="urn:microsoft.com/office/officeart/2016/7/layout/HorizontalActionList"/>
    <dgm:cxn modelId="{B72BF0AD-63FB-441D-9635-B3B625E16449}" type="presParOf" srcId="{CE696F83-6B0C-4391-9FB5-F133004F5FB1}" destId="{769843C3-4CF9-4D21-BB4E-12C30ED81453}" srcOrd="2" destOrd="0" presId="urn:microsoft.com/office/officeart/2016/7/layout/HorizontalActionList"/>
    <dgm:cxn modelId="{5D837B07-D273-451B-B845-F37BF30A87F9}" type="presParOf" srcId="{769843C3-4CF9-4D21-BB4E-12C30ED81453}" destId="{10ECF84F-EA74-440F-B115-2FD4CB7C92CB}" srcOrd="0" destOrd="0" presId="urn:microsoft.com/office/officeart/2016/7/layout/HorizontalActionList"/>
    <dgm:cxn modelId="{404D3B6A-B297-4222-B142-A1817171A2A3}" type="presParOf" srcId="{769843C3-4CF9-4D21-BB4E-12C30ED81453}" destId="{45F14ACC-B8A2-4C68-BD0B-67C3F83DA8AA}" srcOrd="1" destOrd="0" presId="urn:microsoft.com/office/officeart/2016/7/layout/HorizontalActionList"/>
    <dgm:cxn modelId="{5F8859A3-46C2-423E-BDD5-3B35FCADED1E}" type="presParOf" srcId="{CE696F83-6B0C-4391-9FB5-F133004F5FB1}" destId="{000B33E6-A8F4-4B5E-B2E5-7BF17BE562B7}" srcOrd="3" destOrd="0" presId="urn:microsoft.com/office/officeart/2016/7/layout/HorizontalActionList"/>
    <dgm:cxn modelId="{0D7755FC-168D-42AB-B259-09FC84830C74}" type="presParOf" srcId="{CE696F83-6B0C-4391-9FB5-F133004F5FB1}" destId="{48A7181A-6211-4886-91C3-E54122D2B421}" srcOrd="4" destOrd="0" presId="urn:microsoft.com/office/officeart/2016/7/layout/HorizontalActionList"/>
    <dgm:cxn modelId="{3173CA9C-62E2-4C70-848A-CF4AF04AC636}" type="presParOf" srcId="{48A7181A-6211-4886-91C3-E54122D2B421}" destId="{AF869D6A-9CAB-4BA0-B533-3ED70A9CC920}" srcOrd="0" destOrd="0" presId="urn:microsoft.com/office/officeart/2016/7/layout/HorizontalActionList"/>
    <dgm:cxn modelId="{A46E066B-F1CC-4DE7-AA0C-85A9F29F0391}" type="presParOf" srcId="{48A7181A-6211-4886-91C3-E54122D2B421}" destId="{D1FD7A76-020B-4203-A8F6-B22B5CEBA238}"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D5195BE-BCED-4C05-849D-2F5FA9C636E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20832D1-A094-4230-9F25-E69F9079DE77}">
      <dgm:prSet/>
      <dgm:spPr/>
      <dgm:t>
        <a:bodyPr/>
        <a:lstStyle/>
        <a:p>
          <a:r>
            <a:rPr lang="en-AU"/>
            <a:t>GitHub - Version Control and Code Sharing</a:t>
          </a:r>
          <a:endParaRPr lang="en-US"/>
        </a:p>
      </dgm:t>
    </dgm:pt>
    <dgm:pt modelId="{8288C455-CA83-43B1-9C42-BA362E16741F}" type="parTrans" cxnId="{2D26CFEA-A32C-40EA-BB88-D92EC953E1A8}">
      <dgm:prSet/>
      <dgm:spPr/>
      <dgm:t>
        <a:bodyPr/>
        <a:lstStyle/>
        <a:p>
          <a:endParaRPr lang="en-US"/>
        </a:p>
      </dgm:t>
    </dgm:pt>
    <dgm:pt modelId="{0652081C-45C6-44C8-8600-E59CB0165C9C}" type="sibTrans" cxnId="{2D26CFEA-A32C-40EA-BB88-D92EC953E1A8}">
      <dgm:prSet/>
      <dgm:spPr/>
      <dgm:t>
        <a:bodyPr/>
        <a:lstStyle/>
        <a:p>
          <a:endParaRPr lang="en-US"/>
        </a:p>
      </dgm:t>
    </dgm:pt>
    <dgm:pt modelId="{D19E01D2-016D-4821-AE02-BB278D29D3E5}">
      <dgm:prSet/>
      <dgm:spPr/>
      <dgm:t>
        <a:bodyPr/>
        <a:lstStyle/>
        <a:p>
          <a:r>
            <a:rPr lang="en-AU" b="1"/>
            <a:t>Repositories</a:t>
          </a:r>
          <a:r>
            <a:rPr lang="en-AU"/>
            <a:t>: Providing a central location for all project files, ensuring data backup.</a:t>
          </a:r>
          <a:endParaRPr lang="en-US"/>
        </a:p>
      </dgm:t>
    </dgm:pt>
    <dgm:pt modelId="{F555EA3E-86FC-445E-861A-2822F56B45B3}" type="parTrans" cxnId="{8D087763-AF38-4C62-ADE8-7ABA998DCCFA}">
      <dgm:prSet/>
      <dgm:spPr/>
      <dgm:t>
        <a:bodyPr/>
        <a:lstStyle/>
        <a:p>
          <a:endParaRPr lang="en-US"/>
        </a:p>
      </dgm:t>
    </dgm:pt>
    <dgm:pt modelId="{ABF67D15-FE03-4ED8-8057-463DFCFAC31E}" type="sibTrans" cxnId="{8D087763-AF38-4C62-ADE8-7ABA998DCCFA}">
      <dgm:prSet/>
      <dgm:spPr/>
      <dgm:t>
        <a:bodyPr/>
        <a:lstStyle/>
        <a:p>
          <a:endParaRPr lang="en-US"/>
        </a:p>
      </dgm:t>
    </dgm:pt>
    <dgm:pt modelId="{596A0B0F-EAA0-4174-B610-B31B0619C050}">
      <dgm:prSet/>
      <dgm:spPr/>
      <dgm:t>
        <a:bodyPr/>
        <a:lstStyle/>
        <a:p>
          <a:r>
            <a:rPr lang="en-AU" b="1"/>
            <a:t>Commits</a:t>
          </a:r>
          <a:r>
            <a:rPr lang="en-AU"/>
            <a:t>: Allowing students to document incremental changes with meaningful messages.</a:t>
          </a:r>
          <a:endParaRPr lang="en-US"/>
        </a:p>
      </dgm:t>
    </dgm:pt>
    <dgm:pt modelId="{A4E4356B-6458-4351-9E5A-E40D48D7BF4B}" type="parTrans" cxnId="{64261AD5-AA18-4F70-BD26-BE47387A65EE}">
      <dgm:prSet/>
      <dgm:spPr/>
      <dgm:t>
        <a:bodyPr/>
        <a:lstStyle/>
        <a:p>
          <a:endParaRPr lang="en-US"/>
        </a:p>
      </dgm:t>
    </dgm:pt>
    <dgm:pt modelId="{76195306-3DAF-40C1-90CD-8DFE2DED9CAE}" type="sibTrans" cxnId="{64261AD5-AA18-4F70-BD26-BE47387A65EE}">
      <dgm:prSet/>
      <dgm:spPr/>
      <dgm:t>
        <a:bodyPr/>
        <a:lstStyle/>
        <a:p>
          <a:endParaRPr lang="en-US"/>
        </a:p>
      </dgm:t>
    </dgm:pt>
    <dgm:pt modelId="{655333A1-9E4E-416F-99F4-473156EEE178}">
      <dgm:prSet/>
      <dgm:spPr/>
      <dgm:t>
        <a:bodyPr/>
        <a:lstStyle/>
        <a:p>
          <a:r>
            <a:rPr lang="en-AU" b="1"/>
            <a:t>Branches</a:t>
          </a:r>
          <a:r>
            <a:rPr lang="en-AU"/>
            <a:t>: Enabling experimental features to be developed in isolation from the "Main" stable code.</a:t>
          </a:r>
          <a:endParaRPr lang="en-US"/>
        </a:p>
      </dgm:t>
    </dgm:pt>
    <dgm:pt modelId="{A8D5FC8E-777E-4C06-AF6A-0DBADF0EB278}" type="parTrans" cxnId="{1A066489-7C2E-4847-879C-A2FF90E240A0}">
      <dgm:prSet/>
      <dgm:spPr/>
      <dgm:t>
        <a:bodyPr/>
        <a:lstStyle/>
        <a:p>
          <a:endParaRPr lang="en-US"/>
        </a:p>
      </dgm:t>
    </dgm:pt>
    <dgm:pt modelId="{CB9B67A2-14D3-4C5E-AB1A-DB14D93CF3F0}" type="sibTrans" cxnId="{1A066489-7C2E-4847-879C-A2FF90E240A0}">
      <dgm:prSet/>
      <dgm:spPr/>
      <dgm:t>
        <a:bodyPr/>
        <a:lstStyle/>
        <a:p>
          <a:endParaRPr lang="en-US"/>
        </a:p>
      </dgm:t>
    </dgm:pt>
    <dgm:pt modelId="{CFBF5425-998A-2843-A8EA-50C722E0420E}" type="pres">
      <dgm:prSet presAssocID="{CD5195BE-BCED-4C05-849D-2F5FA9C636E3}" presName="vert0" presStyleCnt="0">
        <dgm:presLayoutVars>
          <dgm:dir/>
          <dgm:animOne val="branch"/>
          <dgm:animLvl val="lvl"/>
        </dgm:presLayoutVars>
      </dgm:prSet>
      <dgm:spPr/>
    </dgm:pt>
    <dgm:pt modelId="{FB9AE4A2-B247-8942-9675-F360CB627B44}" type="pres">
      <dgm:prSet presAssocID="{B20832D1-A094-4230-9F25-E69F9079DE77}" presName="thickLine" presStyleLbl="alignNode1" presStyleIdx="0" presStyleCnt="4"/>
      <dgm:spPr/>
    </dgm:pt>
    <dgm:pt modelId="{1FCF8ED2-B915-5247-B750-8EC854281F0E}" type="pres">
      <dgm:prSet presAssocID="{B20832D1-A094-4230-9F25-E69F9079DE77}" presName="horz1" presStyleCnt="0"/>
      <dgm:spPr/>
    </dgm:pt>
    <dgm:pt modelId="{D65B73F2-D09C-774A-9447-97084405329A}" type="pres">
      <dgm:prSet presAssocID="{B20832D1-A094-4230-9F25-E69F9079DE77}" presName="tx1" presStyleLbl="revTx" presStyleIdx="0" presStyleCnt="4"/>
      <dgm:spPr/>
    </dgm:pt>
    <dgm:pt modelId="{CC5310B6-9C81-D541-87A9-5AF7A6336959}" type="pres">
      <dgm:prSet presAssocID="{B20832D1-A094-4230-9F25-E69F9079DE77}" presName="vert1" presStyleCnt="0"/>
      <dgm:spPr/>
    </dgm:pt>
    <dgm:pt modelId="{EBF4E4AE-8BAF-944B-AEB7-722BDCDFB0CD}" type="pres">
      <dgm:prSet presAssocID="{D19E01D2-016D-4821-AE02-BB278D29D3E5}" presName="thickLine" presStyleLbl="alignNode1" presStyleIdx="1" presStyleCnt="4"/>
      <dgm:spPr/>
    </dgm:pt>
    <dgm:pt modelId="{09FCB031-CED1-4440-BE81-E78E4D9DCE36}" type="pres">
      <dgm:prSet presAssocID="{D19E01D2-016D-4821-AE02-BB278D29D3E5}" presName="horz1" presStyleCnt="0"/>
      <dgm:spPr/>
    </dgm:pt>
    <dgm:pt modelId="{12353C44-99CE-D940-8C93-D7C2E444AFDA}" type="pres">
      <dgm:prSet presAssocID="{D19E01D2-016D-4821-AE02-BB278D29D3E5}" presName="tx1" presStyleLbl="revTx" presStyleIdx="1" presStyleCnt="4"/>
      <dgm:spPr/>
    </dgm:pt>
    <dgm:pt modelId="{6A8786B0-B226-8E46-8492-87659DBD4F6D}" type="pres">
      <dgm:prSet presAssocID="{D19E01D2-016D-4821-AE02-BB278D29D3E5}" presName="vert1" presStyleCnt="0"/>
      <dgm:spPr/>
    </dgm:pt>
    <dgm:pt modelId="{F1F62C1E-55C9-C54E-8B2C-36DA814D9086}" type="pres">
      <dgm:prSet presAssocID="{596A0B0F-EAA0-4174-B610-B31B0619C050}" presName="thickLine" presStyleLbl="alignNode1" presStyleIdx="2" presStyleCnt="4"/>
      <dgm:spPr/>
    </dgm:pt>
    <dgm:pt modelId="{6C3FB14F-1DCB-A041-B90D-505D6EFFA011}" type="pres">
      <dgm:prSet presAssocID="{596A0B0F-EAA0-4174-B610-B31B0619C050}" presName="horz1" presStyleCnt="0"/>
      <dgm:spPr/>
    </dgm:pt>
    <dgm:pt modelId="{B8B7F0B7-A2E5-1240-B812-172D5A4C9814}" type="pres">
      <dgm:prSet presAssocID="{596A0B0F-EAA0-4174-B610-B31B0619C050}" presName="tx1" presStyleLbl="revTx" presStyleIdx="2" presStyleCnt="4"/>
      <dgm:spPr/>
    </dgm:pt>
    <dgm:pt modelId="{755F5E9A-C48E-DC47-A584-BA004F97A20C}" type="pres">
      <dgm:prSet presAssocID="{596A0B0F-EAA0-4174-B610-B31B0619C050}" presName="vert1" presStyleCnt="0"/>
      <dgm:spPr/>
    </dgm:pt>
    <dgm:pt modelId="{F0BAD34B-CB4E-E041-96C1-3314D32ACF78}" type="pres">
      <dgm:prSet presAssocID="{655333A1-9E4E-416F-99F4-473156EEE178}" presName="thickLine" presStyleLbl="alignNode1" presStyleIdx="3" presStyleCnt="4"/>
      <dgm:spPr/>
    </dgm:pt>
    <dgm:pt modelId="{34D0A934-3C12-9D4A-9450-505BE5824B43}" type="pres">
      <dgm:prSet presAssocID="{655333A1-9E4E-416F-99F4-473156EEE178}" presName="horz1" presStyleCnt="0"/>
      <dgm:spPr/>
    </dgm:pt>
    <dgm:pt modelId="{06F59E1A-6AF0-474D-990F-1D4F4FCE657E}" type="pres">
      <dgm:prSet presAssocID="{655333A1-9E4E-416F-99F4-473156EEE178}" presName="tx1" presStyleLbl="revTx" presStyleIdx="3" presStyleCnt="4"/>
      <dgm:spPr/>
    </dgm:pt>
    <dgm:pt modelId="{EE840D38-9109-DA46-BB0F-6DE9883E3F3C}" type="pres">
      <dgm:prSet presAssocID="{655333A1-9E4E-416F-99F4-473156EEE178}" presName="vert1" presStyleCnt="0"/>
      <dgm:spPr/>
    </dgm:pt>
  </dgm:ptLst>
  <dgm:cxnLst>
    <dgm:cxn modelId="{B894D234-0F5A-7644-86CD-501E61E55B8A}" type="presOf" srcId="{CD5195BE-BCED-4C05-849D-2F5FA9C636E3}" destId="{CFBF5425-998A-2843-A8EA-50C722E0420E}" srcOrd="0" destOrd="0" presId="urn:microsoft.com/office/officeart/2008/layout/LinedList"/>
    <dgm:cxn modelId="{8D087763-AF38-4C62-ADE8-7ABA998DCCFA}" srcId="{CD5195BE-BCED-4C05-849D-2F5FA9C636E3}" destId="{D19E01D2-016D-4821-AE02-BB278D29D3E5}" srcOrd="1" destOrd="0" parTransId="{F555EA3E-86FC-445E-861A-2822F56B45B3}" sibTransId="{ABF67D15-FE03-4ED8-8057-463DFCFAC31E}"/>
    <dgm:cxn modelId="{D7290973-77F7-8448-8D03-3505F35B5226}" type="presOf" srcId="{D19E01D2-016D-4821-AE02-BB278D29D3E5}" destId="{12353C44-99CE-D940-8C93-D7C2E444AFDA}" srcOrd="0" destOrd="0" presId="urn:microsoft.com/office/officeart/2008/layout/LinedList"/>
    <dgm:cxn modelId="{1A066489-7C2E-4847-879C-A2FF90E240A0}" srcId="{CD5195BE-BCED-4C05-849D-2F5FA9C636E3}" destId="{655333A1-9E4E-416F-99F4-473156EEE178}" srcOrd="3" destOrd="0" parTransId="{A8D5FC8E-777E-4C06-AF6A-0DBADF0EB278}" sibTransId="{CB9B67A2-14D3-4C5E-AB1A-DB14D93CF3F0}"/>
    <dgm:cxn modelId="{3656EAA5-A410-8D41-A3A9-7873FC547CDE}" type="presOf" srcId="{655333A1-9E4E-416F-99F4-473156EEE178}" destId="{06F59E1A-6AF0-474D-990F-1D4F4FCE657E}" srcOrd="0" destOrd="0" presId="urn:microsoft.com/office/officeart/2008/layout/LinedList"/>
    <dgm:cxn modelId="{B6F4AAB1-BFBF-BF42-B3E3-169BE45788C7}" type="presOf" srcId="{596A0B0F-EAA0-4174-B610-B31B0619C050}" destId="{B8B7F0B7-A2E5-1240-B812-172D5A4C9814}" srcOrd="0" destOrd="0" presId="urn:microsoft.com/office/officeart/2008/layout/LinedList"/>
    <dgm:cxn modelId="{EFF6E0B6-990E-694F-85BE-B7E00411B18F}" type="presOf" srcId="{B20832D1-A094-4230-9F25-E69F9079DE77}" destId="{D65B73F2-D09C-774A-9447-97084405329A}" srcOrd="0" destOrd="0" presId="urn:microsoft.com/office/officeart/2008/layout/LinedList"/>
    <dgm:cxn modelId="{64261AD5-AA18-4F70-BD26-BE47387A65EE}" srcId="{CD5195BE-BCED-4C05-849D-2F5FA9C636E3}" destId="{596A0B0F-EAA0-4174-B610-B31B0619C050}" srcOrd="2" destOrd="0" parTransId="{A4E4356B-6458-4351-9E5A-E40D48D7BF4B}" sibTransId="{76195306-3DAF-40C1-90CD-8DFE2DED9CAE}"/>
    <dgm:cxn modelId="{2D26CFEA-A32C-40EA-BB88-D92EC953E1A8}" srcId="{CD5195BE-BCED-4C05-849D-2F5FA9C636E3}" destId="{B20832D1-A094-4230-9F25-E69F9079DE77}" srcOrd="0" destOrd="0" parTransId="{8288C455-CA83-43B1-9C42-BA362E16741F}" sibTransId="{0652081C-45C6-44C8-8600-E59CB0165C9C}"/>
    <dgm:cxn modelId="{00DA6775-75EA-D240-80B0-64414717263A}" type="presParOf" srcId="{CFBF5425-998A-2843-A8EA-50C722E0420E}" destId="{FB9AE4A2-B247-8942-9675-F360CB627B44}" srcOrd="0" destOrd="0" presId="urn:microsoft.com/office/officeart/2008/layout/LinedList"/>
    <dgm:cxn modelId="{6CD3138A-CD79-574E-8EA3-81ED3425D19E}" type="presParOf" srcId="{CFBF5425-998A-2843-A8EA-50C722E0420E}" destId="{1FCF8ED2-B915-5247-B750-8EC854281F0E}" srcOrd="1" destOrd="0" presId="urn:microsoft.com/office/officeart/2008/layout/LinedList"/>
    <dgm:cxn modelId="{DA173FEE-6C73-4C46-98E2-80D29BA5DF5C}" type="presParOf" srcId="{1FCF8ED2-B915-5247-B750-8EC854281F0E}" destId="{D65B73F2-D09C-774A-9447-97084405329A}" srcOrd="0" destOrd="0" presId="urn:microsoft.com/office/officeart/2008/layout/LinedList"/>
    <dgm:cxn modelId="{BBA4E2B5-0545-D94C-A41B-DE1829D7BD0A}" type="presParOf" srcId="{1FCF8ED2-B915-5247-B750-8EC854281F0E}" destId="{CC5310B6-9C81-D541-87A9-5AF7A6336959}" srcOrd="1" destOrd="0" presId="urn:microsoft.com/office/officeart/2008/layout/LinedList"/>
    <dgm:cxn modelId="{F6AE3D0A-248C-E94A-9434-0F388C9FBB71}" type="presParOf" srcId="{CFBF5425-998A-2843-A8EA-50C722E0420E}" destId="{EBF4E4AE-8BAF-944B-AEB7-722BDCDFB0CD}" srcOrd="2" destOrd="0" presId="urn:microsoft.com/office/officeart/2008/layout/LinedList"/>
    <dgm:cxn modelId="{2CE7DDEE-8544-6A49-8AA8-4DFA37C86C53}" type="presParOf" srcId="{CFBF5425-998A-2843-A8EA-50C722E0420E}" destId="{09FCB031-CED1-4440-BE81-E78E4D9DCE36}" srcOrd="3" destOrd="0" presId="urn:microsoft.com/office/officeart/2008/layout/LinedList"/>
    <dgm:cxn modelId="{AA0DD2CE-B2B1-614A-B16A-0D7B909F2277}" type="presParOf" srcId="{09FCB031-CED1-4440-BE81-E78E4D9DCE36}" destId="{12353C44-99CE-D940-8C93-D7C2E444AFDA}" srcOrd="0" destOrd="0" presId="urn:microsoft.com/office/officeart/2008/layout/LinedList"/>
    <dgm:cxn modelId="{7C3718E8-C1C0-BB4F-9256-6306953FF294}" type="presParOf" srcId="{09FCB031-CED1-4440-BE81-E78E4D9DCE36}" destId="{6A8786B0-B226-8E46-8492-87659DBD4F6D}" srcOrd="1" destOrd="0" presId="urn:microsoft.com/office/officeart/2008/layout/LinedList"/>
    <dgm:cxn modelId="{BFF1B5B3-7EB2-FE40-906D-E618C39ECCD0}" type="presParOf" srcId="{CFBF5425-998A-2843-A8EA-50C722E0420E}" destId="{F1F62C1E-55C9-C54E-8B2C-36DA814D9086}" srcOrd="4" destOrd="0" presId="urn:microsoft.com/office/officeart/2008/layout/LinedList"/>
    <dgm:cxn modelId="{14D66000-8D8E-F24B-8CBF-D11DBFB102D3}" type="presParOf" srcId="{CFBF5425-998A-2843-A8EA-50C722E0420E}" destId="{6C3FB14F-1DCB-A041-B90D-505D6EFFA011}" srcOrd="5" destOrd="0" presId="urn:microsoft.com/office/officeart/2008/layout/LinedList"/>
    <dgm:cxn modelId="{CFDFD763-B986-7B46-8F43-BCA24EBCD3FB}" type="presParOf" srcId="{6C3FB14F-1DCB-A041-B90D-505D6EFFA011}" destId="{B8B7F0B7-A2E5-1240-B812-172D5A4C9814}" srcOrd="0" destOrd="0" presId="urn:microsoft.com/office/officeart/2008/layout/LinedList"/>
    <dgm:cxn modelId="{391DF17F-CE3C-3C46-A157-6163A11237F1}" type="presParOf" srcId="{6C3FB14F-1DCB-A041-B90D-505D6EFFA011}" destId="{755F5E9A-C48E-DC47-A584-BA004F97A20C}" srcOrd="1" destOrd="0" presId="urn:microsoft.com/office/officeart/2008/layout/LinedList"/>
    <dgm:cxn modelId="{560A885B-62FA-9243-B24D-B047C0FDCDF5}" type="presParOf" srcId="{CFBF5425-998A-2843-A8EA-50C722E0420E}" destId="{F0BAD34B-CB4E-E041-96C1-3314D32ACF78}" srcOrd="6" destOrd="0" presId="urn:microsoft.com/office/officeart/2008/layout/LinedList"/>
    <dgm:cxn modelId="{4BB9F029-FA3A-6B42-926A-20EC1079F914}" type="presParOf" srcId="{CFBF5425-998A-2843-A8EA-50C722E0420E}" destId="{34D0A934-3C12-9D4A-9450-505BE5824B43}" srcOrd="7" destOrd="0" presId="urn:microsoft.com/office/officeart/2008/layout/LinedList"/>
    <dgm:cxn modelId="{EA3E2871-0B16-2145-9112-27A28711AAF1}" type="presParOf" srcId="{34D0A934-3C12-9D4A-9450-505BE5824B43}" destId="{06F59E1A-6AF0-474D-990F-1D4F4FCE657E}" srcOrd="0" destOrd="0" presId="urn:microsoft.com/office/officeart/2008/layout/LinedList"/>
    <dgm:cxn modelId="{3CB4939E-8EFD-7242-8FF1-DC37F04CFF8E}" type="presParOf" srcId="{34D0A934-3C12-9D4A-9450-505BE5824B43}" destId="{EE840D38-9109-DA46-BB0F-6DE9883E3F3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8D674-C64A-4289-AB32-EA2F14132636}">
      <dsp:nvSpPr>
        <dsp:cNvPr id="0" name=""/>
        <dsp:cNvSpPr/>
      </dsp:nvSpPr>
      <dsp:spPr>
        <a:xfrm>
          <a:off x="0" y="1808"/>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9A24EA-28E2-4545-AB7A-2499225A7B28}">
      <dsp:nvSpPr>
        <dsp:cNvPr id="0" name=""/>
        <dsp:cNvSpPr/>
      </dsp:nvSpPr>
      <dsp:spPr>
        <a:xfrm>
          <a:off x="233059" y="175158"/>
          <a:ext cx="423745" cy="42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205FCC-4FC3-4852-A3DA-FADE9A71D56E}">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b="1" kern="1200"/>
            <a:t>Including:</a:t>
          </a:r>
          <a:endParaRPr lang="en-US" sz="1900" kern="1200"/>
        </a:p>
      </dsp:txBody>
      <dsp:txXfrm>
        <a:off x="889864" y="1808"/>
        <a:ext cx="5355400" cy="770445"/>
      </dsp:txXfrm>
    </dsp:sp>
    <dsp:sp modelId="{6661C525-DC4B-4E6B-92E7-B1808E2EA925}">
      <dsp:nvSpPr>
        <dsp:cNvPr id="0" name=""/>
        <dsp:cNvSpPr/>
      </dsp:nvSpPr>
      <dsp:spPr>
        <a:xfrm>
          <a:off x="0" y="964865"/>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7094C4-0773-4C35-A482-3F38614C5633}">
      <dsp:nvSpPr>
        <dsp:cNvPr id="0" name=""/>
        <dsp:cNvSpPr/>
      </dsp:nvSpPr>
      <dsp:spPr>
        <a:xfrm>
          <a:off x="233059" y="1138215"/>
          <a:ext cx="423745" cy="423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6B744E-8028-4DEC-9DF0-FAA79441CB14}">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kern="1200"/>
            <a:t>demonstrating need(s) or opportunities</a:t>
          </a:r>
          <a:endParaRPr lang="en-US" sz="1900" kern="1200"/>
        </a:p>
      </dsp:txBody>
      <dsp:txXfrm>
        <a:off x="889864" y="964865"/>
        <a:ext cx="5355400" cy="770445"/>
      </dsp:txXfrm>
    </dsp:sp>
    <dsp:sp modelId="{A159A774-5E3D-4F6A-A205-FCBAC515D814}">
      <dsp:nvSpPr>
        <dsp:cNvPr id="0" name=""/>
        <dsp:cNvSpPr/>
      </dsp:nvSpPr>
      <dsp:spPr>
        <a:xfrm>
          <a:off x="0" y="1927922"/>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BB3C5F-3B47-44E8-B358-6610089BD5D5}">
      <dsp:nvSpPr>
        <dsp:cNvPr id="0" name=""/>
        <dsp:cNvSpPr/>
      </dsp:nvSpPr>
      <dsp:spPr>
        <a:xfrm>
          <a:off x="233059" y="2101272"/>
          <a:ext cx="423745" cy="423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150B84-9090-435E-8051-6A9340F18167}">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kern="1200"/>
            <a:t>assessing scheduling and financial feasibility</a:t>
          </a:r>
          <a:endParaRPr lang="en-US" sz="1900" kern="1200"/>
        </a:p>
      </dsp:txBody>
      <dsp:txXfrm>
        <a:off x="889864" y="1927922"/>
        <a:ext cx="5355400" cy="770445"/>
      </dsp:txXfrm>
    </dsp:sp>
    <dsp:sp modelId="{1DD162DB-60C4-4B58-B3D5-A65BB6F53744}">
      <dsp:nvSpPr>
        <dsp:cNvPr id="0" name=""/>
        <dsp:cNvSpPr/>
      </dsp:nvSpPr>
      <dsp:spPr>
        <a:xfrm>
          <a:off x="0" y="2890979"/>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7FF6B0-80BF-4AC1-A55D-7C6D262BEF04}">
      <dsp:nvSpPr>
        <dsp:cNvPr id="0" name=""/>
        <dsp:cNvSpPr/>
      </dsp:nvSpPr>
      <dsp:spPr>
        <a:xfrm>
          <a:off x="233059" y="3064329"/>
          <a:ext cx="423745" cy="423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1D333D-79F3-4C7F-A0F8-0EFEBF66EC9D}">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kern="1200"/>
            <a:t>generating requirements including functionality and performance</a:t>
          </a:r>
          <a:endParaRPr lang="en-US" sz="1900" kern="1200"/>
        </a:p>
      </dsp:txBody>
      <dsp:txXfrm>
        <a:off x="889864" y="2890979"/>
        <a:ext cx="5355400" cy="770445"/>
      </dsp:txXfrm>
    </dsp:sp>
    <dsp:sp modelId="{E4192B3F-852B-4C87-AA6A-12971CB2A58F}">
      <dsp:nvSpPr>
        <dsp:cNvPr id="0" name=""/>
        <dsp:cNvSpPr/>
      </dsp:nvSpPr>
      <dsp:spPr>
        <a:xfrm>
          <a:off x="0" y="3854036"/>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BB7193-5184-423E-87CE-2421A05981BE}">
      <dsp:nvSpPr>
        <dsp:cNvPr id="0" name=""/>
        <dsp:cNvSpPr/>
      </dsp:nvSpPr>
      <dsp:spPr>
        <a:xfrm>
          <a:off x="233059" y="4027386"/>
          <a:ext cx="423745" cy="4237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0416D2-0D24-4540-B5BC-8970CA5C0906}">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kern="1200"/>
            <a:t>defining data structures and data types</a:t>
          </a:r>
          <a:endParaRPr lang="en-US" sz="1900" kern="1200"/>
        </a:p>
      </dsp:txBody>
      <dsp:txXfrm>
        <a:off x="889864" y="3854036"/>
        <a:ext cx="5355400" cy="770445"/>
      </dsp:txXfrm>
    </dsp:sp>
    <dsp:sp modelId="{449D5687-EBF5-499F-BE03-2AD29E73EDFE}">
      <dsp:nvSpPr>
        <dsp:cNvPr id="0" name=""/>
        <dsp:cNvSpPr/>
      </dsp:nvSpPr>
      <dsp:spPr>
        <a:xfrm>
          <a:off x="0" y="4817093"/>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81F7A-C218-4E61-AFF2-0A64BE8F6161}">
      <dsp:nvSpPr>
        <dsp:cNvPr id="0" name=""/>
        <dsp:cNvSpPr/>
      </dsp:nvSpPr>
      <dsp:spPr>
        <a:xfrm>
          <a:off x="233059" y="4990443"/>
          <a:ext cx="423745" cy="4237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C10727-FEA3-4BA5-A004-9A4C4B49DF89}">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AU" sz="1900" kern="1200"/>
            <a:t>defining boundaries</a:t>
          </a:r>
          <a:endParaRPr lang="en-US" sz="1900" kern="1200"/>
        </a:p>
      </dsp:txBody>
      <dsp:txXfrm>
        <a:off x="889864" y="4817093"/>
        <a:ext cx="5355400" cy="770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6CB7A-EB99-E34B-9663-71B2F0159F04}">
      <dsp:nvSpPr>
        <dsp:cNvPr id="0" name=""/>
        <dsp:cNvSpPr/>
      </dsp:nvSpPr>
      <dsp:spPr>
        <a:xfrm>
          <a:off x="0" y="0"/>
          <a:ext cx="671474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B98CEB7-AA38-9E4C-B5F2-CD8D36481F2A}">
      <dsp:nvSpPr>
        <dsp:cNvPr id="0" name=""/>
        <dsp:cNvSpPr/>
      </dsp:nvSpPr>
      <dsp:spPr>
        <a:xfrm>
          <a:off x="0" y="0"/>
          <a:ext cx="6714744" cy="215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just" defTabSz="1022350">
            <a:lnSpc>
              <a:spcPct val="90000"/>
            </a:lnSpc>
            <a:spcBef>
              <a:spcPct val="0"/>
            </a:spcBef>
            <a:spcAft>
              <a:spcPct val="35000"/>
            </a:spcAft>
            <a:buNone/>
          </a:pPr>
          <a:r>
            <a:rPr lang="en-AU" sz="2300" kern="1200" dirty="0"/>
            <a:t>A school currently records student attendance using paper rolls. These records are frequently lost, difficult to analyse, and time-consuming for teachers to summarise. This creates a </a:t>
          </a:r>
          <a:r>
            <a:rPr lang="en-AU" sz="2300" b="1" kern="1200" dirty="0"/>
            <a:t>need</a:t>
          </a:r>
          <a:r>
            <a:rPr lang="en-AU" sz="2300" kern="1200" dirty="0"/>
            <a:t> for a digital attendance system to improve accuracy, efficiency, and record keeping.</a:t>
          </a:r>
          <a:endParaRPr lang="en-US" sz="2300" kern="1200" dirty="0"/>
        </a:p>
      </dsp:txBody>
      <dsp:txXfrm>
        <a:off x="0" y="0"/>
        <a:ext cx="6714744" cy="2151732"/>
      </dsp:txXfrm>
    </dsp:sp>
    <dsp:sp modelId="{0AEAE4AA-F5B0-A643-A306-4E8FA43A7C72}">
      <dsp:nvSpPr>
        <dsp:cNvPr id="0" name=""/>
        <dsp:cNvSpPr/>
      </dsp:nvSpPr>
      <dsp:spPr>
        <a:xfrm>
          <a:off x="0" y="2151732"/>
          <a:ext cx="671474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94CDEE5-EB77-C249-AD90-C7C2345D5A0F}">
      <dsp:nvSpPr>
        <dsp:cNvPr id="0" name=""/>
        <dsp:cNvSpPr/>
      </dsp:nvSpPr>
      <dsp:spPr>
        <a:xfrm>
          <a:off x="0" y="2151732"/>
          <a:ext cx="6714744" cy="215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just" defTabSz="1022350">
            <a:lnSpc>
              <a:spcPct val="90000"/>
            </a:lnSpc>
            <a:spcBef>
              <a:spcPct val="0"/>
            </a:spcBef>
            <a:spcAft>
              <a:spcPct val="35000"/>
            </a:spcAft>
            <a:buNone/>
          </a:pPr>
          <a:r>
            <a:rPr lang="en-AU" sz="2300" kern="1200"/>
            <a:t>A small business stores customer details in multiple spreadsheets, leading to duplicated data and frequent errors. This demonstrates a </a:t>
          </a:r>
          <a:r>
            <a:rPr lang="en-AU" sz="2300" b="1" kern="1200"/>
            <a:t>need</a:t>
          </a:r>
          <a:r>
            <a:rPr lang="en-AU" sz="2300" kern="1200"/>
            <a:t> for a centralised database system to ensure data consistency and reliability.</a:t>
          </a:r>
          <a:endParaRPr lang="en-US" sz="2300" kern="1200"/>
        </a:p>
      </dsp:txBody>
      <dsp:txXfrm>
        <a:off x="0" y="2151732"/>
        <a:ext cx="6714744" cy="2151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A4C16-9728-274A-9E13-8DCD0CBBCED9}">
      <dsp:nvSpPr>
        <dsp:cNvPr id="0" name=""/>
        <dsp:cNvSpPr/>
      </dsp:nvSpPr>
      <dsp:spPr>
        <a:xfrm>
          <a:off x="0" y="37268"/>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When writing about a </a:t>
          </a:r>
          <a:r>
            <a:rPr lang="en-AU" sz="4000" b="1" kern="1200"/>
            <a:t>need</a:t>
          </a:r>
          <a:r>
            <a:rPr lang="en-AU" sz="4000" kern="1200"/>
            <a:t>, clearly explain:</a:t>
          </a:r>
          <a:endParaRPr lang="en-US" sz="4000" kern="1200"/>
        </a:p>
      </dsp:txBody>
      <dsp:txXfrm>
        <a:off x="47976" y="85244"/>
        <a:ext cx="10419648" cy="886848"/>
      </dsp:txXfrm>
    </dsp:sp>
    <dsp:sp modelId="{30F75AF2-B6C3-8D43-8922-8F318F0450D9}">
      <dsp:nvSpPr>
        <dsp:cNvPr id="0" name=""/>
        <dsp:cNvSpPr/>
      </dsp:nvSpPr>
      <dsp:spPr>
        <a:xfrm>
          <a:off x="0" y="1135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what the problem is</a:t>
          </a:r>
          <a:endParaRPr lang="en-US" sz="4000" kern="1200"/>
        </a:p>
      </dsp:txBody>
      <dsp:txXfrm>
        <a:off x="47976" y="1183245"/>
        <a:ext cx="10419648" cy="886848"/>
      </dsp:txXfrm>
    </dsp:sp>
    <dsp:sp modelId="{8EFB7356-E043-154F-BF98-E9480D997B41}">
      <dsp:nvSpPr>
        <dsp:cNvPr id="0" name=""/>
        <dsp:cNvSpPr/>
      </dsp:nvSpPr>
      <dsp:spPr>
        <a:xfrm>
          <a:off x="0" y="2233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who it affects</a:t>
          </a:r>
          <a:endParaRPr lang="en-US" sz="4000" kern="1200"/>
        </a:p>
      </dsp:txBody>
      <dsp:txXfrm>
        <a:off x="47976" y="2281245"/>
        <a:ext cx="10419648" cy="886848"/>
      </dsp:txXfrm>
    </dsp:sp>
    <dsp:sp modelId="{EA75FBAF-2DC2-0F4D-8E24-BBA38066F5A5}">
      <dsp:nvSpPr>
        <dsp:cNvPr id="0" name=""/>
        <dsp:cNvSpPr/>
      </dsp:nvSpPr>
      <dsp:spPr>
        <a:xfrm>
          <a:off x="0" y="3331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why it must be solved</a:t>
          </a:r>
          <a:endParaRPr lang="en-US" sz="4000" kern="1200"/>
        </a:p>
      </dsp:txBody>
      <dsp:txXfrm>
        <a:off x="47976" y="3379245"/>
        <a:ext cx="10419648" cy="8868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5B7A4-AE48-4F92-A24C-6745033C7A64}">
      <dsp:nvSpPr>
        <dsp:cNvPr id="0" name=""/>
        <dsp:cNvSpPr/>
      </dsp:nvSpPr>
      <dsp:spPr>
        <a:xfrm>
          <a:off x="0" y="1805"/>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035799-F58F-4670-AD75-8D50D30E6F31}">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399A14-430B-4911-B17A-E219E4B82666}">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1244600">
            <a:lnSpc>
              <a:spcPct val="100000"/>
            </a:lnSpc>
            <a:spcBef>
              <a:spcPct val="0"/>
            </a:spcBef>
            <a:spcAft>
              <a:spcPct val="35000"/>
            </a:spcAft>
            <a:buNone/>
          </a:pPr>
          <a:r>
            <a:rPr lang="en-AU" sz="2800" kern="1200" dirty="0"/>
            <a:t>When writing about an </a:t>
          </a:r>
          <a:r>
            <a:rPr lang="en-AU" sz="2800" b="1" kern="1200" dirty="0"/>
            <a:t>opportunity</a:t>
          </a:r>
          <a:r>
            <a:rPr lang="en-AU" sz="2800" kern="1200" dirty="0"/>
            <a:t>, emphasise:</a:t>
          </a:r>
          <a:endParaRPr lang="en-US" sz="2800" kern="1200" dirty="0"/>
        </a:p>
      </dsp:txBody>
      <dsp:txXfrm>
        <a:off x="1057183" y="1805"/>
        <a:ext cx="9458416" cy="915310"/>
      </dsp:txXfrm>
    </dsp:sp>
    <dsp:sp modelId="{D687D3CE-B98C-4AEE-B7DE-D5110E84B0A4}">
      <dsp:nvSpPr>
        <dsp:cNvPr id="0" name=""/>
        <dsp:cNvSpPr/>
      </dsp:nvSpPr>
      <dsp:spPr>
        <a:xfrm>
          <a:off x="0" y="1145724"/>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8EBC3C-3E66-4855-85CC-190DD79D186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B0F0F5-A3CF-4227-9AA7-9580EF3CC0A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1244600">
            <a:lnSpc>
              <a:spcPct val="100000"/>
            </a:lnSpc>
            <a:spcBef>
              <a:spcPct val="0"/>
            </a:spcBef>
            <a:spcAft>
              <a:spcPct val="35000"/>
            </a:spcAft>
            <a:buNone/>
          </a:pPr>
          <a:r>
            <a:rPr lang="en-AU" sz="2800" kern="1200" dirty="0">
              <a:solidFill>
                <a:prstClr val="white">
                  <a:hueOff val="0"/>
                  <a:satOff val="0"/>
                  <a:lumOff val="0"/>
                  <a:alphaOff val="0"/>
                </a:prstClr>
              </a:solidFill>
              <a:latin typeface="Aptos" panose="02110004020202020204"/>
              <a:ea typeface="+mn-ea"/>
              <a:cs typeface="+mn-cs"/>
            </a:rPr>
            <a:t>how the system already works</a:t>
          </a:r>
          <a:endParaRPr lang="en-US" sz="2800" kern="1200" dirty="0">
            <a:solidFill>
              <a:prstClr val="white">
                <a:hueOff val="0"/>
                <a:satOff val="0"/>
                <a:lumOff val="0"/>
                <a:alphaOff val="0"/>
              </a:prstClr>
            </a:solidFill>
            <a:latin typeface="Aptos" panose="02110004020202020204"/>
            <a:ea typeface="+mn-ea"/>
            <a:cs typeface="+mn-cs"/>
          </a:endParaRPr>
        </a:p>
      </dsp:txBody>
      <dsp:txXfrm>
        <a:off x="1057183" y="1145944"/>
        <a:ext cx="9458416" cy="915310"/>
      </dsp:txXfrm>
    </dsp:sp>
    <dsp:sp modelId="{523E1730-13D2-423D-80B5-0C8A0035368E}">
      <dsp:nvSpPr>
        <dsp:cNvPr id="0" name=""/>
        <dsp:cNvSpPr/>
      </dsp:nvSpPr>
      <dsp:spPr>
        <a:xfrm>
          <a:off x="0" y="2290082"/>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CA103D-E8C3-41B7-97B7-8851427FC783}">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A3CA78-337A-4742-B774-96210AD6051B}">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1244600">
            <a:lnSpc>
              <a:spcPct val="100000"/>
            </a:lnSpc>
            <a:spcBef>
              <a:spcPct val="0"/>
            </a:spcBef>
            <a:spcAft>
              <a:spcPct val="35000"/>
            </a:spcAft>
            <a:buNone/>
          </a:pPr>
          <a:r>
            <a:rPr lang="en-AU" sz="2800" kern="1200" dirty="0">
              <a:solidFill>
                <a:prstClr val="white">
                  <a:hueOff val="0"/>
                  <a:satOff val="0"/>
                  <a:lumOff val="0"/>
                  <a:alphaOff val="0"/>
                </a:prstClr>
              </a:solidFill>
              <a:latin typeface="Aptos" panose="02110004020202020204"/>
              <a:ea typeface="+mn-ea"/>
              <a:cs typeface="+mn-cs"/>
            </a:rPr>
            <a:t>what improvement is possible</a:t>
          </a:r>
          <a:endParaRPr lang="en-US" sz="2800" kern="1200" dirty="0">
            <a:solidFill>
              <a:prstClr val="white">
                <a:hueOff val="0"/>
                <a:satOff val="0"/>
                <a:lumOff val="0"/>
                <a:alphaOff val="0"/>
              </a:prstClr>
            </a:solidFill>
            <a:latin typeface="Aptos" panose="02110004020202020204"/>
            <a:ea typeface="+mn-ea"/>
            <a:cs typeface="+mn-cs"/>
          </a:endParaRPr>
        </a:p>
      </dsp:txBody>
      <dsp:txXfrm>
        <a:off x="1057183" y="2290082"/>
        <a:ext cx="9458416" cy="915310"/>
      </dsp:txXfrm>
    </dsp:sp>
    <dsp:sp modelId="{FD98625F-1B8B-46EE-B05C-7E6C4D3566D2}">
      <dsp:nvSpPr>
        <dsp:cNvPr id="0" name=""/>
        <dsp:cNvSpPr/>
      </dsp:nvSpPr>
      <dsp:spPr>
        <a:xfrm>
          <a:off x="0" y="3434221"/>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48F3ED-16B0-4DB9-B9D3-E006B48667D6}">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26EED0-CB67-4433-8977-9AED2975E04D}">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1244600">
            <a:lnSpc>
              <a:spcPct val="100000"/>
            </a:lnSpc>
            <a:spcBef>
              <a:spcPct val="0"/>
            </a:spcBef>
            <a:spcAft>
              <a:spcPct val="35000"/>
            </a:spcAft>
            <a:buNone/>
          </a:pPr>
          <a:r>
            <a:rPr lang="en-AU" sz="2800" kern="1200" dirty="0">
              <a:solidFill>
                <a:prstClr val="white">
                  <a:hueOff val="0"/>
                  <a:satOff val="0"/>
                  <a:lumOff val="0"/>
                  <a:alphaOff val="0"/>
                </a:prstClr>
              </a:solidFill>
              <a:latin typeface="Aptos" panose="02110004020202020204"/>
              <a:ea typeface="+mn-ea"/>
              <a:cs typeface="+mn-cs"/>
            </a:rPr>
            <a:t>the added benefits gained</a:t>
          </a:r>
          <a:endParaRPr lang="en-US" sz="2800" kern="1200" dirty="0">
            <a:solidFill>
              <a:prstClr val="white">
                <a:hueOff val="0"/>
                <a:satOff val="0"/>
                <a:lumOff val="0"/>
                <a:alphaOff val="0"/>
              </a:prstClr>
            </a:solidFill>
            <a:latin typeface="Aptos" panose="02110004020202020204"/>
            <a:ea typeface="+mn-ea"/>
            <a:cs typeface="+mn-cs"/>
          </a:endParaRPr>
        </a:p>
      </dsp:txBody>
      <dsp:txXfrm>
        <a:off x="1057183" y="3434221"/>
        <a:ext cx="94584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CD14C8-812E-4F0C-9361-87F0AE132D22}">
      <dsp:nvSpPr>
        <dsp:cNvPr id="0" name=""/>
        <dsp:cNvSpPr/>
      </dsp:nvSpPr>
      <dsp:spPr>
        <a:xfrm>
          <a:off x="0" y="2798"/>
          <a:ext cx="10515600" cy="127488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821BED-FADB-4ECE-96E1-D39BD0F56067}">
      <dsp:nvSpPr>
        <dsp:cNvPr id="0" name=""/>
        <dsp:cNvSpPr/>
      </dsp:nvSpPr>
      <dsp:spPr>
        <a:xfrm>
          <a:off x="385652" y="289647"/>
          <a:ext cx="701870" cy="7011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AE9D07-2AF1-4A87-9BC4-DC7DC28E1721}">
      <dsp:nvSpPr>
        <dsp:cNvPr id="0" name=""/>
        <dsp:cNvSpPr/>
      </dsp:nvSpPr>
      <dsp:spPr>
        <a:xfrm>
          <a:off x="1473174" y="2798"/>
          <a:ext cx="8866516" cy="1276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57" tIns="135057" rIns="135057" bIns="135057" numCol="1" spcCol="1270" anchor="ctr" anchorCtr="0">
          <a:noAutofit/>
        </a:bodyPr>
        <a:lstStyle/>
        <a:p>
          <a:pPr marL="0" lvl="0" indent="0" algn="l" defTabSz="1244600">
            <a:lnSpc>
              <a:spcPct val="100000"/>
            </a:lnSpc>
            <a:spcBef>
              <a:spcPct val="0"/>
            </a:spcBef>
            <a:spcAft>
              <a:spcPct val="35000"/>
            </a:spcAft>
            <a:buNone/>
          </a:pPr>
          <a:r>
            <a:rPr lang="en-US" sz="2800" b="0" i="0" kern="1200" baseline="0" dirty="0"/>
            <a:t>A </a:t>
          </a:r>
          <a:r>
            <a:rPr lang="en-US" sz="2800" b="1" i="0" kern="1200" baseline="0" dirty="0"/>
            <a:t>need</a:t>
          </a:r>
          <a:r>
            <a:rPr lang="en-US" sz="2800" b="0" i="0" kern="1200" baseline="0" dirty="0"/>
            <a:t> addresses a </a:t>
          </a:r>
          <a:r>
            <a:rPr lang="en-US" sz="2800" b="1" i="0" kern="1200" baseline="0" dirty="0"/>
            <a:t>problem that must be solved</a:t>
          </a:r>
          <a:r>
            <a:rPr lang="en-US" sz="2800" b="0" i="0" kern="1200" baseline="0" dirty="0"/>
            <a:t>.</a:t>
          </a:r>
          <a:endParaRPr lang="en-US" sz="2800" kern="1200" dirty="0"/>
        </a:p>
      </dsp:txBody>
      <dsp:txXfrm>
        <a:off x="1473174" y="2798"/>
        <a:ext cx="8866516" cy="1276128"/>
      </dsp:txXfrm>
    </dsp:sp>
    <dsp:sp modelId="{17EE2062-40D5-4E01-8CA2-72C8B286CF70}">
      <dsp:nvSpPr>
        <dsp:cNvPr id="0" name=""/>
        <dsp:cNvSpPr/>
      </dsp:nvSpPr>
      <dsp:spPr>
        <a:xfrm>
          <a:off x="0" y="1540697"/>
          <a:ext cx="10515600" cy="127488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245EA9-5BC3-4192-A052-FA6743C104CC}">
      <dsp:nvSpPr>
        <dsp:cNvPr id="0" name=""/>
        <dsp:cNvSpPr/>
      </dsp:nvSpPr>
      <dsp:spPr>
        <a:xfrm>
          <a:off x="385652" y="1827546"/>
          <a:ext cx="701870" cy="7011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FEB654-3FD9-458B-8E98-9D17B61DA711}">
      <dsp:nvSpPr>
        <dsp:cNvPr id="0" name=""/>
        <dsp:cNvSpPr/>
      </dsp:nvSpPr>
      <dsp:spPr>
        <a:xfrm>
          <a:off x="1473174" y="1540697"/>
          <a:ext cx="8866516" cy="1276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57" tIns="135057" rIns="135057" bIns="135057" numCol="1" spcCol="1270" anchor="ctr" anchorCtr="0">
          <a:noAutofit/>
        </a:bodyPr>
        <a:lstStyle/>
        <a:p>
          <a:pPr marL="0" lvl="0" indent="0" algn="l" defTabSz="1244600">
            <a:lnSpc>
              <a:spcPct val="100000"/>
            </a:lnSpc>
            <a:spcBef>
              <a:spcPct val="0"/>
            </a:spcBef>
            <a:spcAft>
              <a:spcPct val="35000"/>
            </a:spcAft>
            <a:buNone/>
          </a:pPr>
          <a:r>
            <a:rPr lang="en-US" sz="2800" b="0" i="0" kern="1200" baseline="0" dirty="0">
              <a:solidFill>
                <a:prstClr val="white">
                  <a:hueOff val="0"/>
                  <a:satOff val="0"/>
                  <a:lumOff val="0"/>
                  <a:alphaOff val="0"/>
                </a:prstClr>
              </a:solidFill>
              <a:latin typeface="Aptos" panose="02110004020202020204"/>
              <a:ea typeface="+mn-ea"/>
              <a:cs typeface="+mn-cs"/>
            </a:rPr>
            <a:t>An opportunity identifies a chance to improve or extend functionality.</a:t>
          </a:r>
        </a:p>
      </dsp:txBody>
      <dsp:txXfrm>
        <a:off x="1473174" y="1540697"/>
        <a:ext cx="8866516" cy="1276128"/>
      </dsp:txXfrm>
    </dsp:sp>
    <dsp:sp modelId="{BE3ACBD8-0972-4C08-AF66-69F56B299F36}">
      <dsp:nvSpPr>
        <dsp:cNvPr id="0" name=""/>
        <dsp:cNvSpPr/>
      </dsp:nvSpPr>
      <dsp:spPr>
        <a:xfrm>
          <a:off x="0" y="3078596"/>
          <a:ext cx="10515600" cy="127488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24E6B3-9F6A-484E-A6CE-D6504FCB41AD}">
      <dsp:nvSpPr>
        <dsp:cNvPr id="0" name=""/>
        <dsp:cNvSpPr/>
      </dsp:nvSpPr>
      <dsp:spPr>
        <a:xfrm>
          <a:off x="386028" y="3365445"/>
          <a:ext cx="701870" cy="7011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6D4FF9-E58E-4B16-BD0B-690146FE580D}">
      <dsp:nvSpPr>
        <dsp:cNvPr id="0" name=""/>
        <dsp:cNvSpPr/>
      </dsp:nvSpPr>
      <dsp:spPr>
        <a:xfrm>
          <a:off x="1473928" y="3078596"/>
          <a:ext cx="8866516" cy="1276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57" tIns="135057" rIns="135057" bIns="135057" numCol="1" spcCol="1270" anchor="ctr" anchorCtr="0">
          <a:noAutofit/>
        </a:bodyPr>
        <a:lstStyle/>
        <a:p>
          <a:pPr marL="0" lvl="0" indent="0" algn="l" defTabSz="889000">
            <a:lnSpc>
              <a:spcPct val="100000"/>
            </a:lnSpc>
            <a:spcBef>
              <a:spcPct val="0"/>
            </a:spcBef>
            <a:spcAft>
              <a:spcPct val="35000"/>
            </a:spcAft>
            <a:buNone/>
          </a:pPr>
          <a:r>
            <a:rPr lang="en-AU" sz="2000" b="0" i="0" kern="1200" baseline="0" dirty="0">
              <a:solidFill>
                <a:prstClr val="white">
                  <a:hueOff val="0"/>
                  <a:satOff val="0"/>
                  <a:lumOff val="0"/>
                  <a:alphaOff val="0"/>
                </a:prstClr>
              </a:solidFill>
              <a:latin typeface="Aptos" panose="02110004020202020204"/>
              <a:ea typeface="+mn-ea"/>
              <a:cs typeface="+mn-cs"/>
            </a:rPr>
            <a:t>A need arises when an existing system is inefficient or inadequate and requires a software solution to resolve a problem, whereas an opportunity exists when software can be used to enhance or extend an already functional system to provide additional benefits to users.</a:t>
          </a:r>
          <a:endParaRPr lang="en-US" sz="2000" b="0" i="0" kern="1200" baseline="0" dirty="0">
            <a:solidFill>
              <a:prstClr val="white">
                <a:hueOff val="0"/>
                <a:satOff val="0"/>
                <a:lumOff val="0"/>
                <a:alphaOff val="0"/>
              </a:prstClr>
            </a:solidFill>
            <a:latin typeface="Aptos" panose="02110004020202020204"/>
            <a:ea typeface="+mn-ea"/>
            <a:cs typeface="+mn-cs"/>
          </a:endParaRPr>
        </a:p>
      </dsp:txBody>
      <dsp:txXfrm>
        <a:off x="1473928" y="3078596"/>
        <a:ext cx="8866516" cy="12761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35D65-B933-CE49-8B66-B3210AE1FE7C}">
      <dsp:nvSpPr>
        <dsp:cNvPr id="0" name=""/>
        <dsp:cNvSpPr/>
      </dsp:nvSpPr>
      <dsp:spPr>
        <a:xfrm>
          <a:off x="0" y="4188770"/>
          <a:ext cx="6735443" cy="137484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AU" sz="1700" kern="1200"/>
            <a:t>If a project must be completed in ten weeks, but the design and development phases alone are estimated to take twelve weeks, the project is not scheduling-feasible without reducing scope.</a:t>
          </a:r>
          <a:endParaRPr lang="en-US" sz="1700" kern="1200"/>
        </a:p>
      </dsp:txBody>
      <dsp:txXfrm>
        <a:off x="0" y="4188770"/>
        <a:ext cx="6735443" cy="1374847"/>
      </dsp:txXfrm>
    </dsp:sp>
    <dsp:sp modelId="{617D7D49-5416-5849-9F5B-A9D830947A48}">
      <dsp:nvSpPr>
        <dsp:cNvPr id="0" name=""/>
        <dsp:cNvSpPr/>
      </dsp:nvSpPr>
      <dsp:spPr>
        <a:xfrm rot="10800000">
          <a:off x="0" y="2094877"/>
          <a:ext cx="6735443" cy="2114516"/>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AU" sz="1700" kern="1200"/>
            <a:t>Tools such as </a:t>
          </a:r>
          <a:r>
            <a:rPr lang="en-AU" sz="1700" b="1" kern="1200"/>
            <a:t>Gantt charts</a:t>
          </a:r>
          <a:r>
            <a:rPr lang="en-AU" sz="1700" kern="1200"/>
            <a:t> are often used to:</a:t>
          </a:r>
          <a:endParaRPr lang="en-US" sz="1700" kern="1200"/>
        </a:p>
      </dsp:txBody>
      <dsp:txXfrm rot="-10800000">
        <a:off x="0" y="2094877"/>
        <a:ext cx="6735443" cy="742195"/>
      </dsp:txXfrm>
    </dsp:sp>
    <dsp:sp modelId="{DDA7592B-21F9-804D-9E58-81E164717DD8}">
      <dsp:nvSpPr>
        <dsp:cNvPr id="0" name=""/>
        <dsp:cNvSpPr/>
      </dsp:nvSpPr>
      <dsp:spPr>
        <a:xfrm>
          <a:off x="3288" y="2837072"/>
          <a:ext cx="2242955" cy="63224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AU" sz="1600" kern="1200"/>
            <a:t>allocate time to each task</a:t>
          </a:r>
          <a:endParaRPr lang="en-US" sz="1600" kern="1200"/>
        </a:p>
      </dsp:txBody>
      <dsp:txXfrm>
        <a:off x="3288" y="2837072"/>
        <a:ext cx="2242955" cy="632240"/>
      </dsp:txXfrm>
    </dsp:sp>
    <dsp:sp modelId="{7F213319-2C8A-374B-AF26-8419CF3247FA}">
      <dsp:nvSpPr>
        <dsp:cNvPr id="0" name=""/>
        <dsp:cNvSpPr/>
      </dsp:nvSpPr>
      <dsp:spPr>
        <a:xfrm>
          <a:off x="2246243" y="2837072"/>
          <a:ext cx="2242955" cy="63224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AU" sz="1600" kern="1200"/>
            <a:t>identify dependencies between tasks</a:t>
          </a:r>
          <a:endParaRPr lang="en-US" sz="1600" kern="1200"/>
        </a:p>
      </dsp:txBody>
      <dsp:txXfrm>
        <a:off x="2246243" y="2837072"/>
        <a:ext cx="2242955" cy="632240"/>
      </dsp:txXfrm>
    </dsp:sp>
    <dsp:sp modelId="{B5BD90E2-DC5E-EE4B-A4C3-0E374EB58631}">
      <dsp:nvSpPr>
        <dsp:cNvPr id="0" name=""/>
        <dsp:cNvSpPr/>
      </dsp:nvSpPr>
      <dsp:spPr>
        <a:xfrm>
          <a:off x="4489199" y="2837072"/>
          <a:ext cx="2242955" cy="63224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AU" sz="1600" kern="1200"/>
            <a:t>track progress against deadlines</a:t>
          </a:r>
          <a:endParaRPr lang="en-US" sz="1600" kern="1200"/>
        </a:p>
      </dsp:txBody>
      <dsp:txXfrm>
        <a:off x="4489199" y="2837072"/>
        <a:ext cx="2242955" cy="632240"/>
      </dsp:txXfrm>
    </dsp:sp>
    <dsp:sp modelId="{3532E9F1-FA75-E44C-963B-1E67DFEA09C9}">
      <dsp:nvSpPr>
        <dsp:cNvPr id="0" name=""/>
        <dsp:cNvSpPr/>
      </dsp:nvSpPr>
      <dsp:spPr>
        <a:xfrm rot="10800000">
          <a:off x="0" y="983"/>
          <a:ext cx="6735443" cy="2114516"/>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AU" sz="1700" kern="1200"/>
            <a:t>Scheduling feasibility involves analysing whether the software solution can be developed within the available timeframe. This requires the project to be broken into smaller tasks such as requirements analysis, design, coding, testing, and documentation.</a:t>
          </a:r>
          <a:endParaRPr lang="en-US" sz="1700" kern="1200"/>
        </a:p>
      </dsp:txBody>
      <dsp:txXfrm rot="10800000">
        <a:off x="0" y="983"/>
        <a:ext cx="6735443" cy="13739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AEF83-8342-4615-A4DE-14BA2FAEB402}">
      <dsp:nvSpPr>
        <dsp:cNvPr id="0" name=""/>
        <dsp:cNvSpPr/>
      </dsp:nvSpPr>
      <dsp:spPr>
        <a:xfrm>
          <a:off x="0" y="511"/>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30045-FB99-455C-8A38-9F49AC4561C8}">
      <dsp:nvSpPr>
        <dsp:cNvPr id="0" name=""/>
        <dsp:cNvSpPr/>
      </dsp:nvSpPr>
      <dsp:spPr>
        <a:xfrm>
          <a:off x="0" y="511"/>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brainstorming, mind-mapping and storyboards</a:t>
          </a:r>
          <a:endParaRPr lang="en-US" sz="2500" kern="1200"/>
        </a:p>
      </dsp:txBody>
      <dsp:txXfrm>
        <a:off x="0" y="511"/>
        <a:ext cx="10927829" cy="598825"/>
      </dsp:txXfrm>
    </dsp:sp>
    <dsp:sp modelId="{B78C6738-FAEF-4DA2-B27A-EF38B764B536}">
      <dsp:nvSpPr>
        <dsp:cNvPr id="0" name=""/>
        <dsp:cNvSpPr/>
      </dsp:nvSpPr>
      <dsp:spPr>
        <a:xfrm>
          <a:off x="0" y="599337"/>
          <a:ext cx="10927829"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9562CE-5F4F-455B-A2CE-470EEA1CB5BF}">
      <dsp:nvSpPr>
        <dsp:cNvPr id="0" name=""/>
        <dsp:cNvSpPr/>
      </dsp:nvSpPr>
      <dsp:spPr>
        <a:xfrm>
          <a:off x="0" y="599337"/>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data dictionaries, including selecting appropriate data types</a:t>
          </a:r>
          <a:endParaRPr lang="en-US" sz="2500" kern="1200"/>
        </a:p>
      </dsp:txBody>
      <dsp:txXfrm>
        <a:off x="0" y="599337"/>
        <a:ext cx="10927829" cy="598825"/>
      </dsp:txXfrm>
    </dsp:sp>
    <dsp:sp modelId="{816B1750-7717-416B-AC12-AE86844C9D9E}">
      <dsp:nvSpPr>
        <dsp:cNvPr id="0" name=""/>
        <dsp:cNvSpPr/>
      </dsp:nvSpPr>
      <dsp:spPr>
        <a:xfrm>
          <a:off x="0" y="1198163"/>
          <a:ext cx="10927829"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5D5893-D750-4318-BF69-6EA43AF2F784}">
      <dsp:nvSpPr>
        <dsp:cNvPr id="0" name=""/>
        <dsp:cNvSpPr/>
      </dsp:nvSpPr>
      <dsp:spPr>
        <a:xfrm>
          <a:off x="0" y="1198163"/>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algorithm design</a:t>
          </a:r>
          <a:endParaRPr lang="en-US" sz="2500" kern="1200"/>
        </a:p>
      </dsp:txBody>
      <dsp:txXfrm>
        <a:off x="0" y="1198163"/>
        <a:ext cx="10927829" cy="598825"/>
      </dsp:txXfrm>
    </dsp:sp>
    <dsp:sp modelId="{4C6BCD7D-64FB-4AC1-821E-D2E8C1D958AA}">
      <dsp:nvSpPr>
        <dsp:cNvPr id="0" name=""/>
        <dsp:cNvSpPr/>
      </dsp:nvSpPr>
      <dsp:spPr>
        <a:xfrm>
          <a:off x="0" y="1796989"/>
          <a:ext cx="10927829"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279ED8-064B-455C-8BC8-9313CF8A3D77}">
      <dsp:nvSpPr>
        <dsp:cNvPr id="0" name=""/>
        <dsp:cNvSpPr/>
      </dsp:nvSpPr>
      <dsp:spPr>
        <a:xfrm>
          <a:off x="0" y="1796989"/>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code generation</a:t>
          </a:r>
          <a:endParaRPr lang="en-US" sz="2500" kern="1200"/>
        </a:p>
      </dsp:txBody>
      <dsp:txXfrm>
        <a:off x="0" y="1796989"/>
        <a:ext cx="10927829" cy="598825"/>
      </dsp:txXfrm>
    </dsp:sp>
    <dsp:sp modelId="{198DA1FA-DB77-4685-B510-8D1038759E84}">
      <dsp:nvSpPr>
        <dsp:cNvPr id="0" name=""/>
        <dsp:cNvSpPr/>
      </dsp:nvSpPr>
      <dsp:spPr>
        <a:xfrm>
          <a:off x="0" y="2395815"/>
          <a:ext cx="10927829"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C0AA57-EA22-4234-827B-E05B3F0F1F9F}">
      <dsp:nvSpPr>
        <dsp:cNvPr id="0" name=""/>
        <dsp:cNvSpPr/>
      </dsp:nvSpPr>
      <dsp:spPr>
        <a:xfrm>
          <a:off x="0" y="2395815"/>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testing and debugging</a:t>
          </a:r>
          <a:endParaRPr lang="en-US" sz="2500" kern="1200"/>
        </a:p>
      </dsp:txBody>
      <dsp:txXfrm>
        <a:off x="0" y="2395815"/>
        <a:ext cx="10927829" cy="598825"/>
      </dsp:txXfrm>
    </dsp:sp>
    <dsp:sp modelId="{72C398CD-CAF3-4529-A698-D75830A0203B}">
      <dsp:nvSpPr>
        <dsp:cNvPr id="0" name=""/>
        <dsp:cNvSpPr/>
      </dsp:nvSpPr>
      <dsp:spPr>
        <a:xfrm>
          <a:off x="0" y="2994641"/>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92676D-3D0C-4802-B718-2EE807835045}">
      <dsp:nvSpPr>
        <dsp:cNvPr id="0" name=""/>
        <dsp:cNvSpPr/>
      </dsp:nvSpPr>
      <dsp:spPr>
        <a:xfrm>
          <a:off x="0" y="2994641"/>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installation</a:t>
          </a:r>
          <a:endParaRPr lang="en-US" sz="2500" kern="1200"/>
        </a:p>
      </dsp:txBody>
      <dsp:txXfrm>
        <a:off x="0" y="2994641"/>
        <a:ext cx="10927829" cy="598825"/>
      </dsp:txXfrm>
    </dsp:sp>
    <dsp:sp modelId="{D48D6AF4-EAB2-459B-9C05-ECFA4EB937A7}">
      <dsp:nvSpPr>
        <dsp:cNvPr id="0" name=""/>
        <dsp:cNvSpPr/>
      </dsp:nvSpPr>
      <dsp:spPr>
        <a:xfrm>
          <a:off x="0" y="3593467"/>
          <a:ext cx="10927829"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3F1BDF-FC6F-486D-8353-2ED2A3AAEE0E}">
      <dsp:nvSpPr>
        <dsp:cNvPr id="0" name=""/>
        <dsp:cNvSpPr/>
      </dsp:nvSpPr>
      <dsp:spPr>
        <a:xfrm>
          <a:off x="0" y="3593467"/>
          <a:ext cx="10927829" cy="598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100000"/>
            </a:lnSpc>
            <a:spcBef>
              <a:spcPct val="0"/>
            </a:spcBef>
            <a:spcAft>
              <a:spcPct val="35000"/>
            </a:spcAft>
            <a:buNone/>
            <a:defRPr cap="all"/>
          </a:pPr>
          <a:r>
            <a:rPr lang="en-GB" sz="2500" kern="1200"/>
            <a:t>maintenance</a:t>
          </a:r>
          <a:endParaRPr lang="en-US" sz="2500" kern="1200"/>
        </a:p>
      </dsp:txBody>
      <dsp:txXfrm>
        <a:off x="0" y="3593467"/>
        <a:ext cx="10927829" cy="59882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56568-541D-4CE5-BF52-4C0CA32F7494}">
      <dsp:nvSpPr>
        <dsp:cNvPr id="0" name=""/>
        <dsp:cNvSpPr/>
      </dsp:nvSpPr>
      <dsp:spPr>
        <a:xfrm>
          <a:off x="0" y="349996"/>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Storyboard tools are used to </a:t>
          </a:r>
          <a:r>
            <a:rPr lang="en-GB" sz="1700" b="1" kern="1200"/>
            <a:t>visually represent user interaction with a system</a:t>
          </a:r>
          <a:r>
            <a:rPr lang="en-GB" sz="1700" kern="1200"/>
            <a:t> by showing screens, states or stages in sequence. They focus on </a:t>
          </a:r>
          <a:r>
            <a:rPr lang="en-GB" sz="1700" b="1" kern="1200"/>
            <a:t>user interface (UI) and user experience (UX)</a:t>
          </a:r>
          <a:r>
            <a:rPr lang="en-GB" sz="1700" kern="1200"/>
            <a:t> design rather than code.</a:t>
          </a:r>
          <a:endParaRPr lang="en-US" sz="1700" kern="1200"/>
        </a:p>
      </dsp:txBody>
      <dsp:txXfrm>
        <a:off x="33012" y="383008"/>
        <a:ext cx="10449576" cy="610236"/>
      </dsp:txXfrm>
    </dsp:sp>
    <dsp:sp modelId="{221C9FCB-6704-4B02-AA23-C31FD0D6E2DA}">
      <dsp:nvSpPr>
        <dsp:cNvPr id="0" name=""/>
        <dsp:cNvSpPr/>
      </dsp:nvSpPr>
      <dsp:spPr>
        <a:xfrm>
          <a:off x="0" y="1075216"/>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b="1" kern="1200"/>
            <a:t>PowerPoint / Google Slides</a:t>
          </a:r>
          <a:endParaRPr lang="en-US" sz="1700" kern="1200"/>
        </a:p>
      </dsp:txBody>
      <dsp:txXfrm>
        <a:off x="33012" y="1108228"/>
        <a:ext cx="10449576" cy="610236"/>
      </dsp:txXfrm>
    </dsp:sp>
    <dsp:sp modelId="{C0500344-7337-40A2-9BB5-22200C467CA5}">
      <dsp:nvSpPr>
        <dsp:cNvPr id="0" name=""/>
        <dsp:cNvSpPr/>
      </dsp:nvSpPr>
      <dsp:spPr>
        <a:xfrm>
          <a:off x="0" y="1751476"/>
          <a:ext cx="1051560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GB" sz="1300" kern="1200"/>
            <a:t>Allows creation of slide-based screen mock-ups.</a:t>
          </a:r>
          <a:endParaRPr lang="en-US" sz="1300" kern="1200"/>
        </a:p>
        <a:p>
          <a:pPr marL="114300" lvl="1" indent="-114300" algn="l" defTabSz="577850">
            <a:lnSpc>
              <a:spcPct val="90000"/>
            </a:lnSpc>
            <a:spcBef>
              <a:spcPct val="0"/>
            </a:spcBef>
            <a:spcAft>
              <a:spcPct val="20000"/>
            </a:spcAft>
            <a:buChar char="•"/>
          </a:pPr>
          <a:r>
            <a:rPr lang="en-GB" sz="1300" kern="1200"/>
            <a:t>Easy to label buttons, menus and transitions.</a:t>
          </a:r>
          <a:endParaRPr lang="en-US" sz="1300" kern="1200"/>
        </a:p>
      </dsp:txBody>
      <dsp:txXfrm>
        <a:off x="0" y="1751476"/>
        <a:ext cx="10515600" cy="448672"/>
      </dsp:txXfrm>
    </dsp:sp>
    <dsp:sp modelId="{35121BCF-69C4-4F0C-BD52-BB4CED4D236A}">
      <dsp:nvSpPr>
        <dsp:cNvPr id="0" name=""/>
        <dsp:cNvSpPr/>
      </dsp:nvSpPr>
      <dsp:spPr>
        <a:xfrm>
          <a:off x="0" y="220014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b="1" kern="1200"/>
            <a:t>Figma</a:t>
          </a:r>
          <a:endParaRPr lang="en-US" sz="1700" kern="1200"/>
        </a:p>
      </dsp:txBody>
      <dsp:txXfrm>
        <a:off x="33012" y="2233161"/>
        <a:ext cx="10449576" cy="610236"/>
      </dsp:txXfrm>
    </dsp:sp>
    <dsp:sp modelId="{43E58E3B-40D2-4EF0-BB7F-C287A9030AE1}">
      <dsp:nvSpPr>
        <dsp:cNvPr id="0" name=""/>
        <dsp:cNvSpPr/>
      </dsp:nvSpPr>
      <dsp:spPr>
        <a:xfrm>
          <a:off x="0" y="2876409"/>
          <a:ext cx="1051560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GB" sz="1300" kern="1200"/>
            <a:t>A UI/UX design tool used to create interactive prototypes.</a:t>
          </a:r>
          <a:endParaRPr lang="en-US" sz="1300" kern="1200"/>
        </a:p>
        <a:p>
          <a:pPr marL="114300" lvl="1" indent="-114300" algn="l" defTabSz="577850">
            <a:lnSpc>
              <a:spcPct val="90000"/>
            </a:lnSpc>
            <a:spcBef>
              <a:spcPct val="0"/>
            </a:spcBef>
            <a:spcAft>
              <a:spcPct val="20000"/>
            </a:spcAft>
            <a:buChar char="•"/>
          </a:pPr>
          <a:r>
            <a:rPr lang="en-GB" sz="1300" kern="1200"/>
            <a:t>Useful for more advanced interface planning.</a:t>
          </a:r>
          <a:endParaRPr lang="en-US" sz="1300" kern="1200"/>
        </a:p>
      </dsp:txBody>
      <dsp:txXfrm>
        <a:off x="0" y="2876409"/>
        <a:ext cx="10515600" cy="448672"/>
      </dsp:txXfrm>
    </dsp:sp>
    <dsp:sp modelId="{0BE2DC42-8385-46E3-9F60-0AC75074E5BC}">
      <dsp:nvSpPr>
        <dsp:cNvPr id="0" name=""/>
        <dsp:cNvSpPr/>
      </dsp:nvSpPr>
      <dsp:spPr>
        <a:xfrm>
          <a:off x="0" y="3325081"/>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b="1" kern="1200"/>
            <a:t>Pen and Paper</a:t>
          </a:r>
          <a:endParaRPr lang="en-US" sz="1700" kern="1200"/>
        </a:p>
      </dsp:txBody>
      <dsp:txXfrm>
        <a:off x="33012" y="3358093"/>
        <a:ext cx="10449576" cy="610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64742-7450-473A-8C7A-BB085990E1D9}">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E4D911-F1C3-4E53-8613-663AD46B0F30}">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Encourages systematic planning rather than jumping straight into coding.</a:t>
          </a:r>
          <a:endParaRPr lang="en-US" sz="2300" kern="1200"/>
        </a:p>
      </dsp:txBody>
      <dsp:txXfrm>
        <a:off x="378614" y="886531"/>
        <a:ext cx="2810360" cy="1744948"/>
      </dsp:txXfrm>
    </dsp:sp>
    <dsp:sp modelId="{13309492-EF18-4B25-9C94-C6748247F744}">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17F437-E702-4CEC-AA10-FAEABD5349AA}">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Improves alignment between the solution and user requirements.</a:t>
          </a:r>
          <a:endParaRPr lang="en-US" sz="2300" kern="1200"/>
        </a:p>
      </dsp:txBody>
      <dsp:txXfrm>
        <a:off x="3946203" y="886531"/>
        <a:ext cx="2810360" cy="1744948"/>
      </dsp:txXfrm>
    </dsp:sp>
    <dsp:sp modelId="{BC73006E-4914-4496-AE44-A24F6D3C8A14}">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A440F3-52F2-42C6-8260-C7F6D3001C1C}">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Reduces rework later in development.</a:t>
          </a:r>
          <a:endParaRPr lang="en-US" sz="2300" kern="1200"/>
        </a:p>
      </dsp:txBody>
      <dsp:txXfrm>
        <a:off x="7513791" y="886531"/>
        <a:ext cx="2810360" cy="17449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DE8E75-D782-40AE-89A4-DC0F25A1821B}">
      <dsp:nvSpPr>
        <dsp:cNvPr id="0" name=""/>
        <dsp:cNvSpPr/>
      </dsp:nvSpPr>
      <dsp:spPr>
        <a:xfrm>
          <a:off x="2103120" y="1359"/>
          <a:ext cx="8412480" cy="139378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225" tIns="354022" rIns="163225" bIns="354022" numCol="1" spcCol="1270" anchor="ctr" anchorCtr="0">
          <a:noAutofit/>
        </a:bodyPr>
        <a:lstStyle/>
        <a:p>
          <a:pPr marL="0" lvl="0" indent="0" algn="l" defTabSz="800100">
            <a:lnSpc>
              <a:spcPct val="90000"/>
            </a:lnSpc>
            <a:spcBef>
              <a:spcPct val="0"/>
            </a:spcBef>
            <a:spcAft>
              <a:spcPct val="35000"/>
            </a:spcAft>
            <a:buNone/>
          </a:pPr>
          <a:r>
            <a:rPr lang="en-AU" sz="1800" kern="1200"/>
            <a:t>Uses English-like statements to describe logic.</a:t>
          </a:r>
          <a:endParaRPr lang="en-US" sz="1800" kern="1200"/>
        </a:p>
        <a:p>
          <a:pPr marL="0" lvl="0" indent="0" algn="l" defTabSz="800100">
            <a:lnSpc>
              <a:spcPct val="90000"/>
            </a:lnSpc>
            <a:spcBef>
              <a:spcPct val="0"/>
            </a:spcBef>
            <a:spcAft>
              <a:spcPct val="35000"/>
            </a:spcAft>
            <a:buNone/>
          </a:pPr>
          <a:r>
            <a:rPr lang="en-AU" sz="1800" kern="1200"/>
            <a:t>Emphasises structure over syntax.</a:t>
          </a:r>
          <a:endParaRPr lang="en-US" sz="1800" kern="1200"/>
        </a:p>
      </dsp:txBody>
      <dsp:txXfrm>
        <a:off x="2103120" y="1359"/>
        <a:ext cx="8412480" cy="1393787"/>
      </dsp:txXfrm>
    </dsp:sp>
    <dsp:sp modelId="{917D6943-2983-4E48-BDDE-4D94F0B922E1}">
      <dsp:nvSpPr>
        <dsp:cNvPr id="0" name=""/>
        <dsp:cNvSpPr/>
      </dsp:nvSpPr>
      <dsp:spPr>
        <a:xfrm>
          <a:off x="0" y="1359"/>
          <a:ext cx="2103120" cy="139378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977900">
            <a:lnSpc>
              <a:spcPct val="90000"/>
            </a:lnSpc>
            <a:spcBef>
              <a:spcPct val="0"/>
            </a:spcBef>
            <a:spcAft>
              <a:spcPct val="35000"/>
            </a:spcAft>
            <a:buNone/>
          </a:pPr>
          <a:r>
            <a:rPr lang="en-AU" sz="2200" b="1" kern="1200"/>
            <a:t>Pseudocode (Word / Docs / Markdown)</a:t>
          </a:r>
          <a:endParaRPr lang="en-US" sz="2200" kern="1200"/>
        </a:p>
      </dsp:txBody>
      <dsp:txXfrm>
        <a:off x="0" y="1359"/>
        <a:ext cx="2103120" cy="1393787"/>
      </dsp:txXfrm>
    </dsp:sp>
    <dsp:sp modelId="{D7E15B6F-311F-47B5-AAE8-9FE7175EE9BC}">
      <dsp:nvSpPr>
        <dsp:cNvPr id="0" name=""/>
        <dsp:cNvSpPr/>
      </dsp:nvSpPr>
      <dsp:spPr>
        <a:xfrm>
          <a:off x="2103120" y="1478775"/>
          <a:ext cx="8412480" cy="139378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225" tIns="354022" rIns="163225" bIns="354022" numCol="1" spcCol="1270" anchor="ctr" anchorCtr="0">
          <a:noAutofit/>
        </a:bodyPr>
        <a:lstStyle/>
        <a:p>
          <a:pPr marL="0" lvl="0" indent="0" algn="l" defTabSz="800100">
            <a:lnSpc>
              <a:spcPct val="90000"/>
            </a:lnSpc>
            <a:spcBef>
              <a:spcPct val="0"/>
            </a:spcBef>
            <a:spcAft>
              <a:spcPct val="35000"/>
            </a:spcAft>
            <a:buNone/>
          </a:pPr>
          <a:r>
            <a:rPr lang="en-AU" sz="1800" kern="1200"/>
            <a:t>Visual representations of algorithm flow.</a:t>
          </a:r>
          <a:endParaRPr lang="en-US" sz="1800" kern="1200"/>
        </a:p>
        <a:p>
          <a:pPr marL="0" lvl="0" indent="0" algn="l" defTabSz="800100">
            <a:lnSpc>
              <a:spcPct val="90000"/>
            </a:lnSpc>
            <a:spcBef>
              <a:spcPct val="0"/>
            </a:spcBef>
            <a:spcAft>
              <a:spcPct val="35000"/>
            </a:spcAft>
            <a:buNone/>
          </a:pPr>
          <a:r>
            <a:rPr lang="en-AU" sz="1800" kern="1200"/>
            <a:t>Useful for identifying decision paths and loops.</a:t>
          </a:r>
          <a:endParaRPr lang="en-US" sz="1800" kern="1200"/>
        </a:p>
      </dsp:txBody>
      <dsp:txXfrm>
        <a:off x="2103120" y="1478775"/>
        <a:ext cx="8412480" cy="1393787"/>
      </dsp:txXfrm>
    </dsp:sp>
    <dsp:sp modelId="{AFBC7DD2-19E5-455D-AB4E-8DAD59607798}">
      <dsp:nvSpPr>
        <dsp:cNvPr id="0" name=""/>
        <dsp:cNvSpPr/>
      </dsp:nvSpPr>
      <dsp:spPr>
        <a:xfrm>
          <a:off x="0" y="1478775"/>
          <a:ext cx="2103120" cy="139378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977900">
            <a:lnSpc>
              <a:spcPct val="90000"/>
            </a:lnSpc>
            <a:spcBef>
              <a:spcPct val="0"/>
            </a:spcBef>
            <a:spcAft>
              <a:spcPct val="35000"/>
            </a:spcAft>
            <a:buNone/>
          </a:pPr>
          <a:r>
            <a:rPr lang="en-AU" sz="2200" b="1" kern="1200"/>
            <a:t>Flowchart Tools (draw.io, Lucidchart)</a:t>
          </a:r>
          <a:endParaRPr lang="en-US" sz="2200" kern="1200"/>
        </a:p>
      </dsp:txBody>
      <dsp:txXfrm>
        <a:off x="0" y="1478775"/>
        <a:ext cx="2103120" cy="1393787"/>
      </dsp:txXfrm>
    </dsp:sp>
    <dsp:sp modelId="{09820171-579A-4FAE-BB46-C5CA894D6021}">
      <dsp:nvSpPr>
        <dsp:cNvPr id="0" name=""/>
        <dsp:cNvSpPr/>
      </dsp:nvSpPr>
      <dsp:spPr>
        <a:xfrm>
          <a:off x="2103120" y="2956190"/>
          <a:ext cx="8412480" cy="139378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225" tIns="354022" rIns="163225" bIns="354022" numCol="1" spcCol="1270" anchor="ctr" anchorCtr="0">
          <a:noAutofit/>
        </a:bodyPr>
        <a:lstStyle/>
        <a:p>
          <a:pPr marL="0" lvl="0" indent="0" algn="l" defTabSz="800100">
            <a:lnSpc>
              <a:spcPct val="90000"/>
            </a:lnSpc>
            <a:spcBef>
              <a:spcPct val="0"/>
            </a:spcBef>
            <a:spcAft>
              <a:spcPct val="35000"/>
            </a:spcAft>
            <a:buNone/>
          </a:pPr>
          <a:r>
            <a:rPr lang="en-AU" sz="1800" kern="1200"/>
            <a:t>Often used for exam practice and initial design.</a:t>
          </a:r>
          <a:endParaRPr lang="en-US" sz="1800" kern="1200"/>
        </a:p>
        <a:p>
          <a:pPr marL="0" lvl="0" indent="0" algn="l" defTabSz="800100">
            <a:lnSpc>
              <a:spcPct val="90000"/>
            </a:lnSpc>
            <a:spcBef>
              <a:spcPct val="0"/>
            </a:spcBef>
            <a:spcAft>
              <a:spcPct val="35000"/>
            </a:spcAft>
            <a:buNone/>
          </a:pPr>
          <a:r>
            <a:rPr lang="en-AU" sz="1800" kern="1200"/>
            <a:t>Encourages clarity and logical thinking.</a:t>
          </a:r>
          <a:endParaRPr lang="en-US" sz="1800" kern="1200"/>
        </a:p>
      </dsp:txBody>
      <dsp:txXfrm>
        <a:off x="2103120" y="2956190"/>
        <a:ext cx="8412480" cy="1393787"/>
      </dsp:txXfrm>
    </dsp:sp>
    <dsp:sp modelId="{AA167F29-853B-40C6-A13E-D9C36BA0FE9E}">
      <dsp:nvSpPr>
        <dsp:cNvPr id="0" name=""/>
        <dsp:cNvSpPr/>
      </dsp:nvSpPr>
      <dsp:spPr>
        <a:xfrm>
          <a:off x="0" y="2956190"/>
          <a:ext cx="2103120" cy="139378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977900">
            <a:lnSpc>
              <a:spcPct val="90000"/>
            </a:lnSpc>
            <a:spcBef>
              <a:spcPct val="0"/>
            </a:spcBef>
            <a:spcAft>
              <a:spcPct val="35000"/>
            </a:spcAft>
            <a:buNone/>
          </a:pPr>
          <a:r>
            <a:rPr lang="en-AU" sz="2200" b="1" kern="1200"/>
            <a:t>Paper-based Algorithms</a:t>
          </a:r>
          <a:endParaRPr lang="en-US" sz="2200" kern="1200"/>
        </a:p>
      </dsp:txBody>
      <dsp:txXfrm>
        <a:off x="0" y="2956190"/>
        <a:ext cx="2103120" cy="139378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B760F-29BB-4F24-9746-50F48F524B23}">
      <dsp:nvSpPr>
        <dsp:cNvPr id="0" name=""/>
        <dsp:cNvSpPr/>
      </dsp:nvSpPr>
      <dsp:spPr>
        <a:xfrm>
          <a:off x="10090" y="598217"/>
          <a:ext cx="3426543" cy="102796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70773" tIns="270773" rIns="270773" bIns="270773" numCol="1" spcCol="1270" anchor="ctr" anchorCtr="0">
          <a:noAutofit/>
        </a:bodyPr>
        <a:lstStyle/>
        <a:p>
          <a:pPr marL="0" lvl="0" indent="0" algn="ctr" defTabSz="2400300">
            <a:lnSpc>
              <a:spcPct val="90000"/>
            </a:lnSpc>
            <a:spcBef>
              <a:spcPct val="0"/>
            </a:spcBef>
            <a:spcAft>
              <a:spcPct val="35000"/>
            </a:spcAft>
            <a:buNone/>
          </a:pPr>
          <a:r>
            <a:rPr lang="en-AU" sz="5400" b="1" kern="1200" dirty="0"/>
            <a:t>Thonny</a:t>
          </a:r>
          <a:endParaRPr lang="en-US" sz="5400" kern="1200" dirty="0"/>
        </a:p>
      </dsp:txBody>
      <dsp:txXfrm>
        <a:off x="10090" y="598217"/>
        <a:ext cx="3426543" cy="1027963"/>
      </dsp:txXfrm>
    </dsp:sp>
    <dsp:sp modelId="{1DBB9752-470D-4B95-8114-E9482EFA21CC}">
      <dsp:nvSpPr>
        <dsp:cNvPr id="0" name=""/>
        <dsp:cNvSpPr/>
      </dsp:nvSpPr>
      <dsp:spPr>
        <a:xfrm>
          <a:off x="10090" y="1626180"/>
          <a:ext cx="3426543" cy="212694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8466" tIns="338466" rIns="338466" bIns="338466" numCol="1" spcCol="1270" anchor="t" anchorCtr="0">
          <a:noAutofit/>
        </a:bodyPr>
        <a:lstStyle/>
        <a:p>
          <a:pPr marL="0" lvl="0" indent="0" algn="l" defTabSz="844550">
            <a:lnSpc>
              <a:spcPct val="90000"/>
            </a:lnSpc>
            <a:spcBef>
              <a:spcPct val="0"/>
            </a:spcBef>
            <a:spcAft>
              <a:spcPct val="35000"/>
            </a:spcAft>
            <a:buNone/>
          </a:pPr>
          <a:r>
            <a:rPr lang="en-AU" sz="1900" kern="1200"/>
            <a:t>Beginner-friendly Python IDE.</a:t>
          </a:r>
          <a:endParaRPr lang="en-US" sz="1900" kern="1200"/>
        </a:p>
        <a:p>
          <a:pPr marL="0" lvl="0" indent="0" algn="l" defTabSz="844550">
            <a:lnSpc>
              <a:spcPct val="90000"/>
            </a:lnSpc>
            <a:spcBef>
              <a:spcPct val="0"/>
            </a:spcBef>
            <a:spcAft>
              <a:spcPct val="35000"/>
            </a:spcAft>
            <a:buNone/>
          </a:pPr>
          <a:r>
            <a:rPr lang="en-AU" sz="1900" kern="1200"/>
            <a:t>Includes simplified debugging and error explanations.</a:t>
          </a:r>
          <a:endParaRPr lang="en-US" sz="1900" kern="1200"/>
        </a:p>
      </dsp:txBody>
      <dsp:txXfrm>
        <a:off x="10090" y="1626180"/>
        <a:ext cx="3426543" cy="2126940"/>
      </dsp:txXfrm>
    </dsp:sp>
    <dsp:sp modelId="{10ECF84F-EA74-440F-B115-2FD4CB7C92CB}">
      <dsp:nvSpPr>
        <dsp:cNvPr id="0" name=""/>
        <dsp:cNvSpPr/>
      </dsp:nvSpPr>
      <dsp:spPr>
        <a:xfrm>
          <a:off x="3544528" y="598217"/>
          <a:ext cx="3426543" cy="1027963"/>
        </a:xfrm>
        <a:prstGeom prst="rect">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w="12700" cap="flat" cmpd="sng" algn="ctr">
          <a:solidFill>
            <a:schemeClr val="accent2">
              <a:hueOff val="3221806"/>
              <a:satOff val="-9246"/>
              <a:lumOff val="-1480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70773" tIns="270773" rIns="270773" bIns="270773" numCol="1" spcCol="1270" anchor="ctr" anchorCtr="0">
          <a:noAutofit/>
        </a:bodyPr>
        <a:lstStyle/>
        <a:p>
          <a:pPr marL="0" lvl="0" indent="0" algn="ctr" defTabSz="1155700">
            <a:lnSpc>
              <a:spcPct val="90000"/>
            </a:lnSpc>
            <a:spcBef>
              <a:spcPct val="0"/>
            </a:spcBef>
            <a:spcAft>
              <a:spcPct val="35000"/>
            </a:spcAft>
            <a:buNone/>
          </a:pPr>
          <a:r>
            <a:rPr lang="en-AU" sz="2600" b="1" kern="1200" dirty="0"/>
            <a:t>PyCharm</a:t>
          </a:r>
          <a:endParaRPr lang="en-US" sz="2600" kern="1200" dirty="0"/>
        </a:p>
      </dsp:txBody>
      <dsp:txXfrm>
        <a:off x="3544528" y="598217"/>
        <a:ext cx="3426543" cy="1027963"/>
      </dsp:txXfrm>
    </dsp:sp>
    <dsp:sp modelId="{45F14ACC-B8A2-4C68-BD0B-67C3F83DA8AA}">
      <dsp:nvSpPr>
        <dsp:cNvPr id="0" name=""/>
        <dsp:cNvSpPr/>
      </dsp:nvSpPr>
      <dsp:spPr>
        <a:xfrm>
          <a:off x="3544528" y="1626180"/>
          <a:ext cx="3426543" cy="2126940"/>
        </a:xfrm>
        <a:prstGeom prst="rect">
          <a:avLst/>
        </a:prstGeom>
        <a:solidFill>
          <a:schemeClr val="accent2">
            <a:tint val="40000"/>
            <a:alpha val="90000"/>
            <a:hueOff val="3367362"/>
            <a:satOff val="-31116"/>
            <a:lumOff val="-3508"/>
            <a:alphaOff val="0"/>
          </a:schemeClr>
        </a:solidFill>
        <a:ln w="12700" cap="flat" cmpd="sng" algn="ctr">
          <a:solidFill>
            <a:schemeClr val="accent2">
              <a:tint val="40000"/>
              <a:alpha val="90000"/>
              <a:hueOff val="3367362"/>
              <a:satOff val="-31116"/>
              <a:lumOff val="-35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8466" tIns="338466" rIns="338466" bIns="338466" numCol="1" spcCol="1270" anchor="t" anchorCtr="0">
          <a:noAutofit/>
        </a:bodyPr>
        <a:lstStyle/>
        <a:p>
          <a:pPr marL="0" lvl="0" indent="0" algn="l" defTabSz="844550">
            <a:lnSpc>
              <a:spcPct val="90000"/>
            </a:lnSpc>
            <a:spcBef>
              <a:spcPct val="0"/>
            </a:spcBef>
            <a:spcAft>
              <a:spcPct val="35000"/>
            </a:spcAft>
            <a:buNone/>
          </a:pPr>
          <a:r>
            <a:rPr lang="en-AU" sz="1900" kern="1200"/>
            <a:t>Professional Python IDE with advanced debugging and refactoring tools.</a:t>
          </a:r>
          <a:endParaRPr lang="en-US" sz="1900" kern="1200"/>
        </a:p>
        <a:p>
          <a:pPr marL="0" lvl="0" indent="0" algn="l" defTabSz="844550">
            <a:lnSpc>
              <a:spcPct val="90000"/>
            </a:lnSpc>
            <a:spcBef>
              <a:spcPct val="0"/>
            </a:spcBef>
            <a:spcAft>
              <a:spcPct val="35000"/>
            </a:spcAft>
            <a:buNone/>
          </a:pPr>
          <a:r>
            <a:rPr lang="en-AU" sz="1900" kern="1200"/>
            <a:t>Supports larger and more complex projects.</a:t>
          </a:r>
          <a:endParaRPr lang="en-US" sz="1900" kern="1200"/>
        </a:p>
      </dsp:txBody>
      <dsp:txXfrm>
        <a:off x="3544528" y="1626180"/>
        <a:ext cx="3426543" cy="2126940"/>
      </dsp:txXfrm>
    </dsp:sp>
    <dsp:sp modelId="{AF869D6A-9CAB-4BA0-B533-3ED70A9CC920}">
      <dsp:nvSpPr>
        <dsp:cNvPr id="0" name=""/>
        <dsp:cNvSpPr/>
      </dsp:nvSpPr>
      <dsp:spPr>
        <a:xfrm>
          <a:off x="7078966" y="598217"/>
          <a:ext cx="3426543" cy="1027963"/>
        </a:xfrm>
        <a:prstGeom prst="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w="12700" cap="flat" cmpd="sng" algn="ctr">
          <a:solidFill>
            <a:schemeClr val="accent2">
              <a:hueOff val="6443612"/>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70773" tIns="270773" rIns="270773" bIns="270773" numCol="1" spcCol="1270" anchor="ctr" anchorCtr="0">
          <a:noAutofit/>
        </a:bodyPr>
        <a:lstStyle/>
        <a:p>
          <a:pPr marL="0" lvl="0" indent="0" algn="ctr" defTabSz="1155700">
            <a:lnSpc>
              <a:spcPct val="90000"/>
            </a:lnSpc>
            <a:spcBef>
              <a:spcPct val="0"/>
            </a:spcBef>
            <a:spcAft>
              <a:spcPct val="35000"/>
            </a:spcAft>
            <a:buNone/>
          </a:pPr>
          <a:r>
            <a:rPr lang="en-AU" sz="2600" b="1" kern="1200"/>
            <a:t>Visual Studio Code</a:t>
          </a:r>
          <a:endParaRPr lang="en-US" sz="2600" kern="1200"/>
        </a:p>
      </dsp:txBody>
      <dsp:txXfrm>
        <a:off x="7078966" y="598217"/>
        <a:ext cx="3426543" cy="1027963"/>
      </dsp:txXfrm>
    </dsp:sp>
    <dsp:sp modelId="{D1FD7A76-020B-4203-A8F6-B22B5CEBA238}">
      <dsp:nvSpPr>
        <dsp:cNvPr id="0" name=""/>
        <dsp:cNvSpPr/>
      </dsp:nvSpPr>
      <dsp:spPr>
        <a:xfrm>
          <a:off x="7078966" y="1626180"/>
          <a:ext cx="3426543" cy="2126940"/>
        </a:xfrm>
        <a:prstGeom prst="rect">
          <a:avLst/>
        </a:prstGeom>
        <a:solidFill>
          <a:schemeClr val="accent2">
            <a:tint val="40000"/>
            <a:alpha val="90000"/>
            <a:hueOff val="6734724"/>
            <a:satOff val="-62232"/>
            <a:lumOff val="-7015"/>
            <a:alphaOff val="0"/>
          </a:schemeClr>
        </a:solidFill>
        <a:ln w="12700" cap="flat" cmpd="sng" algn="ctr">
          <a:solidFill>
            <a:schemeClr val="accent2">
              <a:tint val="40000"/>
              <a:alpha val="90000"/>
              <a:hueOff val="6734724"/>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8466" tIns="338466" rIns="338466" bIns="338466" numCol="1" spcCol="1270" anchor="t" anchorCtr="0">
          <a:noAutofit/>
        </a:bodyPr>
        <a:lstStyle/>
        <a:p>
          <a:pPr marL="0" lvl="0" indent="0" algn="l" defTabSz="844550">
            <a:lnSpc>
              <a:spcPct val="90000"/>
            </a:lnSpc>
            <a:spcBef>
              <a:spcPct val="0"/>
            </a:spcBef>
            <a:spcAft>
              <a:spcPct val="35000"/>
            </a:spcAft>
            <a:buNone/>
          </a:pPr>
          <a:r>
            <a:rPr lang="en-AU" sz="1900" kern="1200"/>
            <a:t>Lightweight, extensible code editor.</a:t>
          </a:r>
          <a:endParaRPr lang="en-US" sz="1900" kern="1200"/>
        </a:p>
        <a:p>
          <a:pPr marL="0" lvl="0" indent="0" algn="l" defTabSz="844550">
            <a:lnSpc>
              <a:spcPct val="90000"/>
            </a:lnSpc>
            <a:spcBef>
              <a:spcPct val="0"/>
            </a:spcBef>
            <a:spcAft>
              <a:spcPct val="35000"/>
            </a:spcAft>
            <a:buNone/>
          </a:pPr>
          <a:r>
            <a:rPr lang="en-AU" sz="1900" kern="1200"/>
            <a:t>Supports Python via extensions and integrated debugging.</a:t>
          </a:r>
          <a:endParaRPr lang="en-US" sz="1900" kern="1200"/>
        </a:p>
      </dsp:txBody>
      <dsp:txXfrm>
        <a:off x="7078966" y="1626180"/>
        <a:ext cx="3426543" cy="21269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AE4A2-B247-8942-9675-F360CB627B44}">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5B73F2-D09C-774A-9447-97084405329A}">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AU" sz="3000" kern="1200"/>
            <a:t>GitHub - Version Control and Code Sharing</a:t>
          </a:r>
          <a:endParaRPr lang="en-US" sz="3000" kern="1200"/>
        </a:p>
      </dsp:txBody>
      <dsp:txXfrm>
        <a:off x="0" y="0"/>
        <a:ext cx="10515600" cy="1087834"/>
      </dsp:txXfrm>
    </dsp:sp>
    <dsp:sp modelId="{EBF4E4AE-8BAF-944B-AEB7-722BDCDFB0CD}">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53C44-99CE-D940-8C93-D7C2E444AFDA}">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AU" sz="3000" b="1" kern="1200"/>
            <a:t>Repositories</a:t>
          </a:r>
          <a:r>
            <a:rPr lang="en-AU" sz="3000" kern="1200"/>
            <a:t>: Providing a central location for all project files, ensuring data backup.</a:t>
          </a:r>
          <a:endParaRPr lang="en-US" sz="3000" kern="1200"/>
        </a:p>
      </dsp:txBody>
      <dsp:txXfrm>
        <a:off x="0" y="1087834"/>
        <a:ext cx="10515600" cy="1087834"/>
      </dsp:txXfrm>
    </dsp:sp>
    <dsp:sp modelId="{F1F62C1E-55C9-C54E-8B2C-36DA814D9086}">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B7F0B7-A2E5-1240-B812-172D5A4C9814}">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AU" sz="3000" b="1" kern="1200"/>
            <a:t>Commits</a:t>
          </a:r>
          <a:r>
            <a:rPr lang="en-AU" sz="3000" kern="1200"/>
            <a:t>: Allowing students to document incremental changes with meaningful messages.</a:t>
          </a:r>
          <a:endParaRPr lang="en-US" sz="3000" kern="1200"/>
        </a:p>
      </dsp:txBody>
      <dsp:txXfrm>
        <a:off x="0" y="2175669"/>
        <a:ext cx="10515600" cy="1087834"/>
      </dsp:txXfrm>
    </dsp:sp>
    <dsp:sp modelId="{F0BAD34B-CB4E-E041-96C1-3314D32ACF78}">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F59E1A-6AF0-474D-990F-1D4F4FCE657E}">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AU" sz="3000" b="1" kern="1200"/>
            <a:t>Branches</a:t>
          </a:r>
          <a:r>
            <a:rPr lang="en-AU" sz="3000" kern="1200"/>
            <a:t>: Enabling experimental features to be developed in isolation from the "Main" stable code.</a:t>
          </a:r>
          <a:endParaRPr lang="en-US" sz="3000" kern="1200"/>
        </a:p>
      </dsp:txBody>
      <dsp:txXfrm>
        <a:off x="0" y="3263503"/>
        <a:ext cx="10515600" cy="10878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5D6AEE-3A4A-4366-8CFC-CC1B0BF56F4F}" type="datetimeFigureOut">
              <a:rPr lang="zh-CN" altLang="en-US" smtClean="0"/>
              <a:t>2026/2/25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38467-9E6D-4CD0-BD33-9CA6E46B981D}" type="slidenum">
              <a:rPr lang="zh-CN" altLang="en-US" smtClean="0"/>
              <a:t>‹#›</a:t>
            </a:fld>
            <a:endParaRPr lang="zh-CN" altLang="en-US"/>
          </a:p>
        </p:txBody>
      </p:sp>
    </p:spTree>
    <p:extLst>
      <p:ext uri="{BB962C8B-B14F-4D97-AF65-F5344CB8AC3E}">
        <p14:creationId xmlns:p14="http://schemas.microsoft.com/office/powerpoint/2010/main" val="3068907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E89-20B2-4873-1519-000E5633A40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642CFEBE-A6FB-F4EE-050E-8C86E02A0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40FD0FF-7911-E099-BEB3-EFB44649C24A}"/>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58EF5E17-5EDE-AAC5-2D37-EC4583AADC1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040A6B9-296B-1367-94ED-B911692ABB9A}"/>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2187428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D11D-D7FD-2FC8-EE9F-10970A94138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B8CA4D11-801A-4141-5412-8FF5C8E011C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B9154695-9597-E0DC-A089-4B079F155E34}"/>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387F88D6-4029-2D26-15CF-88B885FE8AF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C1E14F-EDA8-6506-A6BB-DBA9B4AC2755}"/>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791253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F9037-B4F0-1341-EBDC-320F2A84AC1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20B88E04-49DF-4D7C-324A-97F779050B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FD3C44-0314-E977-1A64-B66B740C2119}"/>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06FB7DBE-D230-597E-CB3B-83E60BE10DC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DF5AE59-AB7C-8C16-AC27-A5B9F8E6BA9A}"/>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32989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C0C4E-95FD-0167-09BD-57159E2C8831}"/>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A71D7F5-F3EB-033C-440F-1FA8BD911A0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1F7176B6-7265-B36D-5CA5-0DA3666DE8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290087E9-F265-01F0-034B-FF64C72212F3}"/>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6" name="Footer Placeholder 5">
            <a:extLst>
              <a:ext uri="{FF2B5EF4-FFF2-40B4-BE49-F238E27FC236}">
                <a16:creationId xmlns:a16="http://schemas.microsoft.com/office/drawing/2014/main" id="{350A0ACD-3550-F4CC-A81C-572A5235390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A66E2A8-73BC-5C5A-2417-65E4900D274C}"/>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1450835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DC91-2106-CD45-D494-D6B23E39B48F}"/>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828FC2F7-7787-7F4D-056A-3EEB8E2EAD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EAE409C-204D-2642-7D47-6CA99416B7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94209A94-C23A-EA8B-5D7B-30F2F9E996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4D4A75D-195A-0A3F-FD0D-36FE5622D69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D08C3616-1B83-1DB6-1135-B667F419CB60}"/>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8" name="Footer Placeholder 7">
            <a:extLst>
              <a:ext uri="{FF2B5EF4-FFF2-40B4-BE49-F238E27FC236}">
                <a16:creationId xmlns:a16="http://schemas.microsoft.com/office/drawing/2014/main" id="{D4CDBCFA-CCA8-6F6D-3F78-5604846A2655}"/>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6FBD953-4B7A-73A8-EDE1-5144450E833F}"/>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1952344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D6B33-756C-3C54-2100-1462131EF5A8}"/>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7CCF4D6D-5067-399F-1B80-C51D8B2EF84A}"/>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4" name="Footer Placeholder 3">
            <a:extLst>
              <a:ext uri="{FF2B5EF4-FFF2-40B4-BE49-F238E27FC236}">
                <a16:creationId xmlns:a16="http://schemas.microsoft.com/office/drawing/2014/main" id="{F5585426-0A08-46C4-4267-9E080107343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802C605-A1D7-079D-2E81-CB64A306E8F9}"/>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147132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F43681-4034-320C-00AB-2055D3DCD770}"/>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3" name="Footer Placeholder 2">
            <a:extLst>
              <a:ext uri="{FF2B5EF4-FFF2-40B4-BE49-F238E27FC236}">
                <a16:creationId xmlns:a16="http://schemas.microsoft.com/office/drawing/2014/main" id="{F53E7962-E4FA-07C2-3A03-0BC5AFA7735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BD3CB82-78EA-992A-6E56-EFDFEF83BDBB}"/>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260510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871D-A86D-13E0-9E45-8E5CDA9A18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6AA43CF3-24FE-FFF7-950F-201F2F5795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D2208F2E-446E-0FC4-4CAA-33BA48B83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010FDC-EE2A-0EEA-B5DD-9FBC63DD9B06}"/>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6" name="Footer Placeholder 5">
            <a:extLst>
              <a:ext uri="{FF2B5EF4-FFF2-40B4-BE49-F238E27FC236}">
                <a16:creationId xmlns:a16="http://schemas.microsoft.com/office/drawing/2014/main" id="{596BCA52-C582-9562-4856-ACD3F87B86D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98A1ED9-2525-7566-ECD7-F743543436E4}"/>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1587366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F5B6E-4733-02CA-9088-099EE32FE1E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00CF42BE-762C-E7F1-2BCC-13905D0D99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3F38329-D064-DE28-158E-68766B30A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90C91B9-A760-0788-465E-35C500A1E7BD}"/>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6" name="Footer Placeholder 5">
            <a:extLst>
              <a:ext uri="{FF2B5EF4-FFF2-40B4-BE49-F238E27FC236}">
                <a16:creationId xmlns:a16="http://schemas.microsoft.com/office/drawing/2014/main" id="{6FFC275B-70BA-1789-6167-D488CE8ACC5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395F04-5F9D-AD00-D89A-F3530A708AD9}"/>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3699346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72DC-1596-4B7C-8359-F5B853F5551C}"/>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3D2D57CB-5C6D-906C-3EDD-4334175F093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5CB0BB3-FE36-FA44-831D-F61AB9B42371}"/>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ACDAEDA0-2038-1A4D-1B88-9E83432D0A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A5B2C9-6A29-233C-11F9-CC7298F40B2A}"/>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2184612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D95FC4-1C8F-08AD-D2B8-FD92241F2E0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A57AB036-2B8E-5F86-27C1-59E4CF3F359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0E43E18-B9EA-4001-1E37-03554A8276FA}"/>
              </a:ext>
            </a:extLst>
          </p:cNvPr>
          <p:cNvSpPr>
            <a:spLocks noGrp="1"/>
          </p:cNvSpPr>
          <p:nvPr>
            <p:ph type="dt" sz="half" idx="10"/>
          </p:nvPr>
        </p:nvSpPr>
        <p:spPr/>
        <p:txBody>
          <a:body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767A2FB7-E574-B742-2BDB-4B8DD3AF04A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C26C79-0616-508C-8C24-758F26ACC32F}"/>
              </a:ext>
            </a:extLst>
          </p:cNvPr>
          <p:cNvSpPr>
            <a:spLocks noGrp="1"/>
          </p:cNvSpPr>
          <p:nvPr>
            <p:ph type="sldNum" sz="quarter" idx="12"/>
          </p:nvPr>
        </p:nvSpPr>
        <p:spPr/>
        <p:txBody>
          <a:bodyPr/>
          <a:lstStyle/>
          <a:p>
            <a:fld id="{4C14A68B-8FA1-2F42-BD8A-3E85B558C35A}" type="slidenum">
              <a:rPr lang="en-AU" smtClean="0"/>
              <a:t>‹#›</a:t>
            </a:fld>
            <a:endParaRPr lang="en-AU"/>
          </a:p>
        </p:txBody>
      </p:sp>
    </p:spTree>
    <p:extLst>
      <p:ext uri="{BB962C8B-B14F-4D97-AF65-F5344CB8AC3E}">
        <p14:creationId xmlns:p14="http://schemas.microsoft.com/office/powerpoint/2010/main" val="956918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96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38EDAE-FC1B-524F-CC85-A71C8F46D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EC615DEF-8445-2428-0A33-25EE2B0223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3C797AFA-07D2-040C-1655-2ABB6B894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B3E351-48BC-5F49-84B7-01132BE4E70B}" type="datetimeFigureOut">
              <a:rPr lang="en-AU" smtClean="0"/>
              <a:t>25/2/2026</a:t>
            </a:fld>
            <a:endParaRPr lang="en-AU"/>
          </a:p>
        </p:txBody>
      </p:sp>
      <p:sp>
        <p:nvSpPr>
          <p:cNvPr id="5" name="Footer Placeholder 4">
            <a:extLst>
              <a:ext uri="{FF2B5EF4-FFF2-40B4-BE49-F238E27FC236}">
                <a16:creationId xmlns:a16="http://schemas.microsoft.com/office/drawing/2014/main" id="{3A6332E2-7F84-404E-39EA-191009295F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403BCA05-705D-DCD7-6C93-63904B446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14A68B-8FA1-2F42-BD8A-3E85B558C35A}" type="slidenum">
              <a:rPr lang="en-AU" smtClean="0"/>
              <a:t>‹#›</a:t>
            </a:fld>
            <a:endParaRPr lang="en-AU"/>
          </a:p>
        </p:txBody>
      </p:sp>
    </p:spTree>
    <p:extLst>
      <p:ext uri="{BB962C8B-B14F-4D97-AF65-F5344CB8AC3E}">
        <p14:creationId xmlns:p14="http://schemas.microsoft.com/office/powerpoint/2010/main" val="4190733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745089"/>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46.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Different Hand Drawn Graphs">
            <a:extLst>
              <a:ext uri="{FF2B5EF4-FFF2-40B4-BE49-F238E27FC236}">
                <a16:creationId xmlns:a16="http://schemas.microsoft.com/office/drawing/2014/main" id="{8D125995-2B6D-E22C-14A0-F64E7D1E447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A2839B-54C5-06E7-08B9-FDD2EEA3ACF2}"/>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AU" sz="5200">
                <a:solidFill>
                  <a:srgbClr val="FFFFFF"/>
                </a:solidFill>
              </a:rPr>
              <a:t>Software Engineering Project</a:t>
            </a:r>
          </a:p>
        </p:txBody>
      </p:sp>
      <p:sp>
        <p:nvSpPr>
          <p:cNvPr id="3" name="Subtitle 2">
            <a:extLst>
              <a:ext uri="{FF2B5EF4-FFF2-40B4-BE49-F238E27FC236}">
                <a16:creationId xmlns:a16="http://schemas.microsoft.com/office/drawing/2014/main" id="{946CF380-13BE-416C-312D-23C01FF96824}"/>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AU">
                <a:solidFill>
                  <a:srgbClr val="FFFFFF"/>
                </a:solidFill>
              </a:rPr>
              <a:t>2026</a:t>
            </a:r>
          </a:p>
        </p:txBody>
      </p:sp>
    </p:spTree>
    <p:extLst>
      <p:ext uri="{BB962C8B-B14F-4D97-AF65-F5344CB8AC3E}">
        <p14:creationId xmlns:p14="http://schemas.microsoft.com/office/powerpoint/2010/main" val="248759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0CE436-82BF-17BB-98F1-AB8C5F66B84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Introduction – the Design Process</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Google Shape;91;p14" descr="Design and production process diagram&#10;A flowchart labelled 'Ongoing evaluation' with a two-headed arrow indicating both directions. &#10;The first part of the flowchart is called '1. Identifying and defining'. It says 'identify and define the needs, opportunities and wants of a computing challenge, practise the technical skills, develop evaluation criteria.' There is an arrow pointing to the next section, which is labelled '2. researching and planning'. It says 'research, generate and practise ideas, be creative and propose new approaches to problems, explore new design opportunities.' An arrow points to the next section, labelled '3. producing and implementing', it says 'build and implement ideas, apply a variety of skills and techniques to create products that meet set criteria, modify and iterate solutions'. The arrow points to the next section, labelled '4. testing and evaluating'. It says 'test and evaluate solutions/products, evaluate quality and effectiveness against the criteria, make judgements throughout the solution and use these to refine the product.'&#10;After testing and evaluating is a big arrow called 'Review if required to improve' and it goes all the way back up to the first part of the flowchart, indicating a cycle.">
            <a:extLst>
              <a:ext uri="{FF2B5EF4-FFF2-40B4-BE49-F238E27FC236}">
                <a16:creationId xmlns:a16="http://schemas.microsoft.com/office/drawing/2014/main" id="{15C9A7A5-465B-87D7-F6C0-5D5607937465}"/>
              </a:ext>
            </a:extLst>
          </p:cNvPr>
          <p:cNvPicPr preferRelativeResize="0">
            <a:picLocks noGrp="1"/>
          </p:cNvPicPr>
          <p:nvPr>
            <p:ph idx="1"/>
          </p:nvPr>
        </p:nvPicPr>
        <p:blipFill>
          <a:blip r:embed="rId2"/>
          <a:stretch>
            <a:fillRect/>
          </a:stretch>
        </p:blipFill>
        <p:spPr>
          <a:xfrm>
            <a:off x="4020313" y="312302"/>
            <a:ext cx="7690658" cy="6233395"/>
          </a:xfrm>
          <a:prstGeom prst="rect">
            <a:avLst/>
          </a:prstGeom>
          <a:noFill/>
        </p:spPr>
      </p:pic>
    </p:spTree>
    <p:extLst>
      <p:ext uri="{BB962C8B-B14F-4D97-AF65-F5344CB8AC3E}">
        <p14:creationId xmlns:p14="http://schemas.microsoft.com/office/powerpoint/2010/main" val="3165887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Blue arrows pointing at a red button">
            <a:extLst>
              <a:ext uri="{FF2B5EF4-FFF2-40B4-BE49-F238E27FC236}">
                <a16:creationId xmlns:a16="http://schemas.microsoft.com/office/drawing/2014/main" id="{78C0EBC8-9584-18F8-84C8-292E4CAE5855}"/>
              </a:ext>
            </a:extLst>
          </p:cNvPr>
          <p:cNvPicPr>
            <a:picLocks noChangeAspect="1"/>
          </p:cNvPicPr>
          <p:nvPr/>
        </p:nvPicPr>
        <p:blipFill>
          <a:blip r:embed="rId2">
            <a:alphaModFix amt="50000"/>
          </a:blip>
          <a:srcRect t="10826" b="4904"/>
          <a:stretch>
            <a:fillRect/>
          </a:stretch>
        </p:blipFill>
        <p:spPr>
          <a:xfrm>
            <a:off x="20" y="1"/>
            <a:ext cx="12191980" cy="6857999"/>
          </a:xfrm>
          <a:prstGeom prst="rect">
            <a:avLst/>
          </a:prstGeom>
        </p:spPr>
      </p:pic>
      <p:sp>
        <p:nvSpPr>
          <p:cNvPr id="4" name="Title 3">
            <a:extLst>
              <a:ext uri="{FF2B5EF4-FFF2-40B4-BE49-F238E27FC236}">
                <a16:creationId xmlns:a16="http://schemas.microsoft.com/office/drawing/2014/main" id="{119EB72A-E4D1-4E5C-5CD4-66402556481D}"/>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1 </a:t>
            </a:r>
            <a:r>
              <a:rPr lang="en-US" b="1" dirty="0">
                <a:solidFill>
                  <a:srgbClr val="FFFFFF"/>
                </a:solidFill>
              </a:rPr>
              <a:t>Identifying and Defining</a:t>
            </a:r>
            <a:endParaRPr lang="en-US" dirty="0">
              <a:solidFill>
                <a:srgbClr val="FFFFFF"/>
              </a:solidFill>
            </a:endParaRPr>
          </a:p>
        </p:txBody>
      </p:sp>
      <p:sp>
        <p:nvSpPr>
          <p:cNvPr id="5" name="Text Placeholder 4">
            <a:extLst>
              <a:ext uri="{FF2B5EF4-FFF2-40B4-BE49-F238E27FC236}">
                <a16:creationId xmlns:a16="http://schemas.microsoft.com/office/drawing/2014/main" id="{E9D95D55-60CA-27D6-2767-22F12663E051}"/>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a:solidFill>
                <a:srgbClr val="FFFFFF"/>
              </a:solidFill>
            </a:endParaRPr>
          </a:p>
        </p:txBody>
      </p:sp>
    </p:spTree>
    <p:extLst>
      <p:ext uri="{BB962C8B-B14F-4D97-AF65-F5344CB8AC3E}">
        <p14:creationId xmlns:p14="http://schemas.microsoft.com/office/powerpoint/2010/main" val="405533161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A512B48-5D37-AEA0-922F-824C5C70C18F}"/>
              </a:ext>
            </a:extLst>
          </p:cNvPr>
          <p:cNvSpPr>
            <a:spLocks noGrp="1"/>
          </p:cNvSpPr>
          <p:nvPr>
            <p:ph type="title"/>
          </p:nvPr>
        </p:nvSpPr>
        <p:spPr>
          <a:xfrm>
            <a:off x="479394" y="1070800"/>
            <a:ext cx="3939688" cy="5583126"/>
          </a:xfrm>
        </p:spPr>
        <p:txBody>
          <a:bodyPr>
            <a:normAutofit/>
          </a:bodyPr>
          <a:lstStyle/>
          <a:p>
            <a:pPr algn="r"/>
            <a:r>
              <a:rPr lang="en-AU" sz="5000" dirty="0"/>
              <a:t>1.1 Define and analyse the requirements of a problem</a:t>
            </a: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511F1F4-E72E-8D2D-3796-91A8A99B8101}"/>
              </a:ext>
            </a:extLst>
          </p:cNvPr>
          <p:cNvGraphicFramePr>
            <a:graphicFrameLocks noGrp="1"/>
          </p:cNvGraphicFramePr>
          <p:nvPr>
            <p:ph idx="1"/>
            <p:extLst>
              <p:ext uri="{D42A27DB-BD31-4B8C-83A1-F6EECF244321}">
                <p14:modId xmlns:p14="http://schemas.microsoft.com/office/powerpoint/2010/main" val="238129641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11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a wooden block with the number one written on it and the block is on a yellow surface">
            <a:extLst>
              <a:ext uri="{FF2B5EF4-FFF2-40B4-BE49-F238E27FC236}">
                <a16:creationId xmlns:a16="http://schemas.microsoft.com/office/drawing/2014/main" id="{0FADB653-F269-017F-18BC-5CE97EBFFE67}"/>
              </a:ext>
            </a:extLst>
          </p:cNvPr>
          <p:cNvPicPr>
            <a:picLocks noChangeAspect="1"/>
          </p:cNvPicPr>
          <p:nvPr/>
        </p:nvPicPr>
        <p:blipFill>
          <a:blip r:embed="rId2"/>
          <a:srcRect r="15627" b="-1"/>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7D8385-677E-6FE0-5E62-D06DB536E60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1.1.1 Demonstrating Need(s) or Opportunities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917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7388DA-3104-F015-937E-2B97A47C7B6D}"/>
              </a:ext>
            </a:extLst>
          </p:cNvPr>
          <p:cNvSpPr>
            <a:spLocks noGrp="1"/>
          </p:cNvSpPr>
          <p:nvPr>
            <p:ph type="title"/>
          </p:nvPr>
        </p:nvSpPr>
        <p:spPr>
          <a:xfrm>
            <a:off x="808638" y="386930"/>
            <a:ext cx="9236700" cy="1188950"/>
          </a:xfrm>
        </p:spPr>
        <p:txBody>
          <a:bodyPr anchor="b">
            <a:normAutofit/>
          </a:bodyPr>
          <a:lstStyle/>
          <a:p>
            <a:r>
              <a:rPr lang="en-AU" sz="5400"/>
              <a:t>1.1.1 Demonstrating need(s)</a:t>
            </a:r>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05C00C-0916-FBA4-0416-C3CBCB4A180A}"/>
              </a:ext>
            </a:extLst>
          </p:cNvPr>
          <p:cNvSpPr>
            <a:spLocks noGrp="1"/>
          </p:cNvSpPr>
          <p:nvPr>
            <p:ph idx="1"/>
          </p:nvPr>
        </p:nvSpPr>
        <p:spPr>
          <a:xfrm>
            <a:off x="496919" y="2332893"/>
            <a:ext cx="10440409" cy="3702148"/>
          </a:xfrm>
        </p:spPr>
        <p:txBody>
          <a:bodyPr anchor="ctr">
            <a:normAutofit fontScale="92500"/>
          </a:bodyPr>
          <a:lstStyle/>
          <a:p>
            <a:pPr algn="just"/>
            <a:r>
              <a:rPr lang="en-AU" sz="3200" dirty="0"/>
              <a:t>Definition: A </a:t>
            </a:r>
            <a:r>
              <a:rPr lang="en-AU" sz="3200" b="1" dirty="0"/>
              <a:t>need</a:t>
            </a:r>
            <a:r>
              <a:rPr lang="en-AU" sz="3200" dirty="0"/>
              <a:t> exists when there is a </a:t>
            </a:r>
            <a:r>
              <a:rPr lang="en-AU" sz="3200" b="1" dirty="0"/>
              <a:t>current problem, limitation, or inefficiency</a:t>
            </a:r>
            <a:r>
              <a:rPr lang="en-AU" sz="3200" dirty="0"/>
              <a:t> that must be solved because it negatively affects users or an organisation. Needs are usually essential and arise when an existing system is ineffective, inaccurate, slow, unsafe, or no longer fit for purpose.</a:t>
            </a:r>
          </a:p>
          <a:p>
            <a:pPr algn="just"/>
            <a:r>
              <a:rPr lang="en-AU" sz="3200" dirty="0"/>
              <a:t>In software engineering, identifying a need means recognising that </a:t>
            </a:r>
            <a:r>
              <a:rPr lang="en-AU" sz="3200" b="1" dirty="0"/>
              <a:t>without a new or improved software solution, the problem will continue</a:t>
            </a:r>
            <a:r>
              <a:rPr lang="en-AU" sz="3200" dirty="0"/>
              <a:t>.</a:t>
            </a:r>
          </a:p>
        </p:txBody>
      </p:sp>
    </p:spTree>
    <p:extLst>
      <p:ext uri="{BB962C8B-B14F-4D97-AF65-F5344CB8AC3E}">
        <p14:creationId xmlns:p14="http://schemas.microsoft.com/office/powerpoint/2010/main" val="93081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174AF8-BB12-51C3-C6CC-EA8E00F5C5B0}"/>
              </a:ext>
            </a:extLst>
          </p:cNvPr>
          <p:cNvSpPr>
            <a:spLocks noGrp="1"/>
          </p:cNvSpPr>
          <p:nvPr>
            <p:ph type="title"/>
          </p:nvPr>
        </p:nvSpPr>
        <p:spPr>
          <a:xfrm>
            <a:off x="838200" y="365125"/>
            <a:ext cx="10515600" cy="1306443"/>
          </a:xfrm>
        </p:spPr>
        <p:txBody>
          <a:bodyPr>
            <a:normAutofit/>
          </a:bodyPr>
          <a:lstStyle/>
          <a:p>
            <a:r>
              <a:rPr lang="en-AU" sz="4000"/>
              <a:t>1.1.1 Example of Needs</a:t>
            </a:r>
          </a:p>
        </p:txBody>
      </p:sp>
      <p:pic>
        <p:nvPicPr>
          <p:cNvPr id="6" name="Picture 5" descr="A blue and white wavy lines&#10;&#10;AI-generated content may be incorrect.">
            <a:extLst>
              <a:ext uri="{FF2B5EF4-FFF2-40B4-BE49-F238E27FC236}">
                <a16:creationId xmlns:a16="http://schemas.microsoft.com/office/drawing/2014/main" id="{322F5CF2-F15B-0345-0869-CDFB6D797FE3}"/>
              </a:ext>
            </a:extLst>
          </p:cNvPr>
          <p:cNvPicPr>
            <a:picLocks noChangeAspect="1"/>
          </p:cNvPicPr>
          <p:nvPr/>
        </p:nvPicPr>
        <p:blipFill>
          <a:blip r:embed="rId2"/>
          <a:srcRect r="39234" b="2"/>
          <a:stretch>
            <a:fillRect/>
          </a:stretch>
        </p:blipFill>
        <p:spPr>
          <a:xfrm>
            <a:off x="7989293" y="1904282"/>
            <a:ext cx="3423093" cy="4224808"/>
          </a:xfrm>
          <a:prstGeom prst="rect">
            <a:avLst/>
          </a:prstGeom>
        </p:spPr>
      </p:pic>
      <p:graphicFrame>
        <p:nvGraphicFramePr>
          <p:cNvPr id="5" name="Content Placeholder 2">
            <a:extLst>
              <a:ext uri="{FF2B5EF4-FFF2-40B4-BE49-F238E27FC236}">
                <a16:creationId xmlns:a16="http://schemas.microsoft.com/office/drawing/2014/main" id="{200952CB-AFC0-7F2C-8D91-0481E31B634C}"/>
              </a:ext>
            </a:extLst>
          </p:cNvPr>
          <p:cNvGraphicFramePr>
            <a:graphicFrameLocks noGrp="1"/>
          </p:cNvGraphicFramePr>
          <p:nvPr>
            <p:ph idx="1"/>
            <p:extLst>
              <p:ext uri="{D42A27DB-BD31-4B8C-83A1-F6EECF244321}">
                <p14:modId xmlns:p14="http://schemas.microsoft.com/office/powerpoint/2010/main" val="725242148"/>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267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314E-1443-6520-DA76-88A96F5DB876}"/>
              </a:ext>
            </a:extLst>
          </p:cNvPr>
          <p:cNvSpPr>
            <a:spLocks noGrp="1"/>
          </p:cNvSpPr>
          <p:nvPr>
            <p:ph type="title"/>
          </p:nvPr>
        </p:nvSpPr>
        <p:spPr/>
        <p:txBody>
          <a:bodyPr/>
          <a:lstStyle/>
          <a:p>
            <a:r>
              <a:rPr lang="en-AU" dirty="0"/>
              <a:t>1.1.1 How to demonstrate need(s)</a:t>
            </a:r>
          </a:p>
        </p:txBody>
      </p:sp>
      <p:graphicFrame>
        <p:nvGraphicFramePr>
          <p:cNvPr id="5" name="Content Placeholder 2">
            <a:extLst>
              <a:ext uri="{FF2B5EF4-FFF2-40B4-BE49-F238E27FC236}">
                <a16:creationId xmlns:a16="http://schemas.microsoft.com/office/drawing/2014/main" id="{469B2923-3BC6-0FC1-030E-7BF3498B69F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5079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29684-2FD7-86BA-96B5-AE7E9794F5F6}"/>
              </a:ext>
            </a:extLst>
          </p:cNvPr>
          <p:cNvSpPr>
            <a:spLocks noGrp="1"/>
          </p:cNvSpPr>
          <p:nvPr>
            <p:ph type="title"/>
          </p:nvPr>
        </p:nvSpPr>
        <p:spPr>
          <a:xfrm>
            <a:off x="1136397" y="502021"/>
            <a:ext cx="9688296" cy="707801"/>
          </a:xfrm>
        </p:spPr>
        <p:txBody>
          <a:bodyPr anchor="b">
            <a:normAutofit/>
          </a:bodyPr>
          <a:lstStyle/>
          <a:p>
            <a:r>
              <a:rPr lang="en-AU" sz="4000" dirty="0"/>
              <a:t>1.1.1 demonstrating opportunities</a:t>
            </a:r>
          </a:p>
        </p:txBody>
      </p:sp>
      <p:sp>
        <p:nvSpPr>
          <p:cNvPr id="3" name="Content Placeholder 2">
            <a:extLst>
              <a:ext uri="{FF2B5EF4-FFF2-40B4-BE49-F238E27FC236}">
                <a16:creationId xmlns:a16="http://schemas.microsoft.com/office/drawing/2014/main" id="{7DE430DF-4E23-8E06-F14D-2B9519E97EF4}"/>
              </a:ext>
            </a:extLst>
          </p:cNvPr>
          <p:cNvSpPr>
            <a:spLocks noGrp="1"/>
          </p:cNvSpPr>
          <p:nvPr>
            <p:ph idx="1"/>
          </p:nvPr>
        </p:nvSpPr>
        <p:spPr>
          <a:xfrm>
            <a:off x="436098" y="1209822"/>
            <a:ext cx="11479237" cy="4662945"/>
          </a:xfrm>
        </p:spPr>
        <p:txBody>
          <a:bodyPr anchor="t">
            <a:normAutofit/>
          </a:bodyPr>
          <a:lstStyle/>
          <a:p>
            <a:pPr algn="just"/>
            <a:r>
              <a:rPr lang="en-AU" sz="3200" dirty="0"/>
              <a:t>Definition: An </a:t>
            </a:r>
            <a:r>
              <a:rPr lang="en-AU" sz="3200" b="1" dirty="0"/>
              <a:t>opportunity</a:t>
            </a:r>
            <a:r>
              <a:rPr lang="en-AU" sz="3200" dirty="0"/>
              <a:t> exists when a software solution could </a:t>
            </a:r>
            <a:r>
              <a:rPr lang="en-AU" sz="3200" b="1" dirty="0"/>
              <a:t>improve an already functioning system</a:t>
            </a:r>
            <a:r>
              <a:rPr lang="en-AU" sz="3200" dirty="0"/>
              <a:t>, enhance user experience, or introduce new capabilities, even though there is no critical problem. Opportunities focus on </a:t>
            </a:r>
            <a:r>
              <a:rPr lang="en-AU" sz="3200" b="1" dirty="0"/>
              <a:t>improvement, innovation, or added value</a:t>
            </a:r>
            <a:r>
              <a:rPr lang="en-AU" sz="3200" dirty="0"/>
              <a:t>, rather than fixing a failure.</a:t>
            </a:r>
          </a:p>
          <a:p>
            <a:pPr algn="just"/>
            <a:r>
              <a:rPr lang="en-AU" sz="3200" dirty="0"/>
              <a:t>In software engineering, identifying an opportunity means recognising how technology can be used to </a:t>
            </a:r>
            <a:r>
              <a:rPr lang="en-AU" sz="3200" b="1" dirty="0"/>
              <a:t>do something better, faster, or more conveniently</a:t>
            </a:r>
            <a:r>
              <a:rPr lang="en-AU" sz="3200" dirty="0"/>
              <a:t>.</a:t>
            </a:r>
          </a:p>
        </p:txBody>
      </p:sp>
      <p:sp>
        <p:nvSpPr>
          <p:cNvPr id="20" name="Rectangle 1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3495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B747F-A041-6169-899E-BBEE6E5A23BD}"/>
              </a:ext>
            </a:extLst>
          </p:cNvPr>
          <p:cNvSpPr>
            <a:spLocks noGrp="1"/>
          </p:cNvSpPr>
          <p:nvPr>
            <p:ph type="title"/>
          </p:nvPr>
        </p:nvSpPr>
        <p:spPr>
          <a:xfrm>
            <a:off x="1136397" y="502022"/>
            <a:ext cx="9688296" cy="735936"/>
          </a:xfrm>
        </p:spPr>
        <p:txBody>
          <a:bodyPr anchor="b">
            <a:normAutofit/>
          </a:bodyPr>
          <a:lstStyle/>
          <a:p>
            <a:r>
              <a:rPr lang="en-AU" sz="4000" dirty="0"/>
              <a:t>1.1.1 Examples of an Opportunity</a:t>
            </a:r>
          </a:p>
        </p:txBody>
      </p:sp>
      <p:sp>
        <p:nvSpPr>
          <p:cNvPr id="3" name="Content Placeholder 2">
            <a:extLst>
              <a:ext uri="{FF2B5EF4-FFF2-40B4-BE49-F238E27FC236}">
                <a16:creationId xmlns:a16="http://schemas.microsoft.com/office/drawing/2014/main" id="{FEF2F674-9BD9-AD99-F481-59819047030A}"/>
              </a:ext>
            </a:extLst>
          </p:cNvPr>
          <p:cNvSpPr>
            <a:spLocks noGrp="1"/>
          </p:cNvSpPr>
          <p:nvPr>
            <p:ph idx="1"/>
          </p:nvPr>
        </p:nvSpPr>
        <p:spPr>
          <a:xfrm>
            <a:off x="281354" y="1237958"/>
            <a:ext cx="11507372" cy="4634809"/>
          </a:xfrm>
        </p:spPr>
        <p:txBody>
          <a:bodyPr anchor="t">
            <a:normAutofit/>
          </a:bodyPr>
          <a:lstStyle/>
          <a:p>
            <a:pPr algn="just"/>
            <a:r>
              <a:rPr lang="en-AU" sz="3200" dirty="0"/>
              <a:t>A school already has a digital attendance system, but it can only be accessed on school computers. Developing a mobile-friendly version presents an </a:t>
            </a:r>
            <a:r>
              <a:rPr lang="en-AU" sz="3200" b="1" dirty="0"/>
              <a:t>opportunity</a:t>
            </a:r>
            <a:r>
              <a:rPr lang="en-AU" sz="3200" dirty="0"/>
              <a:t> to improve accessibility and allow teachers to mark attendance from any location.</a:t>
            </a:r>
          </a:p>
          <a:p>
            <a:pPr algn="just"/>
            <a:r>
              <a:rPr lang="en-AU" sz="3200" dirty="0"/>
              <a:t>A library currently allows students to borrow books in person. Creating an online reservation system is an </a:t>
            </a:r>
            <a:r>
              <a:rPr lang="en-AU" sz="3200" b="1" dirty="0"/>
              <a:t>opportunity</a:t>
            </a:r>
            <a:r>
              <a:rPr lang="en-AU" sz="3200" dirty="0"/>
              <a:t> to increase convenience and reduce queues, even though the current system still works.</a:t>
            </a:r>
          </a:p>
          <a:p>
            <a:pPr marL="0" indent="0" algn="just">
              <a:buNone/>
            </a:pPr>
            <a:endParaRPr lang="en-AU" sz="3200" dirty="0"/>
          </a:p>
        </p:txBody>
      </p:sp>
      <p:sp>
        <p:nvSpPr>
          <p:cNvPr id="20" name="Rectangle 1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50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19877B-4BC4-64E6-E560-865FD61B6D99}"/>
              </a:ext>
            </a:extLst>
          </p:cNvPr>
          <p:cNvSpPr>
            <a:spLocks noGrp="1"/>
          </p:cNvSpPr>
          <p:nvPr>
            <p:ph type="title"/>
          </p:nvPr>
        </p:nvSpPr>
        <p:spPr>
          <a:xfrm>
            <a:off x="838200" y="556995"/>
            <a:ext cx="10515600" cy="1133693"/>
          </a:xfrm>
        </p:spPr>
        <p:txBody>
          <a:bodyPr>
            <a:normAutofit/>
          </a:bodyPr>
          <a:lstStyle/>
          <a:p>
            <a:r>
              <a:rPr lang="en-AU" sz="5200"/>
              <a:t>1.1.1 How to demonstrate Opportunity</a:t>
            </a:r>
          </a:p>
        </p:txBody>
      </p:sp>
      <p:graphicFrame>
        <p:nvGraphicFramePr>
          <p:cNvPr id="5" name="Content Placeholder 2">
            <a:extLst>
              <a:ext uri="{FF2B5EF4-FFF2-40B4-BE49-F238E27FC236}">
                <a16:creationId xmlns:a16="http://schemas.microsoft.com/office/drawing/2014/main" id="{C6741AEC-A613-498A-47AF-61B0083D538D}"/>
              </a:ext>
            </a:extLst>
          </p:cNvPr>
          <p:cNvGraphicFramePr>
            <a:graphicFrameLocks noGrp="1"/>
          </p:cNvGraphicFramePr>
          <p:nvPr>
            <p:ph idx="1"/>
            <p:extLst>
              <p:ext uri="{D42A27DB-BD31-4B8C-83A1-F6EECF244321}">
                <p14:modId xmlns:p14="http://schemas.microsoft.com/office/powerpoint/2010/main" val="29953872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9268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35BF67-9F24-C65F-3260-003814B76F17}"/>
              </a:ext>
            </a:extLst>
          </p:cNvPr>
          <p:cNvSpPr>
            <a:spLocks noGrp="1"/>
          </p:cNvSpPr>
          <p:nvPr>
            <p:ph type="title"/>
          </p:nvPr>
        </p:nvSpPr>
        <p:spPr>
          <a:xfrm>
            <a:off x="841248" y="256032"/>
            <a:ext cx="10506456" cy="1014984"/>
          </a:xfrm>
        </p:spPr>
        <p:txBody>
          <a:bodyPr anchor="b">
            <a:normAutofit/>
          </a:bodyPr>
          <a:lstStyle/>
          <a:p>
            <a:r>
              <a:rPr lang="en-AU"/>
              <a:t>1.1.1 Difference</a:t>
            </a:r>
            <a:endParaRPr lang="en-AU" dirty="0"/>
          </a:p>
        </p:txBody>
      </p:sp>
      <p:sp>
        <p:nvSpPr>
          <p:cNvPr id="30" name="Rectangle 2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2" name="Rectangle 1">
            <a:extLst>
              <a:ext uri="{FF2B5EF4-FFF2-40B4-BE49-F238E27FC236}">
                <a16:creationId xmlns:a16="http://schemas.microsoft.com/office/drawing/2014/main" id="{A6FA9936-EAAF-1B4A-143F-51B43FCA1ABC}"/>
              </a:ext>
            </a:extLst>
          </p:cNvPr>
          <p:cNvGraphicFramePr>
            <a:graphicFrameLocks noGrp="1"/>
          </p:cNvGraphicFramePr>
          <p:nvPr>
            <p:ph idx="1"/>
            <p:extLst>
              <p:ext uri="{D42A27DB-BD31-4B8C-83A1-F6EECF244321}">
                <p14:modId xmlns:p14="http://schemas.microsoft.com/office/powerpoint/2010/main" val="117696299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8847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Calculator, pen, compass, money and a paper with graphs printed on it">
            <a:extLst>
              <a:ext uri="{FF2B5EF4-FFF2-40B4-BE49-F238E27FC236}">
                <a16:creationId xmlns:a16="http://schemas.microsoft.com/office/drawing/2014/main" id="{DDE33F4F-99C8-031B-2A88-A7D31C5693C6}"/>
              </a:ext>
            </a:extLst>
          </p:cNvPr>
          <p:cNvPicPr>
            <a:picLocks noChangeAspect="1"/>
          </p:cNvPicPr>
          <p:nvPr/>
        </p:nvPicPr>
        <p:blipFill>
          <a:blip r:embed="rId2">
            <a:alphaModFix amt="60000"/>
          </a:blip>
          <a:srcRect b="6639"/>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AD9CF0E3-AE4C-5A5A-17ED-205CEC3D5B15}"/>
              </a:ext>
            </a:extLst>
          </p:cNvPr>
          <p:cNvSpPr>
            <a:spLocks noGrp="1"/>
          </p:cNvSpPr>
          <p:nvPr>
            <p:ph type="title"/>
          </p:nvPr>
        </p:nvSpPr>
        <p:spPr>
          <a:xfrm>
            <a:off x="838199" y="557189"/>
            <a:ext cx="5155263" cy="5571899"/>
          </a:xfrm>
        </p:spPr>
        <p:txBody>
          <a:bodyPr vert="horz" lIns="91440" tIns="45720" rIns="91440" bIns="45720" rtlCol="0">
            <a:normAutofit/>
          </a:bodyPr>
          <a:lstStyle/>
          <a:p>
            <a:r>
              <a:rPr lang="en-US" dirty="0">
                <a:solidFill>
                  <a:srgbClr val="FFFFFF"/>
                </a:solidFill>
              </a:rPr>
              <a:t>1.1.2 Assess the scheduling financial feasibility</a:t>
            </a:r>
          </a:p>
        </p:txBody>
      </p:sp>
      <p:sp>
        <p:nvSpPr>
          <p:cNvPr id="4" name="Content Placeholder 2">
            <a:extLst>
              <a:ext uri="{FF2B5EF4-FFF2-40B4-BE49-F238E27FC236}">
                <a16:creationId xmlns:a16="http://schemas.microsoft.com/office/drawing/2014/main" id="{7C09D66F-A3C6-F76E-449E-2CD9B30AC1D1}"/>
              </a:ext>
            </a:extLst>
          </p:cNvPr>
          <p:cNvSpPr>
            <a:spLocks noGrp="1"/>
          </p:cNvSpPr>
          <p:nvPr>
            <p:ph idx="1"/>
          </p:nvPr>
        </p:nvSpPr>
        <p:spPr>
          <a:xfrm>
            <a:off x="6195375" y="557189"/>
            <a:ext cx="5158424" cy="5571899"/>
          </a:xfrm>
        </p:spPr>
        <p:txBody>
          <a:bodyPr anchor="ctr">
            <a:normAutofit/>
          </a:bodyPr>
          <a:lstStyle/>
          <a:p>
            <a:pPr marL="0" indent="0">
              <a:buNone/>
            </a:pPr>
            <a:r>
              <a:rPr lang="en-AU" sz="2000">
                <a:solidFill>
                  <a:srgbClr val="FFFFFF"/>
                </a:solidFill>
              </a:rPr>
              <a:t>Once a need has been identified, it is necessary to determine whether the project is </a:t>
            </a:r>
            <a:r>
              <a:rPr lang="en-AU" sz="2000" b="1">
                <a:solidFill>
                  <a:srgbClr val="FFFFFF"/>
                </a:solidFill>
              </a:rPr>
              <a:t>realistic</a:t>
            </a:r>
            <a:r>
              <a:rPr lang="en-AU" sz="2000">
                <a:solidFill>
                  <a:srgbClr val="FFFFFF"/>
                </a:solidFill>
              </a:rPr>
              <a:t>. This is done by assessing both </a:t>
            </a:r>
            <a:r>
              <a:rPr lang="en-AU" sz="2000" b="1">
                <a:solidFill>
                  <a:srgbClr val="FFFFFF"/>
                </a:solidFill>
              </a:rPr>
              <a:t>scheduling feasibility</a:t>
            </a:r>
            <a:r>
              <a:rPr lang="en-AU" sz="2000">
                <a:solidFill>
                  <a:srgbClr val="FFFFFF"/>
                </a:solidFill>
              </a:rPr>
              <a:t> and </a:t>
            </a:r>
            <a:r>
              <a:rPr lang="en-AU" sz="2000" b="1">
                <a:solidFill>
                  <a:srgbClr val="FFFFFF"/>
                </a:solidFill>
              </a:rPr>
              <a:t>financial feasibility</a:t>
            </a:r>
            <a:r>
              <a:rPr lang="en-AU" sz="2000">
                <a:solidFill>
                  <a:srgbClr val="FFFFFF"/>
                </a:solidFill>
              </a:rPr>
              <a:t>.</a:t>
            </a:r>
          </a:p>
        </p:txBody>
      </p:sp>
    </p:spTree>
    <p:extLst>
      <p:ext uri="{BB962C8B-B14F-4D97-AF65-F5344CB8AC3E}">
        <p14:creationId xmlns:p14="http://schemas.microsoft.com/office/powerpoint/2010/main" val="416028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c 16">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90A4C1-3860-EA7D-E79F-54CBFECC25AE}"/>
              </a:ext>
            </a:extLst>
          </p:cNvPr>
          <p:cNvSpPr>
            <a:spLocks noGrp="1"/>
          </p:cNvSpPr>
          <p:nvPr>
            <p:ph type="title"/>
          </p:nvPr>
        </p:nvSpPr>
        <p:spPr>
          <a:xfrm>
            <a:off x="838200" y="643467"/>
            <a:ext cx="2951205" cy="5571066"/>
          </a:xfrm>
        </p:spPr>
        <p:txBody>
          <a:bodyPr>
            <a:normAutofit/>
          </a:bodyPr>
          <a:lstStyle/>
          <a:p>
            <a:r>
              <a:rPr lang="en-AU">
                <a:solidFill>
                  <a:srgbClr val="FFFFFF"/>
                </a:solidFill>
              </a:rPr>
              <a:t>1.1.2 </a:t>
            </a:r>
            <a:r>
              <a:rPr lang="en-AU" b="1">
                <a:solidFill>
                  <a:srgbClr val="FFFFFF"/>
                </a:solidFill>
              </a:rPr>
              <a:t>Scheduling Feasibility</a:t>
            </a:r>
            <a:endParaRPr lang="en-AU">
              <a:solidFill>
                <a:srgbClr val="FFFFFF"/>
              </a:solidFill>
            </a:endParaRPr>
          </a:p>
        </p:txBody>
      </p:sp>
      <p:sp>
        <p:nvSpPr>
          <p:cNvPr id="18" name="Rectangle: Rounded Corners 13">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587E9A-760A-66EE-2D50-AD3464AC14EE}"/>
              </a:ext>
            </a:extLst>
          </p:cNvPr>
          <p:cNvGraphicFramePr>
            <a:graphicFrameLocks noGrp="1"/>
          </p:cNvGraphicFramePr>
          <p:nvPr>
            <p:ph idx="1"/>
            <p:extLst>
              <p:ext uri="{D42A27DB-BD31-4B8C-83A1-F6EECF244321}">
                <p14:modId xmlns:p14="http://schemas.microsoft.com/office/powerpoint/2010/main" val="2629934755"/>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1206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26613-13AF-37F1-C66A-F4D248ADC6D6}"/>
              </a:ext>
            </a:extLst>
          </p:cNvPr>
          <p:cNvSpPr>
            <a:spLocks noGrp="1"/>
          </p:cNvSpPr>
          <p:nvPr>
            <p:ph type="title"/>
          </p:nvPr>
        </p:nvSpPr>
        <p:spPr>
          <a:xfrm>
            <a:off x="686834" y="1153572"/>
            <a:ext cx="3200400" cy="4461163"/>
          </a:xfrm>
        </p:spPr>
        <p:txBody>
          <a:bodyPr>
            <a:normAutofit/>
          </a:bodyPr>
          <a:lstStyle/>
          <a:p>
            <a:r>
              <a:rPr lang="en-AU">
                <a:solidFill>
                  <a:srgbClr val="FFFFFF"/>
                </a:solidFill>
              </a:rPr>
              <a:t>1.1.2 Financial Feasibility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D222338-3EB0-1606-9162-1252FCCE2B16}"/>
              </a:ext>
            </a:extLst>
          </p:cNvPr>
          <p:cNvSpPr>
            <a:spLocks noGrp="1"/>
          </p:cNvSpPr>
          <p:nvPr>
            <p:ph idx="1"/>
          </p:nvPr>
        </p:nvSpPr>
        <p:spPr>
          <a:xfrm>
            <a:off x="4447308" y="591344"/>
            <a:ext cx="6906491" cy="5585619"/>
          </a:xfrm>
        </p:spPr>
        <p:txBody>
          <a:bodyPr anchor="ctr">
            <a:normAutofit/>
          </a:bodyPr>
          <a:lstStyle/>
          <a:p>
            <a:pPr marL="0" indent="0">
              <a:buNone/>
            </a:pPr>
            <a:r>
              <a:rPr lang="en-AU" sz="2200" b="1"/>
              <a:t>Financial Feasibility</a:t>
            </a:r>
          </a:p>
          <a:p>
            <a:r>
              <a:rPr lang="en-AU" sz="2200"/>
              <a:t>Financial feasibility examines whether the project can be completed within budget. This includes considering the cost of:</a:t>
            </a:r>
          </a:p>
          <a:p>
            <a:r>
              <a:rPr lang="en-AU" sz="2200"/>
              <a:t>software licenses</a:t>
            </a:r>
          </a:p>
          <a:p>
            <a:r>
              <a:rPr lang="en-AU" sz="2200"/>
              <a:t>hardware</a:t>
            </a:r>
          </a:p>
          <a:p>
            <a:r>
              <a:rPr lang="en-AU" sz="2200"/>
              <a:t>hosting services</a:t>
            </a:r>
          </a:p>
          <a:p>
            <a:r>
              <a:rPr lang="en-AU" sz="2200"/>
              <a:t>APIs</a:t>
            </a:r>
          </a:p>
          <a:p>
            <a:r>
              <a:rPr lang="en-AU" sz="2200"/>
              <a:t>development time</a:t>
            </a:r>
          </a:p>
          <a:p>
            <a:pPr marL="0" indent="0">
              <a:buNone/>
            </a:pPr>
            <a:r>
              <a:rPr lang="en-AU" sz="2200" b="1"/>
              <a:t>Example</a:t>
            </a:r>
          </a:p>
          <a:p>
            <a:r>
              <a:rPr lang="en-AU" sz="2200"/>
              <a:t>A mobile app requiring a paid cloud database and subscription-based APIs may be financially infeasible for a school project. Choosing open-source tools or free alternatives may make the project viable.</a:t>
            </a:r>
          </a:p>
          <a:p>
            <a:pPr marL="0" indent="0">
              <a:buNone/>
            </a:pPr>
            <a:endParaRPr lang="en-AU" sz="2200"/>
          </a:p>
        </p:txBody>
      </p:sp>
    </p:spTree>
    <p:extLst>
      <p:ext uri="{BB962C8B-B14F-4D97-AF65-F5344CB8AC3E}">
        <p14:creationId xmlns:p14="http://schemas.microsoft.com/office/powerpoint/2010/main" val="3940062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olled blueprint designs">
            <a:extLst>
              <a:ext uri="{FF2B5EF4-FFF2-40B4-BE49-F238E27FC236}">
                <a16:creationId xmlns:a16="http://schemas.microsoft.com/office/drawing/2014/main" id="{3A9D2883-9A24-AE8A-80C9-39CD62B05E86}"/>
              </a:ext>
            </a:extLst>
          </p:cNvPr>
          <p:cNvPicPr>
            <a:picLocks noChangeAspect="1"/>
          </p:cNvPicPr>
          <p:nvPr/>
        </p:nvPicPr>
        <p:blipFill>
          <a:blip r:embed="rId2">
            <a:alphaModFix amt="35000"/>
          </a:blip>
          <a:srcRect t="5530" b="6922"/>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3D975DF-2132-5375-9A53-32B2FEC8702E}"/>
              </a:ext>
            </a:extLst>
          </p:cNvPr>
          <p:cNvSpPr>
            <a:spLocks noGrp="1"/>
          </p:cNvSpPr>
          <p:nvPr>
            <p:ph type="title"/>
          </p:nvPr>
        </p:nvSpPr>
        <p:spPr>
          <a:xfrm>
            <a:off x="838199" y="1065862"/>
            <a:ext cx="6052955" cy="4726276"/>
          </a:xfrm>
        </p:spPr>
        <p:txBody>
          <a:bodyPr>
            <a:normAutofit/>
          </a:bodyPr>
          <a:lstStyle/>
          <a:p>
            <a:pPr algn="r"/>
            <a:r>
              <a:rPr lang="en-AU" sz="6200">
                <a:ln w="22225">
                  <a:solidFill>
                    <a:srgbClr val="FFFFFF"/>
                  </a:solidFill>
                </a:ln>
                <a:noFill/>
              </a:rPr>
              <a:t>1.1.3 Generating Requirements Including Functionality and Performance</a:t>
            </a:r>
          </a:p>
        </p:txBody>
      </p:sp>
      <p:cxnSp>
        <p:nvCxnSpPr>
          <p:cNvPr id="21" name="Straight Connector 20">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439E5E8-9214-476D-BF99-DE8F68032C6F}"/>
              </a:ext>
            </a:extLst>
          </p:cNvPr>
          <p:cNvSpPr>
            <a:spLocks noGrp="1"/>
          </p:cNvSpPr>
          <p:nvPr>
            <p:ph idx="1"/>
          </p:nvPr>
        </p:nvSpPr>
        <p:spPr>
          <a:xfrm>
            <a:off x="7534641" y="1065862"/>
            <a:ext cx="3860002" cy="4726276"/>
          </a:xfrm>
        </p:spPr>
        <p:txBody>
          <a:bodyPr anchor="ctr">
            <a:normAutofit/>
          </a:bodyPr>
          <a:lstStyle/>
          <a:p>
            <a:pPr marL="0" indent="0">
              <a:buNone/>
            </a:pPr>
            <a:r>
              <a:rPr lang="en-AU" sz="2000">
                <a:solidFill>
                  <a:srgbClr val="FFFFFF"/>
                </a:solidFill>
              </a:rPr>
              <a:t>Requirements describe </a:t>
            </a:r>
            <a:r>
              <a:rPr lang="en-AU" sz="2000" b="1">
                <a:solidFill>
                  <a:srgbClr val="FFFFFF"/>
                </a:solidFill>
              </a:rPr>
              <a:t>what the system must achieve</a:t>
            </a:r>
            <a:r>
              <a:rPr lang="en-AU" sz="2000">
                <a:solidFill>
                  <a:srgbClr val="FFFFFF"/>
                </a:solidFill>
              </a:rPr>
              <a:t> and form the basis for design, development, and testing.</a:t>
            </a:r>
          </a:p>
        </p:txBody>
      </p:sp>
    </p:spTree>
    <p:extLst>
      <p:ext uri="{BB962C8B-B14F-4D97-AF65-F5344CB8AC3E}">
        <p14:creationId xmlns:p14="http://schemas.microsoft.com/office/powerpoint/2010/main" val="117921241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93CD66-EBF0-32CD-5773-C7E3928E2A8E}"/>
              </a:ext>
            </a:extLst>
          </p:cNvPr>
          <p:cNvSpPr>
            <a:spLocks noGrp="1"/>
          </p:cNvSpPr>
          <p:nvPr>
            <p:ph type="title"/>
          </p:nvPr>
        </p:nvSpPr>
        <p:spPr>
          <a:xfrm>
            <a:off x="686834" y="1153572"/>
            <a:ext cx="3200400" cy="4461163"/>
          </a:xfrm>
        </p:spPr>
        <p:txBody>
          <a:bodyPr>
            <a:normAutofit/>
          </a:bodyPr>
          <a:lstStyle/>
          <a:p>
            <a:r>
              <a:rPr lang="en-AU" sz="4100">
                <a:solidFill>
                  <a:srgbClr val="FFFFFF"/>
                </a:solidFill>
              </a:rPr>
              <a:t>1.1.3 Functional Requirements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2DC3D6F0-BDD5-021D-F96F-C74B1115C440}"/>
              </a:ext>
            </a:extLst>
          </p:cNvPr>
          <p:cNvSpPr>
            <a:spLocks noGrp="1"/>
          </p:cNvSpPr>
          <p:nvPr>
            <p:ph idx="1"/>
          </p:nvPr>
        </p:nvSpPr>
        <p:spPr>
          <a:xfrm>
            <a:off x="4447308" y="591344"/>
            <a:ext cx="6906491" cy="5585619"/>
          </a:xfrm>
        </p:spPr>
        <p:txBody>
          <a:bodyPr anchor="ctr">
            <a:normAutofit/>
          </a:bodyPr>
          <a:lstStyle/>
          <a:p>
            <a:pPr marL="0" indent="0">
              <a:buNone/>
            </a:pPr>
            <a:r>
              <a:rPr lang="en-AU" sz="2400"/>
              <a:t>Functional requirements define </a:t>
            </a:r>
            <a:r>
              <a:rPr lang="en-AU" sz="2400" b="1"/>
              <a:t>what the system must do</a:t>
            </a:r>
            <a:r>
              <a:rPr lang="en-AU" sz="2400"/>
              <a:t>. They describe specific features and behaviours of the system from a user’s perspective.</a:t>
            </a:r>
          </a:p>
          <a:p>
            <a:pPr marL="0" indent="0">
              <a:buNone/>
            </a:pPr>
            <a:r>
              <a:rPr lang="en-AU" sz="2400" b="1"/>
              <a:t>Examples of functional requirements:</a:t>
            </a:r>
          </a:p>
          <a:p>
            <a:r>
              <a:rPr lang="en-AU" sz="2400"/>
              <a:t>The system must allow users to create and log in to an account.</a:t>
            </a:r>
          </a:p>
          <a:p>
            <a:r>
              <a:rPr lang="en-AU" sz="2400"/>
              <a:t>The system must store student attendance records.</a:t>
            </a:r>
          </a:p>
          <a:p>
            <a:r>
              <a:rPr lang="en-AU" sz="2400"/>
              <a:t>The system must generate weekly attendance reports.</a:t>
            </a:r>
          </a:p>
          <a:p>
            <a:pPr marL="0" indent="0">
              <a:buNone/>
            </a:pPr>
            <a:r>
              <a:rPr lang="en-AU" sz="2400"/>
              <a:t>Functional requirements are usually written as clear, testable statements beginning with </a:t>
            </a:r>
            <a:r>
              <a:rPr lang="en-AU" sz="2400" i="1"/>
              <a:t>“The system must…”</a:t>
            </a:r>
            <a:r>
              <a:rPr lang="en-AU" sz="2400"/>
              <a:t>.</a:t>
            </a:r>
          </a:p>
          <a:p>
            <a:pPr marL="0" indent="0">
              <a:buNone/>
            </a:pPr>
            <a:endParaRPr lang="en-AU" sz="2400"/>
          </a:p>
        </p:txBody>
      </p:sp>
    </p:spTree>
    <p:extLst>
      <p:ext uri="{BB962C8B-B14F-4D97-AF65-F5344CB8AC3E}">
        <p14:creationId xmlns:p14="http://schemas.microsoft.com/office/powerpoint/2010/main" val="2404068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C1F8E0-1EF0-F8F1-001C-B0AE39DDF5FA}"/>
              </a:ext>
            </a:extLst>
          </p:cNvPr>
          <p:cNvSpPr>
            <a:spLocks noGrp="1"/>
          </p:cNvSpPr>
          <p:nvPr>
            <p:ph type="title"/>
          </p:nvPr>
        </p:nvSpPr>
        <p:spPr>
          <a:xfrm>
            <a:off x="686834" y="1153572"/>
            <a:ext cx="3200400" cy="4461163"/>
          </a:xfrm>
        </p:spPr>
        <p:txBody>
          <a:bodyPr>
            <a:normAutofit/>
          </a:bodyPr>
          <a:lstStyle/>
          <a:p>
            <a:r>
              <a:rPr lang="en-AU" sz="4100">
                <a:solidFill>
                  <a:srgbClr val="FFFFFF"/>
                </a:solidFill>
              </a:rPr>
              <a:t>1.1.3 Performance (Non-Functional) Requirements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B437B76-E6A4-8D3C-01BC-C032289BE78B}"/>
              </a:ext>
            </a:extLst>
          </p:cNvPr>
          <p:cNvSpPr>
            <a:spLocks noGrp="1"/>
          </p:cNvSpPr>
          <p:nvPr>
            <p:ph idx="1"/>
          </p:nvPr>
        </p:nvSpPr>
        <p:spPr>
          <a:xfrm>
            <a:off x="4447308" y="591344"/>
            <a:ext cx="6906491" cy="5585619"/>
          </a:xfrm>
        </p:spPr>
        <p:txBody>
          <a:bodyPr anchor="ctr">
            <a:normAutofit/>
          </a:bodyPr>
          <a:lstStyle/>
          <a:p>
            <a:pPr marL="0" indent="0">
              <a:buNone/>
            </a:pPr>
            <a:r>
              <a:rPr lang="en-AU" sz="2600" dirty="0"/>
              <a:t>Performance requirements describe </a:t>
            </a:r>
            <a:r>
              <a:rPr lang="en-AU" sz="2600" b="1" dirty="0"/>
              <a:t>how well the system must operate</a:t>
            </a:r>
            <a:r>
              <a:rPr lang="en-AU" sz="2600" dirty="0"/>
              <a:t> rather than what it does. These requirements focus on quality, efficiency, and reliability.</a:t>
            </a:r>
          </a:p>
          <a:p>
            <a:pPr marL="0" indent="0">
              <a:buNone/>
            </a:pPr>
            <a:r>
              <a:rPr lang="en-AU" sz="2600" b="1" dirty="0"/>
              <a:t>Examples of performance requirements:</a:t>
            </a:r>
          </a:p>
          <a:p>
            <a:r>
              <a:rPr lang="en-AU" sz="2600" dirty="0"/>
              <a:t>The system must load pages within two seconds.</a:t>
            </a:r>
          </a:p>
          <a:p>
            <a:r>
              <a:rPr lang="en-AU" sz="2600" dirty="0"/>
              <a:t>The system must handle up to 500 concurrent users.</a:t>
            </a:r>
          </a:p>
          <a:p>
            <a:r>
              <a:rPr lang="en-AU" sz="2600" dirty="0"/>
              <a:t>All stored data must be encrypted for security.</a:t>
            </a:r>
          </a:p>
          <a:p>
            <a:r>
              <a:rPr lang="en-AU" sz="2600" dirty="0"/>
              <a:t>The system must be accessible to users with visual impairments.</a:t>
            </a:r>
          </a:p>
          <a:p>
            <a:pPr marL="0" indent="0">
              <a:buNone/>
            </a:pPr>
            <a:endParaRPr lang="en-AU" sz="2600" dirty="0"/>
          </a:p>
        </p:txBody>
      </p:sp>
    </p:spTree>
    <p:extLst>
      <p:ext uri="{BB962C8B-B14F-4D97-AF65-F5344CB8AC3E}">
        <p14:creationId xmlns:p14="http://schemas.microsoft.com/office/powerpoint/2010/main" val="2051840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5087AD0-EC35-66E8-5451-42D2A57D2226}"/>
              </a:ext>
            </a:extLst>
          </p:cNvPr>
          <p:cNvSpPr>
            <a:spLocks noGrp="1"/>
          </p:cNvSpPr>
          <p:nvPr>
            <p:ph type="title"/>
          </p:nvPr>
        </p:nvSpPr>
        <p:spPr>
          <a:xfrm>
            <a:off x="838200" y="365125"/>
            <a:ext cx="10515600" cy="1325563"/>
          </a:xfrm>
        </p:spPr>
        <p:txBody>
          <a:bodyPr>
            <a:normAutofit/>
          </a:bodyPr>
          <a:lstStyle/>
          <a:p>
            <a:r>
              <a:rPr lang="en-AU"/>
              <a:t>1.1.3 Compare and Contrast</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08596B8-F94A-D62D-3C60-3BFC5B403FF2}"/>
              </a:ext>
            </a:extLst>
          </p:cNvPr>
          <p:cNvSpPr>
            <a:spLocks noGrp="1"/>
          </p:cNvSpPr>
          <p:nvPr>
            <p:ph idx="1"/>
          </p:nvPr>
        </p:nvSpPr>
        <p:spPr>
          <a:xfrm>
            <a:off x="838200" y="1825625"/>
            <a:ext cx="10515600" cy="4351338"/>
          </a:xfrm>
        </p:spPr>
        <p:txBody>
          <a:bodyPr>
            <a:normAutofit/>
          </a:bodyPr>
          <a:lstStyle/>
          <a:p>
            <a:pPr marL="0" indent="0" algn="just">
              <a:buNone/>
            </a:pPr>
            <a:r>
              <a:rPr lang="en-AU" sz="2600" dirty="0"/>
              <a:t>Functional and performance requirements address different aspects of a software system. </a:t>
            </a:r>
            <a:r>
              <a:rPr lang="en-AU" sz="2600" b="1" dirty="0"/>
              <a:t>Functional requirements</a:t>
            </a:r>
            <a:r>
              <a:rPr lang="en-AU" sz="2600" dirty="0"/>
              <a:t> describe </a:t>
            </a:r>
            <a:r>
              <a:rPr lang="en-AU" sz="2600" b="1" dirty="0"/>
              <a:t>what the system must do</a:t>
            </a:r>
            <a:r>
              <a:rPr lang="en-AU" sz="2600" dirty="0"/>
              <a:t>, such as allowing users to log in, record data, or generate reports. In contrast, </a:t>
            </a:r>
            <a:r>
              <a:rPr lang="en-AU" sz="2600" b="1" dirty="0"/>
              <a:t>performance requirements</a:t>
            </a:r>
            <a:r>
              <a:rPr lang="en-AU" sz="2600" dirty="0"/>
              <a:t> describe </a:t>
            </a:r>
            <a:r>
              <a:rPr lang="en-AU" sz="2600" b="1" dirty="0"/>
              <a:t>how well the system must operate</a:t>
            </a:r>
            <a:r>
              <a:rPr lang="en-AU" sz="2600" dirty="0"/>
              <a:t>, including factors such as speed, reliability, security, and scalability. For example, while an attendance system must allow teachers to record attendance (functional), it may also be required to load within two seconds and securely protect student data (performance). Together, functional requirements ensure the system works correctly, while performance requirements ensure it works effectively and to an acceptable standard.</a:t>
            </a:r>
          </a:p>
        </p:txBody>
      </p:sp>
    </p:spTree>
    <p:extLst>
      <p:ext uri="{BB962C8B-B14F-4D97-AF65-F5344CB8AC3E}">
        <p14:creationId xmlns:p14="http://schemas.microsoft.com/office/powerpoint/2010/main" val="2749664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DE88C5-3A83-C15B-B46D-50225AF4EFF6}"/>
              </a:ext>
            </a:extLst>
          </p:cNvPr>
          <p:cNvSpPr>
            <a:spLocks noGrp="1"/>
          </p:cNvSpPr>
          <p:nvPr>
            <p:ph type="title"/>
          </p:nvPr>
        </p:nvSpPr>
        <p:spPr>
          <a:xfrm>
            <a:off x="2187363" y="1671569"/>
            <a:ext cx="5801917" cy="2228760"/>
          </a:xfrm>
        </p:spPr>
        <p:txBody>
          <a:bodyPr anchor="b">
            <a:normAutofit/>
          </a:bodyPr>
          <a:lstStyle/>
          <a:p>
            <a:r>
              <a:rPr lang="en-AU" sz="4000"/>
              <a:t>1.1.4 defining data structures and data types</a:t>
            </a:r>
          </a:p>
        </p:txBody>
      </p:sp>
      <p:pic>
        <p:nvPicPr>
          <p:cNvPr id="7" name="Graphic 6" descr="Database Outline">
            <a:extLst>
              <a:ext uri="{FF2B5EF4-FFF2-40B4-BE49-F238E27FC236}">
                <a16:creationId xmlns:a16="http://schemas.microsoft.com/office/drawing/2014/main" id="{B9A852BF-F3D7-F06D-DB0B-36EC59C5C2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DF3EB795-F61C-7EF7-4F57-CFCAA8B177E1}"/>
              </a:ext>
            </a:extLst>
          </p:cNvPr>
          <p:cNvSpPr>
            <a:spLocks noGrp="1"/>
          </p:cNvSpPr>
          <p:nvPr>
            <p:ph idx="1"/>
          </p:nvPr>
        </p:nvSpPr>
        <p:spPr>
          <a:xfrm>
            <a:off x="2187364" y="4072044"/>
            <a:ext cx="5801917" cy="2057045"/>
          </a:xfrm>
        </p:spPr>
        <p:txBody>
          <a:bodyPr>
            <a:normAutofit/>
          </a:bodyPr>
          <a:lstStyle/>
          <a:p>
            <a:pPr marL="0" indent="0">
              <a:buNone/>
            </a:pPr>
            <a:r>
              <a:rPr lang="en-AU" sz="2000"/>
              <a:t>Defining data structures and data types ensures that data is stored efficiently, accurately, and securely.</a:t>
            </a:r>
          </a:p>
        </p:txBody>
      </p:sp>
      <p:pic>
        <p:nvPicPr>
          <p:cNvPr id="9" name="Graphic 8" descr="Database Outline">
            <a:extLst>
              <a:ext uri="{FF2B5EF4-FFF2-40B4-BE49-F238E27FC236}">
                <a16:creationId xmlns:a16="http://schemas.microsoft.com/office/drawing/2014/main" id="{8CE17881-7B4B-4731-8029-07E59DBCE6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10749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95136C-51E6-938F-D799-914B69317CEC}"/>
              </a:ext>
            </a:extLst>
          </p:cNvPr>
          <p:cNvSpPr>
            <a:spLocks noGrp="1"/>
          </p:cNvSpPr>
          <p:nvPr>
            <p:ph type="title"/>
          </p:nvPr>
        </p:nvSpPr>
        <p:spPr>
          <a:xfrm>
            <a:off x="686834" y="1153572"/>
            <a:ext cx="3200400" cy="4461163"/>
          </a:xfrm>
        </p:spPr>
        <p:txBody>
          <a:bodyPr>
            <a:normAutofit/>
          </a:bodyPr>
          <a:lstStyle/>
          <a:p>
            <a:r>
              <a:rPr lang="en-AU">
                <a:solidFill>
                  <a:srgbClr val="FFFFFF"/>
                </a:solidFill>
              </a:rPr>
              <a:t>1.1.4 Data Types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AC8219C-56A1-2A97-4236-75DDF4AF1BF4}"/>
              </a:ext>
            </a:extLst>
          </p:cNvPr>
          <p:cNvSpPr>
            <a:spLocks noGrp="1"/>
          </p:cNvSpPr>
          <p:nvPr>
            <p:ph idx="1"/>
          </p:nvPr>
        </p:nvSpPr>
        <p:spPr>
          <a:xfrm>
            <a:off x="4447308" y="591344"/>
            <a:ext cx="6906491" cy="5585619"/>
          </a:xfrm>
        </p:spPr>
        <p:txBody>
          <a:bodyPr anchor="ctr">
            <a:normAutofit/>
          </a:bodyPr>
          <a:lstStyle/>
          <a:p>
            <a:pPr>
              <a:buNone/>
            </a:pPr>
            <a:r>
              <a:rPr lang="en-AU"/>
              <a:t>A data type defines the </a:t>
            </a:r>
            <a:r>
              <a:rPr lang="en-AU" b="1"/>
              <a:t>kind of data</a:t>
            </a:r>
            <a:r>
              <a:rPr lang="en-AU"/>
              <a:t> that can be stored in a variable.</a:t>
            </a:r>
          </a:p>
          <a:p>
            <a:pPr>
              <a:buNone/>
            </a:pPr>
            <a:r>
              <a:rPr lang="en-AU"/>
              <a:t>Common data types include:</a:t>
            </a:r>
          </a:p>
          <a:p>
            <a:pPr>
              <a:buFont typeface="Arial" panose="020B0604020202020204" pitchFamily="34" charset="0"/>
              <a:buChar char="•"/>
            </a:pPr>
            <a:r>
              <a:rPr lang="en-AU"/>
              <a:t>Integer (e.g. number of absences)</a:t>
            </a:r>
          </a:p>
          <a:p>
            <a:pPr>
              <a:buFont typeface="Arial" panose="020B0604020202020204" pitchFamily="34" charset="0"/>
              <a:buChar char="•"/>
            </a:pPr>
            <a:r>
              <a:rPr lang="en-AU"/>
              <a:t>Boolean (e.g. present or absent)</a:t>
            </a:r>
          </a:p>
          <a:p>
            <a:pPr>
              <a:buFont typeface="Arial" panose="020B0604020202020204" pitchFamily="34" charset="0"/>
              <a:buChar char="•"/>
            </a:pPr>
            <a:r>
              <a:rPr lang="en-AU"/>
              <a:t>String (e.g. student name)</a:t>
            </a:r>
          </a:p>
          <a:p>
            <a:pPr>
              <a:buFont typeface="Arial" panose="020B0604020202020204" pitchFamily="34" charset="0"/>
              <a:buChar char="•"/>
            </a:pPr>
            <a:r>
              <a:rPr lang="en-AU"/>
              <a:t>Floating-point (e.g. attendance percentage)</a:t>
            </a:r>
          </a:p>
          <a:p>
            <a:pPr>
              <a:buFont typeface="Arial" panose="020B0604020202020204" pitchFamily="34" charset="0"/>
              <a:buChar char="•"/>
            </a:pPr>
            <a:r>
              <a:rPr lang="en-AU"/>
              <a:t>Date and time (e.g. attendance date)</a:t>
            </a:r>
          </a:p>
          <a:p>
            <a:endParaRPr lang="en-AU" dirty="0"/>
          </a:p>
        </p:txBody>
      </p:sp>
    </p:spTree>
    <p:extLst>
      <p:ext uri="{BB962C8B-B14F-4D97-AF65-F5344CB8AC3E}">
        <p14:creationId xmlns:p14="http://schemas.microsoft.com/office/powerpoint/2010/main" val="59588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414A22-52A7-6423-D933-D5B4CCED83E1}"/>
              </a:ext>
            </a:extLst>
          </p:cNvPr>
          <p:cNvSpPr>
            <a:spLocks noGrp="1"/>
          </p:cNvSpPr>
          <p:nvPr>
            <p:ph type="title"/>
          </p:nvPr>
        </p:nvSpPr>
        <p:spPr>
          <a:xfrm>
            <a:off x="686834" y="1153572"/>
            <a:ext cx="3200400" cy="4461163"/>
          </a:xfrm>
        </p:spPr>
        <p:txBody>
          <a:bodyPr>
            <a:normAutofit/>
          </a:bodyPr>
          <a:lstStyle/>
          <a:p>
            <a:r>
              <a:rPr lang="en-AU">
                <a:solidFill>
                  <a:srgbClr val="FFFFFF"/>
                </a:solidFill>
              </a:rPr>
              <a:t>1.1.4 Data Structures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77E702E-D124-32AA-B9D1-41C3433A36CA}"/>
              </a:ext>
            </a:extLst>
          </p:cNvPr>
          <p:cNvSpPr>
            <a:spLocks noGrp="1"/>
          </p:cNvSpPr>
          <p:nvPr>
            <p:ph idx="1"/>
          </p:nvPr>
        </p:nvSpPr>
        <p:spPr>
          <a:xfrm>
            <a:off x="4447308" y="591344"/>
            <a:ext cx="6906491" cy="5585619"/>
          </a:xfrm>
        </p:spPr>
        <p:txBody>
          <a:bodyPr anchor="ctr">
            <a:normAutofit/>
          </a:bodyPr>
          <a:lstStyle/>
          <a:p>
            <a:pPr>
              <a:buNone/>
            </a:pPr>
            <a:r>
              <a:rPr lang="en-AU" sz="2400"/>
              <a:t>A data structure defines </a:t>
            </a:r>
            <a:r>
              <a:rPr lang="en-AU" sz="2400" b="1"/>
              <a:t>how data is organised</a:t>
            </a:r>
            <a:r>
              <a:rPr lang="en-AU" sz="2400"/>
              <a:t> within the system.</a:t>
            </a:r>
          </a:p>
          <a:p>
            <a:pPr>
              <a:buNone/>
            </a:pPr>
            <a:r>
              <a:rPr lang="en-AU" sz="2400"/>
              <a:t>Common data structures include:</a:t>
            </a:r>
          </a:p>
          <a:p>
            <a:pPr>
              <a:buFont typeface="Arial" panose="020B0604020202020204" pitchFamily="34" charset="0"/>
              <a:buChar char="•"/>
            </a:pPr>
            <a:r>
              <a:rPr lang="en-AU" sz="2400"/>
              <a:t>arrays or lists for storing multiple values</a:t>
            </a:r>
          </a:p>
          <a:p>
            <a:pPr>
              <a:buFont typeface="Arial" panose="020B0604020202020204" pitchFamily="34" charset="0"/>
              <a:buChar char="•"/>
            </a:pPr>
            <a:r>
              <a:rPr lang="en-AU" sz="2400"/>
              <a:t>records for grouping related data</a:t>
            </a:r>
          </a:p>
          <a:p>
            <a:pPr>
              <a:buFont typeface="Arial" panose="020B0604020202020204" pitchFamily="34" charset="0"/>
              <a:buChar char="•"/>
            </a:pPr>
            <a:r>
              <a:rPr lang="en-AU" sz="2400"/>
              <a:t>files or databases for long-term storage</a:t>
            </a:r>
          </a:p>
          <a:p>
            <a:pPr>
              <a:buNone/>
            </a:pPr>
            <a:r>
              <a:rPr lang="en-AU" sz="2400" b="1"/>
              <a:t>Example</a:t>
            </a:r>
          </a:p>
          <a:p>
            <a:pPr>
              <a:buNone/>
            </a:pPr>
            <a:r>
              <a:rPr lang="en-AU" sz="2400"/>
              <a:t>In an attendance system:</a:t>
            </a:r>
          </a:p>
          <a:p>
            <a:pPr>
              <a:buFont typeface="Arial" panose="020B0604020202020204" pitchFamily="34" charset="0"/>
              <a:buChar char="•"/>
            </a:pPr>
            <a:r>
              <a:rPr lang="en-AU" sz="2400"/>
              <a:t>each student may be stored as a </a:t>
            </a:r>
            <a:r>
              <a:rPr lang="en-AU" sz="2400" b="1"/>
              <a:t>record</a:t>
            </a:r>
            <a:endParaRPr lang="en-AU" sz="2400"/>
          </a:p>
          <a:p>
            <a:pPr>
              <a:buFont typeface="Arial" panose="020B0604020202020204" pitchFamily="34" charset="0"/>
              <a:buChar char="•"/>
            </a:pPr>
            <a:r>
              <a:rPr lang="en-AU" sz="2400"/>
              <a:t>the class may be stored as an </a:t>
            </a:r>
            <a:r>
              <a:rPr lang="en-AU" sz="2400" b="1"/>
              <a:t>array of student records</a:t>
            </a:r>
            <a:endParaRPr lang="en-AU" sz="2400"/>
          </a:p>
          <a:p>
            <a:pPr>
              <a:buFont typeface="Arial" panose="020B0604020202020204" pitchFamily="34" charset="0"/>
              <a:buChar char="•"/>
            </a:pPr>
            <a:r>
              <a:rPr lang="en-AU" sz="2400"/>
              <a:t>attendance data may be stored in a </a:t>
            </a:r>
            <a:r>
              <a:rPr lang="en-AU" sz="2400" b="1"/>
              <a:t>database table</a:t>
            </a:r>
            <a:endParaRPr lang="en-AU" sz="2400"/>
          </a:p>
        </p:txBody>
      </p:sp>
    </p:spTree>
    <p:extLst>
      <p:ext uri="{BB962C8B-B14F-4D97-AF65-F5344CB8AC3E}">
        <p14:creationId xmlns:p14="http://schemas.microsoft.com/office/powerpoint/2010/main" val="608200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0A409F-01CA-BF56-1CEC-582F08C689A0}"/>
              </a:ext>
            </a:extLst>
          </p:cNvPr>
          <p:cNvSpPr>
            <a:spLocks noGrp="1"/>
          </p:cNvSpPr>
          <p:nvPr>
            <p:ph type="title"/>
          </p:nvPr>
        </p:nvSpPr>
        <p:spPr>
          <a:xfrm>
            <a:off x="686834" y="1153572"/>
            <a:ext cx="3200400" cy="4461163"/>
          </a:xfrm>
        </p:spPr>
        <p:txBody>
          <a:bodyPr>
            <a:normAutofit/>
          </a:bodyPr>
          <a:lstStyle/>
          <a:p>
            <a:r>
              <a:rPr lang="en-AU">
                <a:solidFill>
                  <a:srgbClr val="FFFFFF"/>
                </a:solidFill>
              </a:rPr>
              <a:t>1.1.4 Tool: Data Dictionary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65D80F2-A73A-625A-718A-4B41D19B31FB}"/>
              </a:ext>
            </a:extLst>
          </p:cNvPr>
          <p:cNvSpPr>
            <a:spLocks noGrp="1"/>
          </p:cNvSpPr>
          <p:nvPr>
            <p:ph idx="1"/>
          </p:nvPr>
        </p:nvSpPr>
        <p:spPr>
          <a:xfrm>
            <a:off x="4447308" y="591344"/>
            <a:ext cx="6906491" cy="5585619"/>
          </a:xfrm>
        </p:spPr>
        <p:txBody>
          <a:bodyPr anchor="ctr">
            <a:normAutofit/>
          </a:bodyPr>
          <a:lstStyle/>
          <a:p>
            <a:pPr marL="0" indent="0">
              <a:buNone/>
            </a:pPr>
            <a:r>
              <a:rPr lang="en-AU" dirty="0"/>
              <a:t>A data dictionary documents each data item, including its name, data type, size, purpose, and validation rules. This improves consistency and reduces errors during development.</a:t>
            </a:r>
          </a:p>
        </p:txBody>
      </p:sp>
    </p:spTree>
    <p:extLst>
      <p:ext uri="{BB962C8B-B14F-4D97-AF65-F5344CB8AC3E}">
        <p14:creationId xmlns:p14="http://schemas.microsoft.com/office/powerpoint/2010/main" val="1261048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view of a track and field lane in the dark">
            <a:extLst>
              <a:ext uri="{FF2B5EF4-FFF2-40B4-BE49-F238E27FC236}">
                <a16:creationId xmlns:a16="http://schemas.microsoft.com/office/drawing/2014/main" id="{2658B20D-C884-2A93-6684-0CE40D5B49AE}"/>
              </a:ext>
            </a:extLst>
          </p:cNvPr>
          <p:cNvPicPr>
            <a:picLocks noChangeAspect="1"/>
          </p:cNvPicPr>
          <p:nvPr/>
        </p:nvPicPr>
        <p:blipFill>
          <a:blip r:embed="rId2"/>
          <a:srcRect t="15730"/>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ED67C2-24BA-A9BA-C3CC-6E33B92D1E90}"/>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1.1.5 </a:t>
            </a:r>
            <a:r>
              <a:rPr lang="en-US" sz="5200" b="1">
                <a:solidFill>
                  <a:srgbClr val="FFFFFF"/>
                </a:solidFill>
              </a:rPr>
              <a:t>Defining Boundaries</a:t>
            </a:r>
            <a:endParaRPr lang="en-US" sz="5200">
              <a:solidFill>
                <a:srgbClr val="FFFFFF"/>
              </a:solidFill>
            </a:endParaRPr>
          </a:p>
        </p:txBody>
      </p:sp>
    </p:spTree>
    <p:extLst>
      <p:ext uri="{BB962C8B-B14F-4D97-AF65-F5344CB8AC3E}">
        <p14:creationId xmlns:p14="http://schemas.microsoft.com/office/powerpoint/2010/main" val="462809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Person watching empty phone">
            <a:extLst>
              <a:ext uri="{FF2B5EF4-FFF2-40B4-BE49-F238E27FC236}">
                <a16:creationId xmlns:a16="http://schemas.microsoft.com/office/drawing/2014/main" id="{C10A2737-A84E-AB95-784F-8027856A0618}"/>
              </a:ext>
            </a:extLst>
          </p:cNvPr>
          <p:cNvPicPr>
            <a:picLocks noChangeAspect="1"/>
          </p:cNvPicPr>
          <p:nvPr/>
        </p:nvPicPr>
        <p:blipFill>
          <a:blip r:embed="rId2">
            <a:alphaModFix amt="35000"/>
          </a:blip>
          <a:srcRect t="15464" b="26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721E92F-DEC5-DD36-C3BC-F44E9762CCFC}"/>
              </a:ext>
            </a:extLst>
          </p:cNvPr>
          <p:cNvSpPr>
            <a:spLocks noGrp="1"/>
          </p:cNvSpPr>
          <p:nvPr>
            <p:ph type="title"/>
          </p:nvPr>
        </p:nvSpPr>
        <p:spPr>
          <a:xfrm>
            <a:off x="838200" y="365125"/>
            <a:ext cx="10515600" cy="1325563"/>
          </a:xfrm>
        </p:spPr>
        <p:txBody>
          <a:bodyPr>
            <a:normAutofit/>
          </a:bodyPr>
          <a:lstStyle/>
          <a:p>
            <a:r>
              <a:rPr lang="en-AU">
                <a:solidFill>
                  <a:srgbClr val="FFFFFF"/>
                </a:solidFill>
              </a:rPr>
              <a:t>1.1.5 Boundaries</a:t>
            </a:r>
          </a:p>
        </p:txBody>
      </p:sp>
      <p:sp>
        <p:nvSpPr>
          <p:cNvPr id="3" name="Content Placeholder 2">
            <a:extLst>
              <a:ext uri="{FF2B5EF4-FFF2-40B4-BE49-F238E27FC236}">
                <a16:creationId xmlns:a16="http://schemas.microsoft.com/office/drawing/2014/main" id="{B4DA4CF5-7530-1473-247C-D426F5D673AF}"/>
              </a:ext>
            </a:extLst>
          </p:cNvPr>
          <p:cNvSpPr>
            <a:spLocks noGrp="1"/>
          </p:cNvSpPr>
          <p:nvPr>
            <p:ph idx="1"/>
          </p:nvPr>
        </p:nvSpPr>
        <p:spPr>
          <a:xfrm>
            <a:off x="586153" y="1324708"/>
            <a:ext cx="11031415" cy="5168167"/>
          </a:xfrm>
        </p:spPr>
        <p:txBody>
          <a:bodyPr>
            <a:normAutofit fontScale="92500" lnSpcReduction="10000"/>
          </a:bodyPr>
          <a:lstStyle/>
          <a:p>
            <a:pPr>
              <a:buNone/>
            </a:pPr>
            <a:r>
              <a:rPr lang="en-AU" sz="2400">
                <a:solidFill>
                  <a:srgbClr val="FFFFFF"/>
                </a:solidFill>
              </a:rPr>
              <a:t>Defining boundaries involves clearly stating </a:t>
            </a:r>
            <a:r>
              <a:rPr lang="en-AU" sz="2400" b="1">
                <a:solidFill>
                  <a:srgbClr val="FFFFFF"/>
                </a:solidFill>
              </a:rPr>
              <a:t>what the system will and will not do</a:t>
            </a:r>
            <a:r>
              <a:rPr lang="en-AU" sz="2400">
                <a:solidFill>
                  <a:srgbClr val="FFFFFF"/>
                </a:solidFill>
              </a:rPr>
              <a:t>. Boundaries establish the </a:t>
            </a:r>
            <a:r>
              <a:rPr lang="en-AU" sz="2400" b="1">
                <a:solidFill>
                  <a:srgbClr val="FFFFFF"/>
                </a:solidFill>
              </a:rPr>
              <a:t>scope</a:t>
            </a:r>
            <a:r>
              <a:rPr lang="en-AU" sz="2400">
                <a:solidFill>
                  <a:srgbClr val="FFFFFF"/>
                </a:solidFill>
              </a:rPr>
              <a:t> of the project and prevent unnecessary expansion of features.</a:t>
            </a:r>
          </a:p>
          <a:p>
            <a:pPr>
              <a:buNone/>
            </a:pPr>
            <a:r>
              <a:rPr lang="en-AU" sz="2400">
                <a:solidFill>
                  <a:srgbClr val="FFFFFF"/>
                </a:solidFill>
              </a:rPr>
              <a:t>Boundaries help:</a:t>
            </a:r>
          </a:p>
          <a:p>
            <a:pPr>
              <a:buFont typeface="Arial" panose="020B0604020202020204" pitchFamily="34" charset="0"/>
              <a:buChar char="•"/>
            </a:pPr>
            <a:r>
              <a:rPr lang="en-AU" sz="2400">
                <a:solidFill>
                  <a:srgbClr val="FFFFFF"/>
                </a:solidFill>
              </a:rPr>
              <a:t>manage stakeholder expectations</a:t>
            </a:r>
          </a:p>
          <a:p>
            <a:pPr>
              <a:buFont typeface="Arial" panose="020B0604020202020204" pitchFamily="34" charset="0"/>
              <a:buChar char="•"/>
            </a:pPr>
            <a:r>
              <a:rPr lang="en-AU" sz="2400">
                <a:solidFill>
                  <a:srgbClr val="FFFFFF"/>
                </a:solidFill>
              </a:rPr>
              <a:t>prevent scope creep</a:t>
            </a:r>
          </a:p>
          <a:p>
            <a:pPr>
              <a:buFont typeface="Arial" panose="020B0604020202020204" pitchFamily="34" charset="0"/>
              <a:buChar char="•"/>
            </a:pPr>
            <a:r>
              <a:rPr lang="en-AU" sz="2400">
                <a:solidFill>
                  <a:srgbClr val="FFFFFF"/>
                </a:solidFill>
              </a:rPr>
              <a:t>simplify testing and evaluation</a:t>
            </a:r>
          </a:p>
          <a:p>
            <a:pPr>
              <a:buNone/>
            </a:pPr>
            <a:r>
              <a:rPr lang="en-AU" sz="2400" b="1">
                <a:solidFill>
                  <a:srgbClr val="FFFFFF"/>
                </a:solidFill>
              </a:rPr>
              <a:t>Examples of Boundaries</a:t>
            </a:r>
          </a:p>
          <a:p>
            <a:pPr>
              <a:buFont typeface="Arial" panose="020B0604020202020204" pitchFamily="34" charset="0"/>
              <a:buChar char="•"/>
            </a:pPr>
            <a:r>
              <a:rPr lang="en-AU" sz="2400">
                <a:solidFill>
                  <a:srgbClr val="FFFFFF"/>
                </a:solidFill>
              </a:rPr>
              <a:t>The system will record attendance but will not generate payroll reports.</a:t>
            </a:r>
          </a:p>
          <a:p>
            <a:pPr>
              <a:buFont typeface="Arial" panose="020B0604020202020204" pitchFamily="34" charset="0"/>
              <a:buChar char="•"/>
            </a:pPr>
            <a:r>
              <a:rPr lang="en-AU" sz="2400">
                <a:solidFill>
                  <a:srgbClr val="FFFFFF"/>
                </a:solidFill>
              </a:rPr>
              <a:t>The system will store data locally but will not integrate with external government databases.</a:t>
            </a:r>
          </a:p>
          <a:p>
            <a:pPr>
              <a:buFont typeface="Arial" panose="020B0604020202020204" pitchFamily="34" charset="0"/>
              <a:buChar char="•"/>
            </a:pPr>
            <a:r>
              <a:rPr lang="en-AU" sz="2400">
                <a:solidFill>
                  <a:srgbClr val="FFFFFF"/>
                </a:solidFill>
              </a:rPr>
              <a:t>The system will be designed for desktop use only and not mobile devices.</a:t>
            </a:r>
          </a:p>
          <a:p>
            <a:pPr>
              <a:buNone/>
            </a:pPr>
            <a:r>
              <a:rPr lang="en-AU" sz="2400">
                <a:solidFill>
                  <a:srgbClr val="FFFFFF"/>
                </a:solidFill>
              </a:rPr>
              <a:t>Boundaries are often represented using </a:t>
            </a:r>
            <a:r>
              <a:rPr lang="en-AU" sz="2400" b="1">
                <a:solidFill>
                  <a:srgbClr val="FFFFFF"/>
                </a:solidFill>
              </a:rPr>
              <a:t>context diagrams</a:t>
            </a:r>
            <a:r>
              <a:rPr lang="en-AU" sz="2400">
                <a:solidFill>
                  <a:srgbClr val="FFFFFF"/>
                </a:solidFill>
              </a:rPr>
              <a:t> or </a:t>
            </a:r>
            <a:r>
              <a:rPr lang="en-AU" sz="2400" b="1">
                <a:solidFill>
                  <a:srgbClr val="FFFFFF"/>
                </a:solidFill>
              </a:rPr>
              <a:t>Level 0 data flow diagrams</a:t>
            </a:r>
            <a:r>
              <a:rPr lang="en-AU" sz="2400">
                <a:solidFill>
                  <a:srgbClr val="FFFFFF"/>
                </a:solidFill>
              </a:rPr>
              <a:t>, which show how the system interacts with external entities.</a:t>
            </a:r>
          </a:p>
        </p:txBody>
      </p:sp>
    </p:spTree>
    <p:extLst>
      <p:ext uri="{BB962C8B-B14F-4D97-AF65-F5344CB8AC3E}">
        <p14:creationId xmlns:p14="http://schemas.microsoft.com/office/powerpoint/2010/main" val="3522466381"/>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3E151B20-3486-77BA-728D-77F0A418B4DD}"/>
              </a:ext>
            </a:extLst>
          </p:cNvPr>
          <p:cNvPicPr>
            <a:picLocks noChangeAspect="1"/>
          </p:cNvPicPr>
          <p:nvPr/>
        </p:nvPicPr>
        <p:blipFill>
          <a:blip r:embed="rId2">
            <a:alphaModFix amt="35000"/>
          </a:blip>
          <a:srcRect t="9019" b="671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226DF1F-FEDC-2EB9-5580-FDA08F44CA0D}"/>
              </a:ext>
            </a:extLst>
          </p:cNvPr>
          <p:cNvSpPr>
            <a:spLocks noGrp="1"/>
          </p:cNvSpPr>
          <p:nvPr>
            <p:ph type="title"/>
          </p:nvPr>
        </p:nvSpPr>
        <p:spPr>
          <a:xfrm>
            <a:off x="838200" y="365125"/>
            <a:ext cx="10515600" cy="1325563"/>
          </a:xfrm>
        </p:spPr>
        <p:txBody>
          <a:bodyPr>
            <a:normAutofit/>
          </a:bodyPr>
          <a:lstStyle/>
          <a:p>
            <a:r>
              <a:rPr lang="en-AU">
                <a:solidFill>
                  <a:srgbClr val="FFFFFF"/>
                </a:solidFill>
              </a:rPr>
              <a:t>1.1 Why This Stage Is Critical</a:t>
            </a:r>
          </a:p>
        </p:txBody>
      </p:sp>
      <p:sp>
        <p:nvSpPr>
          <p:cNvPr id="3" name="Content Placeholder 2">
            <a:extLst>
              <a:ext uri="{FF2B5EF4-FFF2-40B4-BE49-F238E27FC236}">
                <a16:creationId xmlns:a16="http://schemas.microsoft.com/office/drawing/2014/main" id="{EF23659F-560A-9065-12FB-5BC8D242886D}"/>
              </a:ext>
            </a:extLst>
          </p:cNvPr>
          <p:cNvSpPr>
            <a:spLocks noGrp="1"/>
          </p:cNvSpPr>
          <p:nvPr>
            <p:ph idx="1"/>
          </p:nvPr>
        </p:nvSpPr>
        <p:spPr>
          <a:xfrm>
            <a:off x="838200" y="1825625"/>
            <a:ext cx="10515600" cy="4351338"/>
          </a:xfrm>
        </p:spPr>
        <p:txBody>
          <a:bodyPr>
            <a:normAutofit/>
          </a:bodyPr>
          <a:lstStyle/>
          <a:p>
            <a:pPr marL="0" indent="0">
              <a:buNone/>
            </a:pPr>
            <a:r>
              <a:rPr lang="en-AU" dirty="0">
                <a:solidFill>
                  <a:srgbClr val="FFFFFF"/>
                </a:solidFill>
              </a:rPr>
              <a:t>Clearly defining and analysing requirements ensures that:</a:t>
            </a:r>
          </a:p>
          <a:p>
            <a:r>
              <a:rPr lang="en-AU" dirty="0">
                <a:solidFill>
                  <a:srgbClr val="FFFFFF"/>
                </a:solidFill>
              </a:rPr>
              <a:t>the problem is fully understood before development begins</a:t>
            </a:r>
          </a:p>
          <a:p>
            <a:r>
              <a:rPr lang="en-AU" dirty="0">
                <a:solidFill>
                  <a:srgbClr val="FFFFFF"/>
                </a:solidFill>
              </a:rPr>
              <a:t>the solution is feasible within constraints</a:t>
            </a:r>
          </a:p>
          <a:p>
            <a:r>
              <a:rPr lang="en-AU" dirty="0">
                <a:solidFill>
                  <a:srgbClr val="FFFFFF"/>
                </a:solidFill>
              </a:rPr>
              <a:t>testing criteria are clearly established</a:t>
            </a:r>
          </a:p>
          <a:p>
            <a:r>
              <a:rPr lang="en-AU" dirty="0">
                <a:solidFill>
                  <a:srgbClr val="FFFFFF"/>
                </a:solidFill>
              </a:rPr>
              <a:t>the final software meets user and stakeholder needs</a:t>
            </a:r>
          </a:p>
          <a:p>
            <a:pPr marL="0" indent="0">
              <a:buNone/>
            </a:pPr>
            <a:r>
              <a:rPr lang="en-AU" dirty="0">
                <a:solidFill>
                  <a:srgbClr val="FFFFFF"/>
                </a:solidFill>
              </a:rPr>
              <a:t>Poorly defined requirements often lead to wasted development time, increased costs, and software that does not solve the intended problem.</a:t>
            </a:r>
          </a:p>
          <a:p>
            <a:pPr marL="0" indent="0">
              <a:buNone/>
            </a:pPr>
            <a:endParaRPr lang="en-AU" dirty="0">
              <a:solidFill>
                <a:srgbClr val="FFFFFF"/>
              </a:solidFill>
            </a:endParaRPr>
          </a:p>
        </p:txBody>
      </p:sp>
    </p:spTree>
    <p:extLst>
      <p:ext uri="{BB962C8B-B14F-4D97-AF65-F5344CB8AC3E}">
        <p14:creationId xmlns:p14="http://schemas.microsoft.com/office/powerpoint/2010/main" val="555974346"/>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4020DC27-70CA-4AAB-6023-2696D1D7E435}"/>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6AA45E4-3A2E-1AA7-B346-3FBDE4D1BA9C}"/>
              </a:ext>
            </a:extLst>
          </p:cNvPr>
          <p:cNvSpPr>
            <a:spLocks noGrp="1"/>
          </p:cNvSpPr>
          <p:nvPr>
            <p:ph type="title"/>
          </p:nvPr>
        </p:nvSpPr>
        <p:spPr>
          <a:xfrm>
            <a:off x="838200" y="365125"/>
            <a:ext cx="10515600" cy="1325563"/>
          </a:xfrm>
        </p:spPr>
        <p:txBody>
          <a:bodyPr>
            <a:normAutofit/>
          </a:bodyPr>
          <a:lstStyle/>
          <a:p>
            <a:r>
              <a:rPr lang="en-AU">
                <a:solidFill>
                  <a:srgbClr val="FFFFFF"/>
                </a:solidFill>
              </a:rPr>
              <a:t>1.1 Summary</a:t>
            </a:r>
          </a:p>
        </p:txBody>
      </p:sp>
      <p:sp>
        <p:nvSpPr>
          <p:cNvPr id="3" name="Content Placeholder 2">
            <a:extLst>
              <a:ext uri="{FF2B5EF4-FFF2-40B4-BE49-F238E27FC236}">
                <a16:creationId xmlns:a16="http://schemas.microsoft.com/office/drawing/2014/main" id="{A96EA110-C7C1-AD13-D1DE-97B7C2824AA7}"/>
              </a:ext>
            </a:extLst>
          </p:cNvPr>
          <p:cNvSpPr>
            <a:spLocks noGrp="1"/>
          </p:cNvSpPr>
          <p:nvPr>
            <p:ph idx="1"/>
          </p:nvPr>
        </p:nvSpPr>
        <p:spPr>
          <a:xfrm>
            <a:off x="838200" y="1825625"/>
            <a:ext cx="10515600" cy="4351338"/>
          </a:xfrm>
        </p:spPr>
        <p:txBody>
          <a:bodyPr>
            <a:normAutofit/>
          </a:bodyPr>
          <a:lstStyle/>
          <a:p>
            <a:pPr marL="0" indent="0" algn="just">
              <a:buNone/>
            </a:pPr>
            <a:r>
              <a:rPr lang="en-AU" dirty="0">
                <a:solidFill>
                  <a:srgbClr val="FFFFFF"/>
                </a:solidFill>
              </a:rPr>
              <a:t>Defining and analysing the requirements of a problem involves identifying the need or opportunity for a software solution, assessing whether the project is feasible within time and budget constraints, generating clear functional and performance requirements, defining appropriate data structures and data types, and establishing system boundaries. This process ensures that the software solution is purposeful, achievable, and aligned with stakeholder expectations, forming a strong foundation for effective design, development, and evaluation.</a:t>
            </a:r>
          </a:p>
        </p:txBody>
      </p:sp>
    </p:spTree>
    <p:extLst>
      <p:ext uri="{BB962C8B-B14F-4D97-AF65-F5344CB8AC3E}">
        <p14:creationId xmlns:p14="http://schemas.microsoft.com/office/powerpoint/2010/main" val="2889490529"/>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9CA3A-B893-3ECE-F242-B3A9B2C16593}"/>
              </a:ext>
            </a:extLst>
          </p:cNvPr>
          <p:cNvSpPr>
            <a:spLocks noGrp="1"/>
          </p:cNvSpPr>
          <p:nvPr>
            <p:ph type="title"/>
          </p:nvPr>
        </p:nvSpPr>
        <p:spPr>
          <a:xfrm>
            <a:off x="1371597" y="348865"/>
            <a:ext cx="10044023" cy="877729"/>
          </a:xfrm>
        </p:spPr>
        <p:txBody>
          <a:bodyPr anchor="ctr">
            <a:normAutofit/>
          </a:bodyPr>
          <a:lstStyle/>
          <a:p>
            <a:r>
              <a:rPr lang="en-AU" sz="3100">
                <a:solidFill>
                  <a:srgbClr val="FFFFFF"/>
                </a:solidFill>
              </a:rPr>
              <a:t>1.2 </a:t>
            </a:r>
            <a:r>
              <a:rPr lang="en-GB" altLang="zh-CN" sz="3100">
                <a:solidFill>
                  <a:srgbClr val="FFFFFF"/>
                </a:solidFill>
              </a:rPr>
              <a:t>Explore tools used to develop ideas and generate solutions</a:t>
            </a:r>
            <a:endParaRPr lang="en-AU" sz="3100">
              <a:solidFill>
                <a:srgbClr val="FFFFFF"/>
              </a:solidFill>
            </a:endParaRPr>
          </a:p>
        </p:txBody>
      </p:sp>
      <p:graphicFrame>
        <p:nvGraphicFramePr>
          <p:cNvPr id="5" name="Content Placeholder 2">
            <a:extLst>
              <a:ext uri="{FF2B5EF4-FFF2-40B4-BE49-F238E27FC236}">
                <a16:creationId xmlns:a16="http://schemas.microsoft.com/office/drawing/2014/main" id="{1DA14454-A839-2076-21ED-D18617771DFE}"/>
              </a:ext>
            </a:extLst>
          </p:cNvPr>
          <p:cNvGraphicFramePr>
            <a:graphicFrameLocks noGrp="1"/>
          </p:cNvGraphicFramePr>
          <p:nvPr>
            <p:ph idx="1"/>
            <p:extLst>
              <p:ext uri="{D42A27DB-BD31-4B8C-83A1-F6EECF244321}">
                <p14:modId xmlns:p14="http://schemas.microsoft.com/office/powerpoint/2010/main" val="379335260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3144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at the meeting desk">
            <a:extLst>
              <a:ext uri="{FF2B5EF4-FFF2-40B4-BE49-F238E27FC236}">
                <a16:creationId xmlns:a16="http://schemas.microsoft.com/office/drawing/2014/main" id="{B43C3103-B517-D67C-E8FC-358F673FC5DA}"/>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9F8CA2E-E717-F77D-4915-BCCB8459E9E7}"/>
              </a:ext>
            </a:extLst>
          </p:cNvPr>
          <p:cNvSpPr>
            <a:spLocks noGrp="1"/>
          </p:cNvSpPr>
          <p:nvPr>
            <p:ph type="title"/>
          </p:nvPr>
        </p:nvSpPr>
        <p:spPr>
          <a:xfrm>
            <a:off x="838200" y="365125"/>
            <a:ext cx="10515600" cy="1325563"/>
          </a:xfrm>
        </p:spPr>
        <p:txBody>
          <a:bodyPr>
            <a:normAutofit/>
          </a:bodyPr>
          <a:lstStyle/>
          <a:p>
            <a:r>
              <a:rPr lang="en-AU">
                <a:solidFill>
                  <a:srgbClr val="FFFFFF"/>
                </a:solidFill>
              </a:rPr>
              <a:t>1.2.1 </a:t>
            </a:r>
            <a:r>
              <a:rPr lang="en-AU" altLang="zh-CN">
                <a:solidFill>
                  <a:srgbClr val="FFFFFF"/>
                </a:solidFill>
              </a:rPr>
              <a:t>brainstorming, mind-mapping and storyboards</a:t>
            </a:r>
            <a:endParaRPr lang="en-AU">
              <a:solidFill>
                <a:srgbClr val="FFFFFF"/>
              </a:solidFill>
            </a:endParaRPr>
          </a:p>
        </p:txBody>
      </p:sp>
      <p:sp>
        <p:nvSpPr>
          <p:cNvPr id="3" name="Content Placeholder 2">
            <a:extLst>
              <a:ext uri="{FF2B5EF4-FFF2-40B4-BE49-F238E27FC236}">
                <a16:creationId xmlns:a16="http://schemas.microsoft.com/office/drawing/2014/main" id="{108D3B2D-A967-56A8-C822-B337A3C22424}"/>
              </a:ext>
            </a:extLst>
          </p:cNvPr>
          <p:cNvSpPr>
            <a:spLocks noGrp="1"/>
          </p:cNvSpPr>
          <p:nvPr>
            <p:ph idx="1"/>
          </p:nvPr>
        </p:nvSpPr>
        <p:spPr>
          <a:xfrm>
            <a:off x="838200" y="1825625"/>
            <a:ext cx="10515600" cy="4351338"/>
          </a:xfrm>
        </p:spPr>
        <p:txBody>
          <a:bodyPr>
            <a:normAutofit/>
          </a:bodyPr>
          <a:lstStyle/>
          <a:p>
            <a:r>
              <a:rPr lang="en-GB" altLang="zh-CN">
                <a:solidFill>
                  <a:srgbClr val="FFFFFF"/>
                </a:solidFill>
              </a:rPr>
              <a:t>Brainstorming, mind-mapping and storyboards are </a:t>
            </a:r>
            <a:r>
              <a:rPr lang="en-GB" altLang="zh-CN" b="1">
                <a:solidFill>
                  <a:srgbClr val="FFFFFF"/>
                </a:solidFill>
              </a:rPr>
              <a:t>concept development and visual planning tools</a:t>
            </a:r>
            <a:r>
              <a:rPr lang="en-GB" altLang="zh-CN">
                <a:solidFill>
                  <a:srgbClr val="FFFFFF"/>
                </a:solidFill>
              </a:rPr>
              <a:t> used to explore ideas, clarify requirements and propose potential software solutions </a:t>
            </a:r>
            <a:r>
              <a:rPr lang="en-GB" altLang="zh-CN" b="1">
                <a:solidFill>
                  <a:srgbClr val="FFFFFF"/>
                </a:solidFill>
              </a:rPr>
              <a:t>before technical design and coding begins</a:t>
            </a:r>
            <a:r>
              <a:rPr lang="en-GB" altLang="zh-CN">
                <a:solidFill>
                  <a:srgbClr val="FFFFFF"/>
                </a:solidFill>
              </a:rPr>
              <a:t>.</a:t>
            </a:r>
          </a:p>
          <a:p>
            <a:endParaRPr lang="en-AU">
              <a:solidFill>
                <a:srgbClr val="FFFFFF"/>
              </a:solidFill>
            </a:endParaRPr>
          </a:p>
        </p:txBody>
      </p:sp>
    </p:spTree>
    <p:extLst>
      <p:ext uri="{BB962C8B-B14F-4D97-AF65-F5344CB8AC3E}">
        <p14:creationId xmlns:p14="http://schemas.microsoft.com/office/powerpoint/2010/main" val="824104199"/>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Person with idea concept">
            <a:extLst>
              <a:ext uri="{FF2B5EF4-FFF2-40B4-BE49-F238E27FC236}">
                <a16:creationId xmlns:a16="http://schemas.microsoft.com/office/drawing/2014/main" id="{0C2B07D1-B67F-05A3-98CB-AD0714790C89}"/>
              </a:ext>
            </a:extLst>
          </p:cNvPr>
          <p:cNvPicPr>
            <a:picLocks noChangeAspect="1"/>
          </p:cNvPicPr>
          <p:nvPr/>
        </p:nvPicPr>
        <p:blipFill>
          <a:blip r:embed="rId2">
            <a:alphaModFix amt="35000"/>
          </a:blip>
          <a:srcRect t="896" b="148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C1D5DB7-D773-C15A-271E-4095E7745CFA}"/>
              </a:ext>
            </a:extLst>
          </p:cNvPr>
          <p:cNvSpPr>
            <a:spLocks noGrp="1"/>
          </p:cNvSpPr>
          <p:nvPr>
            <p:ph type="title"/>
          </p:nvPr>
        </p:nvSpPr>
        <p:spPr>
          <a:xfrm>
            <a:off x="838200" y="365125"/>
            <a:ext cx="10515600" cy="1325563"/>
          </a:xfrm>
        </p:spPr>
        <p:txBody>
          <a:bodyPr>
            <a:normAutofit/>
          </a:bodyPr>
          <a:lstStyle/>
          <a:p>
            <a:r>
              <a:rPr lang="en-AU">
                <a:solidFill>
                  <a:srgbClr val="FFFFFF"/>
                </a:solidFill>
              </a:rPr>
              <a:t>1.2.1 </a:t>
            </a:r>
            <a:r>
              <a:rPr lang="en-AU" altLang="zh-CN">
                <a:solidFill>
                  <a:srgbClr val="FFFFFF"/>
                </a:solidFill>
              </a:rPr>
              <a:t>Brainstorming</a:t>
            </a:r>
            <a:endParaRPr lang="en-AU">
              <a:solidFill>
                <a:srgbClr val="FFFFFF"/>
              </a:solidFill>
            </a:endParaRPr>
          </a:p>
        </p:txBody>
      </p:sp>
      <p:sp>
        <p:nvSpPr>
          <p:cNvPr id="6" name="Rectangle 3">
            <a:extLst>
              <a:ext uri="{FF2B5EF4-FFF2-40B4-BE49-F238E27FC236}">
                <a16:creationId xmlns:a16="http://schemas.microsoft.com/office/drawing/2014/main" id="{E1C1F983-2D43-01C3-89AE-D3B56CCB3E13}"/>
              </a:ext>
            </a:extLst>
          </p:cNvPr>
          <p:cNvSpPr>
            <a:spLocks noGrp="1" noChangeArrowheads="1"/>
          </p:cNvSpPr>
          <p:nvPr>
            <p:ph idx="1"/>
          </p:nvPr>
        </p:nvSpPr>
        <p:spPr bwMode="auto">
          <a:xfrm>
            <a:off x="838200" y="1825625"/>
            <a:ext cx="10515600"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An idea-generation process where </a:t>
            </a:r>
            <a:r>
              <a:rPr kumimoji="0" lang="zh-CN" altLang="zh-CN" b="1" i="0" u="none" strike="noStrike" cap="none" normalizeH="0" baseline="0">
                <a:ln>
                  <a:noFill/>
                </a:ln>
                <a:solidFill>
                  <a:srgbClr val="FFFFFF"/>
                </a:solidFill>
                <a:effectLst/>
                <a:latin typeface="Arial" panose="020B0604020202020204" pitchFamily="34" charset="0"/>
              </a:rPr>
              <a:t>all ideas are recorded without evaluation</a:t>
            </a:r>
            <a:r>
              <a:rPr kumimoji="0" lang="zh-CN" altLang="zh-CN" b="0" i="0" u="none" strike="noStrike" cap="none" normalizeH="0" baseline="0">
                <a:ln>
                  <a:noFill/>
                </a:ln>
                <a:solidFill>
                  <a:srgbClr val="FFFFFF"/>
                </a:solidFill>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Can be individual or collaborative.</a:t>
            </a:r>
          </a:p>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Focuses on identifying:</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the problem to be solved</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user needs</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potential features</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constraints and risks</a:t>
            </a:r>
          </a:p>
          <a:p>
            <a:pPr marL="0" marR="0" lvl="0" indent="0" defTabSz="914400" rtl="0" eaLnBrk="0" fontAlgn="base" latinLnBrk="0" hangingPunct="0">
              <a:spcBef>
                <a:spcPct val="0"/>
              </a:spcBef>
              <a:spcAft>
                <a:spcPts val="600"/>
              </a:spcAft>
              <a:buClrTx/>
              <a:buSzTx/>
              <a:buFontTx/>
              <a:buNone/>
              <a:tabLst/>
            </a:pPr>
            <a:endParaRPr kumimoji="0" lang="zh-CN" altLang="zh-CN" b="0" i="0" u="none" strike="noStrike" cap="none" normalizeH="0" baseline="0">
              <a:ln>
                <a:noFill/>
              </a:ln>
              <a:solidFill>
                <a:srgbClr val="FFFFFF"/>
              </a:solidFill>
              <a:effectLst/>
              <a:latin typeface="Arial" panose="020B0604020202020204" pitchFamily="34" charset="0"/>
            </a:endParaRPr>
          </a:p>
        </p:txBody>
      </p:sp>
    </p:spTree>
    <p:extLst>
      <p:ext uri="{BB962C8B-B14F-4D97-AF65-F5344CB8AC3E}">
        <p14:creationId xmlns:p14="http://schemas.microsoft.com/office/powerpoint/2010/main" val="796221274"/>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D3C6-553F-DE1B-197D-EC597A362828}"/>
              </a:ext>
            </a:extLst>
          </p:cNvPr>
          <p:cNvSpPr>
            <a:spLocks noGrp="1"/>
          </p:cNvSpPr>
          <p:nvPr>
            <p:ph type="title"/>
          </p:nvPr>
        </p:nvSpPr>
        <p:spPr>
          <a:xfrm>
            <a:off x="838200" y="1060682"/>
            <a:ext cx="3411071" cy="3047235"/>
          </a:xfrm>
        </p:spPr>
        <p:txBody>
          <a:bodyPr anchor="t">
            <a:normAutofit/>
          </a:bodyPr>
          <a:lstStyle/>
          <a:p>
            <a:r>
              <a:rPr lang="en-GB" altLang="zh-CN" sz="3200"/>
              <a:t>1.2.1 Brainstorming Tools</a:t>
            </a:r>
            <a:endParaRPr lang="zh-CN" altLang="en-US" sz="3200"/>
          </a:p>
        </p:txBody>
      </p:sp>
      <p:sp>
        <p:nvSpPr>
          <p:cNvPr id="3" name="Content Placeholder 2">
            <a:extLst>
              <a:ext uri="{FF2B5EF4-FFF2-40B4-BE49-F238E27FC236}">
                <a16:creationId xmlns:a16="http://schemas.microsoft.com/office/drawing/2014/main" id="{25A91DA3-D8EA-10BE-9C2F-269E29DC7489}"/>
              </a:ext>
            </a:extLst>
          </p:cNvPr>
          <p:cNvSpPr>
            <a:spLocks noGrp="1"/>
          </p:cNvSpPr>
          <p:nvPr>
            <p:ph idx="1"/>
          </p:nvPr>
        </p:nvSpPr>
        <p:spPr>
          <a:xfrm>
            <a:off x="5348087" y="1035843"/>
            <a:ext cx="5793134" cy="4945857"/>
          </a:xfrm>
        </p:spPr>
        <p:txBody>
          <a:bodyPr>
            <a:normAutofit/>
          </a:bodyPr>
          <a:lstStyle/>
          <a:p>
            <a:r>
              <a:rPr lang="en-GB" altLang="zh-CN" sz="2000"/>
              <a:t>Brainstorming tools are used to </a:t>
            </a:r>
            <a:r>
              <a:rPr lang="en-GB" altLang="zh-CN" sz="2000" b="1"/>
              <a:t>rapidly generate a wide range of ideas</a:t>
            </a:r>
            <a:r>
              <a:rPr lang="en-GB" altLang="zh-CN" sz="2000"/>
              <a:t> related to a software problem without evaluating or filtering them at the initial stage. These tools encourage creative thinking and allow software engineers to explore </a:t>
            </a:r>
            <a:r>
              <a:rPr lang="en-GB" altLang="zh-CN" sz="2000" b="1"/>
              <a:t>needs, opportunities, constraints and possible features</a:t>
            </a:r>
            <a:r>
              <a:rPr lang="en-GB" altLang="zh-CN" sz="2000"/>
              <a:t>. </a:t>
            </a:r>
          </a:p>
          <a:p>
            <a:pPr marL="0" indent="0">
              <a:buNone/>
            </a:pPr>
            <a:r>
              <a:rPr lang="en-GB" altLang="zh-CN" sz="2000" b="1"/>
              <a:t>Examples of Tools and Descriptions</a:t>
            </a:r>
          </a:p>
          <a:p>
            <a:r>
              <a:rPr lang="en-GB" altLang="zh-CN" sz="2000" b="1"/>
              <a:t>Apple Freeform</a:t>
            </a:r>
            <a:endParaRPr lang="en-GB" altLang="zh-CN" sz="2000"/>
          </a:p>
          <a:p>
            <a:pPr lvl="1"/>
            <a:r>
              <a:rPr lang="en-GB" altLang="zh-CN" sz="2000"/>
              <a:t>A digital whiteboard tool that allows free-form writing, drawing and grouping of ideas.</a:t>
            </a:r>
          </a:p>
          <a:p>
            <a:pPr lvl="1"/>
            <a:r>
              <a:rPr lang="en-GB" altLang="zh-CN" sz="2000"/>
              <a:t>Supports collaborative brainstorming in real time on MacBooks.</a:t>
            </a:r>
          </a:p>
          <a:p>
            <a:r>
              <a:rPr lang="en-GB" altLang="zh-CN" sz="2000" b="1"/>
              <a:t>Google Docs / OneNote</a:t>
            </a:r>
            <a:endParaRPr lang="en-GB" altLang="zh-CN" sz="2000"/>
          </a:p>
          <a:p>
            <a:r>
              <a:rPr lang="en-GB" altLang="zh-CN" sz="2000" b="1"/>
              <a:t>Whiteboard (physical or digital)</a:t>
            </a:r>
            <a:endParaRPr lang="en-GB" altLang="zh-CN" sz="2000"/>
          </a:p>
          <a:p>
            <a:endParaRPr lang="zh-CN" altLang="en-US" sz="2000"/>
          </a:p>
        </p:txBody>
      </p:sp>
      <p:grpSp>
        <p:nvGrpSpPr>
          <p:cNvPr id="11" name="Group 10">
            <a:extLst>
              <a:ext uri="{FF2B5EF4-FFF2-40B4-BE49-F238E27FC236}">
                <a16:creationId xmlns:a16="http://schemas.microsoft.com/office/drawing/2014/main" id="{D8C13078-6EA8-39DE-7A9D-C7FC6EA43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6A7D858-0391-A392-F7AF-D231D2CC2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9CC3D8A-59FD-79F4-16CD-B325F2929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52914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ople working on ideas">
            <a:extLst>
              <a:ext uri="{FF2B5EF4-FFF2-40B4-BE49-F238E27FC236}">
                <a16:creationId xmlns:a16="http://schemas.microsoft.com/office/drawing/2014/main" id="{3E5ED666-9193-3D2B-C437-D7A8554C8911}"/>
              </a:ext>
            </a:extLst>
          </p:cNvPr>
          <p:cNvPicPr>
            <a:picLocks noChangeAspect="1"/>
          </p:cNvPicPr>
          <p:nvPr/>
        </p:nvPicPr>
        <p:blipFill>
          <a:blip r:embed="rId2">
            <a:alphaModFix amt="35000"/>
          </a:blip>
          <a:srcRect t="7338" b="678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3DE7656-6B25-8117-D772-3AFD010E04A7}"/>
              </a:ext>
            </a:extLst>
          </p:cNvPr>
          <p:cNvSpPr>
            <a:spLocks noGrp="1"/>
          </p:cNvSpPr>
          <p:nvPr>
            <p:ph type="title"/>
          </p:nvPr>
        </p:nvSpPr>
        <p:spPr>
          <a:xfrm>
            <a:off x="838200" y="365125"/>
            <a:ext cx="10515600" cy="1325563"/>
          </a:xfrm>
        </p:spPr>
        <p:txBody>
          <a:bodyPr>
            <a:normAutofit/>
          </a:bodyPr>
          <a:lstStyle/>
          <a:p>
            <a:r>
              <a:rPr lang="en-AU">
                <a:solidFill>
                  <a:srgbClr val="FFFFFF"/>
                </a:solidFill>
              </a:rPr>
              <a:t>1.2.1 </a:t>
            </a:r>
            <a:r>
              <a:rPr lang="en-AU" altLang="zh-CN">
                <a:solidFill>
                  <a:srgbClr val="FFFFFF"/>
                </a:solidFill>
              </a:rPr>
              <a:t>Mind-mapping</a:t>
            </a:r>
            <a:endParaRPr lang="en-AU">
              <a:solidFill>
                <a:srgbClr val="FFFFFF"/>
              </a:solidFill>
            </a:endParaRPr>
          </a:p>
        </p:txBody>
      </p:sp>
      <p:sp>
        <p:nvSpPr>
          <p:cNvPr id="4" name="Rectangle 1">
            <a:extLst>
              <a:ext uri="{FF2B5EF4-FFF2-40B4-BE49-F238E27FC236}">
                <a16:creationId xmlns:a16="http://schemas.microsoft.com/office/drawing/2014/main" id="{EA99DE94-C8A1-51E6-113E-9B7468C8198C}"/>
              </a:ext>
            </a:extLst>
          </p:cNvPr>
          <p:cNvSpPr>
            <a:spLocks noGrp="1" noChangeArrowheads="1"/>
          </p:cNvSpPr>
          <p:nvPr>
            <p:ph idx="1"/>
          </p:nvPr>
        </p:nvSpPr>
        <p:spPr bwMode="auto">
          <a:xfrm>
            <a:off x="838200" y="1825625"/>
            <a:ext cx="10515600"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A diagram that </a:t>
            </a:r>
            <a:r>
              <a:rPr kumimoji="0" lang="zh-CN" altLang="zh-CN" b="1" i="0" u="none" strike="noStrike" cap="none" normalizeH="0" baseline="0">
                <a:ln>
                  <a:noFill/>
                </a:ln>
                <a:solidFill>
                  <a:srgbClr val="FFFFFF"/>
                </a:solidFill>
                <a:effectLst/>
                <a:latin typeface="Arial" panose="020B0604020202020204" pitchFamily="34" charset="0"/>
              </a:rPr>
              <a:t>organises brainstormed ideas into logical categories</a:t>
            </a:r>
            <a:r>
              <a:rPr kumimoji="0" lang="zh-CN" altLang="zh-CN" b="0" i="0" u="none" strike="noStrike" cap="none" normalizeH="0" baseline="0">
                <a:ln>
                  <a:noFill/>
                </a:ln>
                <a:solidFill>
                  <a:srgbClr val="FFFFFF"/>
                </a:solidFill>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Shows relationships between:</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inputs</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processing steps</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outputs</a:t>
            </a:r>
          </a:p>
          <a:p>
            <a:pPr marL="457200" lvl="1" indent="0" eaLnBrk="0" fontAlgn="base" hangingPunct="0">
              <a:spcBef>
                <a:spcPct val="0"/>
              </a:spcBef>
              <a:spcAft>
                <a:spcPts val="600"/>
              </a:spcAft>
              <a:buFontTx/>
              <a:buChar char="•"/>
            </a:pPr>
            <a:r>
              <a:rPr kumimoji="0" lang="zh-CN" altLang="zh-CN" b="0" i="0" u="none" strike="noStrike" cap="none" normalizeH="0" baseline="0">
                <a:ln>
                  <a:noFill/>
                </a:ln>
                <a:solidFill>
                  <a:srgbClr val="FFFFFF"/>
                </a:solidFill>
                <a:effectLst/>
                <a:latin typeface="Arial" panose="020B0604020202020204" pitchFamily="34" charset="0"/>
              </a:rPr>
              <a:t>data and system components</a:t>
            </a:r>
          </a:p>
          <a:p>
            <a:pPr marL="0" marR="0" lvl="0" indent="0" defTabSz="914400" rtl="0" eaLnBrk="0" fontAlgn="base" latinLnBrk="0" hangingPunct="0">
              <a:spcBef>
                <a:spcPct val="0"/>
              </a:spcBef>
              <a:spcAft>
                <a:spcPts val="600"/>
              </a:spcAft>
              <a:buClrTx/>
              <a:buSzTx/>
              <a:buFontTx/>
              <a:buChar char="•"/>
              <a:tabLst/>
            </a:pPr>
            <a:r>
              <a:rPr kumimoji="0" lang="zh-CN" altLang="zh-CN" b="0" i="0" u="none" strike="noStrike" cap="none" normalizeH="0" baseline="0">
                <a:ln>
                  <a:noFill/>
                </a:ln>
                <a:solidFill>
                  <a:srgbClr val="FFFFFF"/>
                </a:solidFill>
                <a:effectLst/>
                <a:latin typeface="Arial" panose="020B0604020202020204" pitchFamily="34" charset="0"/>
              </a:rPr>
              <a:t>Helps students transition from ideas to system structure.</a:t>
            </a:r>
          </a:p>
        </p:txBody>
      </p:sp>
    </p:spTree>
    <p:extLst>
      <p:ext uri="{BB962C8B-B14F-4D97-AF65-F5344CB8AC3E}">
        <p14:creationId xmlns:p14="http://schemas.microsoft.com/office/powerpoint/2010/main" val="4275816922"/>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7401D-2A6F-27D2-9352-39B913ECB038}"/>
              </a:ext>
            </a:extLst>
          </p:cNvPr>
          <p:cNvSpPr>
            <a:spLocks noGrp="1"/>
          </p:cNvSpPr>
          <p:nvPr>
            <p:ph type="title"/>
          </p:nvPr>
        </p:nvSpPr>
        <p:spPr>
          <a:xfrm>
            <a:off x="762001" y="1138265"/>
            <a:ext cx="3056625" cy="2909296"/>
          </a:xfrm>
        </p:spPr>
        <p:txBody>
          <a:bodyPr anchor="t">
            <a:normAutofit/>
          </a:bodyPr>
          <a:lstStyle/>
          <a:p>
            <a:r>
              <a:rPr lang="en-AU" altLang="zh-CN" sz="3200"/>
              <a:t>1.2.1 Mind-mapping Tools</a:t>
            </a:r>
            <a:endParaRPr lang="zh-CN" altLang="en-US" sz="3200"/>
          </a:p>
        </p:txBody>
      </p:sp>
      <p:cxnSp>
        <p:nvCxnSpPr>
          <p:cNvPr id="13" name="Straight Connector 12">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5069CD8-D56C-0393-7D18-2F729460FC33}"/>
              </a:ext>
            </a:extLst>
          </p:cNvPr>
          <p:cNvSpPr>
            <a:spLocks noGrp="1"/>
          </p:cNvSpPr>
          <p:nvPr>
            <p:ph idx="1"/>
          </p:nvPr>
        </p:nvSpPr>
        <p:spPr>
          <a:xfrm>
            <a:off x="4600755" y="753376"/>
            <a:ext cx="6661029" cy="5434637"/>
          </a:xfrm>
        </p:spPr>
        <p:txBody>
          <a:bodyPr>
            <a:normAutofit/>
          </a:bodyPr>
          <a:lstStyle/>
          <a:p>
            <a:r>
              <a:rPr lang="en-GB" altLang="zh-CN" sz="1700"/>
              <a:t>Mind-mapping tools are used to </a:t>
            </a:r>
            <a:r>
              <a:rPr lang="en-GB" altLang="zh-CN" sz="1700" b="1"/>
              <a:t>organise brainstormed ideas into structured categories</a:t>
            </a:r>
            <a:r>
              <a:rPr lang="en-GB" altLang="zh-CN" sz="1700"/>
              <a:t>, showing relationships between components of a system such as inputs, processes, outputs and data.</a:t>
            </a:r>
          </a:p>
          <a:p>
            <a:r>
              <a:rPr lang="en-GB" altLang="zh-CN" sz="1700" b="1"/>
              <a:t>XMind</a:t>
            </a:r>
            <a:endParaRPr lang="en-GB" altLang="zh-CN" sz="1700"/>
          </a:p>
          <a:p>
            <a:pPr lvl="1"/>
            <a:r>
              <a:rPr lang="en-GB" altLang="zh-CN" sz="1700"/>
              <a:t>A dedicated mind-mapping application that allows hierarchical organisation of ideas.</a:t>
            </a:r>
          </a:p>
          <a:p>
            <a:pPr lvl="1"/>
            <a:r>
              <a:rPr lang="en-GB" altLang="zh-CN" sz="1700"/>
              <a:t>Useful for breaking down a system into modules or features.</a:t>
            </a:r>
          </a:p>
          <a:p>
            <a:r>
              <a:rPr lang="en-GB" altLang="zh-CN" sz="1700" b="1"/>
              <a:t>MindMeister</a:t>
            </a:r>
            <a:endParaRPr lang="en-GB" altLang="zh-CN" sz="1700"/>
          </a:p>
          <a:p>
            <a:pPr lvl="1"/>
            <a:r>
              <a:rPr lang="en-GB" altLang="zh-CN" sz="1700"/>
              <a:t>A cloud-based mind-mapping tool supporting collaboration.</a:t>
            </a:r>
          </a:p>
          <a:p>
            <a:pPr lvl="1"/>
            <a:r>
              <a:rPr lang="en-GB" altLang="zh-CN" sz="1700"/>
              <a:t>Allows teams to refine and reorganise ideas dynamically.</a:t>
            </a:r>
          </a:p>
          <a:p>
            <a:r>
              <a:rPr lang="en-GB" altLang="zh-CN" sz="1700" b="1"/>
              <a:t>Apple Freeform</a:t>
            </a:r>
            <a:endParaRPr lang="en-GB" altLang="zh-CN" sz="1700"/>
          </a:p>
          <a:p>
            <a:pPr lvl="1"/>
            <a:r>
              <a:rPr lang="en-GB" altLang="zh-CN" sz="1700"/>
              <a:t>Can be used to create node-based diagrams linking ideas visually.</a:t>
            </a:r>
          </a:p>
          <a:p>
            <a:pPr lvl="1"/>
            <a:r>
              <a:rPr lang="en-GB" altLang="zh-CN" sz="1700"/>
              <a:t>Useful when transitioning from brainstorming to system modelling.</a:t>
            </a:r>
          </a:p>
          <a:p>
            <a:endParaRPr lang="zh-CN" altLang="en-US" sz="1700"/>
          </a:p>
        </p:txBody>
      </p:sp>
    </p:spTree>
    <p:extLst>
      <p:ext uri="{BB962C8B-B14F-4D97-AF65-F5344CB8AC3E}">
        <p14:creationId xmlns:p14="http://schemas.microsoft.com/office/powerpoint/2010/main" val="670412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BE2C9-D6CF-B22F-0EB0-AC498993A44F}"/>
              </a:ext>
            </a:extLst>
          </p:cNvPr>
          <p:cNvSpPr>
            <a:spLocks noGrp="1"/>
          </p:cNvSpPr>
          <p:nvPr>
            <p:ph type="title"/>
          </p:nvPr>
        </p:nvSpPr>
        <p:spPr>
          <a:xfrm>
            <a:off x="630936" y="502920"/>
            <a:ext cx="3419856" cy="1463040"/>
          </a:xfrm>
        </p:spPr>
        <p:txBody>
          <a:bodyPr anchor="ctr">
            <a:normAutofit/>
          </a:bodyPr>
          <a:lstStyle/>
          <a:p>
            <a:r>
              <a:rPr lang="en-AU" sz="4800"/>
              <a:t>1.2.1 </a:t>
            </a:r>
            <a:r>
              <a:rPr lang="en-AU" altLang="zh-CN" sz="4800"/>
              <a:t>Storyboards</a:t>
            </a:r>
            <a:endParaRPr lang="en-AU" sz="4800"/>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E419EB8D-1789-66F1-E55A-3D2B9E99002B}"/>
              </a:ext>
            </a:extLst>
          </p:cNvPr>
          <p:cNvSpPr>
            <a:spLocks noGrp="1" noChangeArrowheads="1"/>
          </p:cNvSpPr>
          <p:nvPr>
            <p:ph idx="1"/>
          </p:nvPr>
        </p:nvSpPr>
        <p:spPr bwMode="auto">
          <a:xfrm>
            <a:off x="4654295" y="502920"/>
            <a:ext cx="6894576" cy="14630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Char char="•"/>
              <a:tabLst/>
            </a:pPr>
            <a:r>
              <a:rPr kumimoji="0" lang="zh-CN" altLang="zh-CN" sz="1400" b="0" i="0" u="none" strike="noStrike" cap="none" normalizeH="0" baseline="0" dirty="0">
                <a:ln>
                  <a:noFill/>
                </a:ln>
                <a:effectLst/>
                <a:latin typeface="Arial" panose="020B0604020202020204" pitchFamily="34" charset="0"/>
              </a:rPr>
              <a:t>A sequence of sketches or screen layouts that show </a:t>
            </a:r>
            <a:r>
              <a:rPr kumimoji="0" lang="zh-CN" altLang="zh-CN" sz="1400" b="1" i="0" u="none" strike="noStrike" cap="none" normalizeH="0" baseline="0" dirty="0">
                <a:ln>
                  <a:noFill/>
                </a:ln>
                <a:effectLst/>
                <a:latin typeface="Arial" panose="020B0604020202020204" pitchFamily="34" charset="0"/>
              </a:rPr>
              <a:t>how users interact with the system</a:t>
            </a:r>
            <a:r>
              <a:rPr kumimoji="0" lang="zh-CN" altLang="zh-CN" sz="14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Char char="•"/>
              <a:tabLst/>
            </a:pPr>
            <a:r>
              <a:rPr kumimoji="0" lang="zh-CN" altLang="zh-CN" sz="1400" b="0" i="0" u="none" strike="noStrike" cap="none" normalizeH="0" baseline="0" dirty="0">
                <a:ln>
                  <a:noFill/>
                </a:ln>
                <a:effectLst/>
                <a:latin typeface="Arial" panose="020B0604020202020204" pitchFamily="34" charset="0"/>
              </a:rPr>
              <a:t>Commonly used to plan:</a:t>
            </a:r>
          </a:p>
          <a:p>
            <a:pPr marL="457200" lvl="1" indent="0" eaLnBrk="0" fontAlgn="base" hangingPunct="0">
              <a:spcBef>
                <a:spcPct val="0"/>
              </a:spcBef>
              <a:spcAft>
                <a:spcPts val="600"/>
              </a:spcAft>
              <a:buFontTx/>
              <a:buChar char="•"/>
            </a:pPr>
            <a:r>
              <a:rPr kumimoji="0" lang="zh-CN" altLang="zh-CN" sz="1400" b="0" i="0" u="none" strike="noStrike" cap="none" normalizeH="0" baseline="0" dirty="0">
                <a:ln>
                  <a:noFill/>
                </a:ln>
                <a:effectLst/>
                <a:latin typeface="Arial" panose="020B0604020202020204" pitchFamily="34" charset="0"/>
              </a:rPr>
              <a:t>user interfaces (UI)</a:t>
            </a:r>
          </a:p>
          <a:p>
            <a:pPr marL="457200" lvl="1" indent="0" eaLnBrk="0" fontAlgn="base" hangingPunct="0">
              <a:spcBef>
                <a:spcPct val="0"/>
              </a:spcBef>
              <a:spcAft>
                <a:spcPts val="600"/>
              </a:spcAft>
              <a:buFontTx/>
              <a:buChar char="•"/>
            </a:pPr>
            <a:r>
              <a:rPr kumimoji="0" lang="zh-CN" altLang="zh-CN" sz="1400" b="0" i="0" u="none" strike="noStrike" cap="none" normalizeH="0" baseline="0" dirty="0">
                <a:ln>
                  <a:noFill/>
                </a:ln>
                <a:effectLst/>
                <a:latin typeface="Arial" panose="020B0604020202020204" pitchFamily="34" charset="0"/>
              </a:rPr>
              <a:t>navigation flow</a:t>
            </a:r>
          </a:p>
          <a:p>
            <a:pPr marL="457200" lvl="1" indent="0" eaLnBrk="0" fontAlgn="base" hangingPunct="0">
              <a:spcBef>
                <a:spcPct val="0"/>
              </a:spcBef>
              <a:spcAft>
                <a:spcPts val="600"/>
              </a:spcAft>
              <a:buFontTx/>
              <a:buChar char="•"/>
            </a:pPr>
            <a:r>
              <a:rPr kumimoji="0" lang="zh-CN" altLang="zh-CN" sz="1400" b="0" i="0" u="none" strike="noStrike" cap="none" normalizeH="0" baseline="0" dirty="0">
                <a:ln>
                  <a:noFill/>
                </a:ln>
                <a:effectLst/>
                <a:latin typeface="Arial" panose="020B0604020202020204" pitchFamily="34" charset="0"/>
              </a:rPr>
              <a:t>screen transitions</a:t>
            </a:r>
          </a:p>
          <a:p>
            <a:pPr marL="0" marR="0" lvl="0" indent="0" defTabSz="914400" rtl="0" eaLnBrk="0" fontAlgn="base" latinLnBrk="0" hangingPunct="0">
              <a:spcBef>
                <a:spcPct val="0"/>
              </a:spcBef>
              <a:spcAft>
                <a:spcPts val="600"/>
              </a:spcAft>
              <a:buClrTx/>
              <a:buSzTx/>
              <a:buFontTx/>
              <a:buChar char="•"/>
              <a:tabLst/>
            </a:pPr>
            <a:r>
              <a:rPr kumimoji="0" lang="zh-CN" altLang="zh-CN" sz="1400" b="0" i="0" u="none" strike="noStrike" cap="none" normalizeH="0" baseline="0" dirty="0">
                <a:ln>
                  <a:noFill/>
                </a:ln>
                <a:effectLst/>
                <a:latin typeface="Arial" panose="020B0604020202020204" pitchFamily="34" charset="0"/>
              </a:rPr>
              <a:t>Particularly useful for interactive applications.</a:t>
            </a:r>
          </a:p>
        </p:txBody>
      </p:sp>
      <p:pic>
        <p:nvPicPr>
          <p:cNvPr id="6" name="Picture 5">
            <a:extLst>
              <a:ext uri="{FF2B5EF4-FFF2-40B4-BE49-F238E27FC236}">
                <a16:creationId xmlns:a16="http://schemas.microsoft.com/office/drawing/2014/main" id="{C4E19918-FB2F-60A2-FAF2-FDEF03701D5B}"/>
              </a:ext>
            </a:extLst>
          </p:cNvPr>
          <p:cNvPicPr>
            <a:picLocks noChangeAspect="1"/>
          </p:cNvPicPr>
          <p:nvPr/>
        </p:nvPicPr>
        <p:blipFill>
          <a:blip r:embed="rId2"/>
          <a:stretch>
            <a:fillRect/>
          </a:stretch>
        </p:blipFill>
        <p:spPr>
          <a:xfrm>
            <a:off x="2264443" y="2290936"/>
            <a:ext cx="7650922" cy="3959352"/>
          </a:xfrm>
          <a:prstGeom prst="rect">
            <a:avLst/>
          </a:prstGeom>
        </p:spPr>
      </p:pic>
    </p:spTree>
    <p:extLst>
      <p:ext uri="{BB962C8B-B14F-4D97-AF65-F5344CB8AC3E}">
        <p14:creationId xmlns:p14="http://schemas.microsoft.com/office/powerpoint/2010/main" val="3900534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860CF-D0F4-BB18-B614-4306C16AC85D}"/>
              </a:ext>
            </a:extLst>
          </p:cNvPr>
          <p:cNvSpPr>
            <a:spLocks noGrp="1"/>
          </p:cNvSpPr>
          <p:nvPr>
            <p:ph type="title"/>
          </p:nvPr>
        </p:nvSpPr>
        <p:spPr/>
        <p:txBody>
          <a:bodyPr/>
          <a:lstStyle/>
          <a:p>
            <a:r>
              <a:rPr lang="en-AU" altLang="zh-CN"/>
              <a:t>1.2.1 Storyboards Tools</a:t>
            </a:r>
            <a:endParaRPr lang="zh-CN" altLang="en-US" dirty="0"/>
          </a:p>
        </p:txBody>
      </p:sp>
      <p:graphicFrame>
        <p:nvGraphicFramePr>
          <p:cNvPr id="5" name="Content Placeholder 2">
            <a:extLst>
              <a:ext uri="{FF2B5EF4-FFF2-40B4-BE49-F238E27FC236}">
                <a16:creationId xmlns:a16="http://schemas.microsoft.com/office/drawing/2014/main" id="{0FEDEE96-8A80-FD3C-C753-90185DDD0F0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9954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5947D-F28A-CDF9-9589-17C442361360}"/>
              </a:ext>
            </a:extLst>
          </p:cNvPr>
          <p:cNvSpPr>
            <a:spLocks noGrp="1"/>
          </p:cNvSpPr>
          <p:nvPr>
            <p:ph type="title"/>
          </p:nvPr>
        </p:nvSpPr>
        <p:spPr>
          <a:xfrm>
            <a:off x="1043631" y="809898"/>
            <a:ext cx="10173010" cy="1554480"/>
          </a:xfrm>
        </p:spPr>
        <p:txBody>
          <a:bodyPr anchor="ctr">
            <a:normAutofit/>
          </a:bodyPr>
          <a:lstStyle/>
          <a:p>
            <a:r>
              <a:rPr lang="en-GB" altLang="zh-CN" sz="4800" b="1"/>
              <a:t>Why it matters</a:t>
            </a:r>
            <a:endParaRPr lang="en-AU"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7AEDD89E-F86C-294F-F0B3-BE9E216D051C}"/>
              </a:ext>
            </a:extLst>
          </p:cNvPr>
          <p:cNvGraphicFramePr>
            <a:graphicFrameLocks noGrp="1"/>
          </p:cNvGraphicFramePr>
          <p:nvPr>
            <p:ph idx="1"/>
            <p:extLst>
              <p:ext uri="{D42A27DB-BD31-4B8C-83A1-F6EECF244321}">
                <p14:modId xmlns:p14="http://schemas.microsoft.com/office/powerpoint/2010/main" val="337312797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8191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B5ED0B-8609-BA96-94BB-CACA5796AE3A}"/>
              </a:ext>
            </a:extLst>
          </p:cNvPr>
          <p:cNvSpPr>
            <a:spLocks noGrp="1"/>
          </p:cNvSpPr>
          <p:nvPr>
            <p:ph type="title"/>
          </p:nvPr>
        </p:nvSpPr>
        <p:spPr>
          <a:xfrm>
            <a:off x="1282963" y="1238080"/>
            <a:ext cx="9849751" cy="1349671"/>
          </a:xfrm>
        </p:spPr>
        <p:txBody>
          <a:bodyPr anchor="b">
            <a:normAutofit/>
          </a:bodyPr>
          <a:lstStyle/>
          <a:p>
            <a:r>
              <a:rPr lang="en-AU" sz="4200"/>
              <a:t>1.2.2 </a:t>
            </a:r>
            <a:r>
              <a:rPr lang="en-GB" altLang="zh-CN" sz="4200"/>
              <a:t>data dictionaries, including selecting appropriate data types</a:t>
            </a:r>
            <a:endParaRPr lang="en-AU" sz="4200"/>
          </a:p>
        </p:txBody>
      </p:sp>
      <p:sp>
        <p:nvSpPr>
          <p:cNvPr id="3" name="Content Placeholder 2">
            <a:extLst>
              <a:ext uri="{FF2B5EF4-FFF2-40B4-BE49-F238E27FC236}">
                <a16:creationId xmlns:a16="http://schemas.microsoft.com/office/drawing/2014/main" id="{D960A46A-2CED-1741-164B-0E079E4F3A5E}"/>
              </a:ext>
            </a:extLst>
          </p:cNvPr>
          <p:cNvSpPr>
            <a:spLocks noGrp="1"/>
          </p:cNvSpPr>
          <p:nvPr>
            <p:ph idx="1"/>
          </p:nvPr>
        </p:nvSpPr>
        <p:spPr>
          <a:xfrm>
            <a:off x="1289304" y="2902913"/>
            <a:ext cx="9849751" cy="3032168"/>
          </a:xfrm>
        </p:spPr>
        <p:txBody>
          <a:bodyPr anchor="ctr">
            <a:normAutofit/>
          </a:bodyPr>
          <a:lstStyle/>
          <a:p>
            <a:pPr marL="0" indent="0">
              <a:buNone/>
            </a:pPr>
            <a:r>
              <a:rPr lang="en-GB" altLang="zh-CN" sz="1900"/>
              <a:t>A data dictionary provides a </a:t>
            </a:r>
            <a:r>
              <a:rPr lang="en-GB" altLang="zh-CN" sz="1900" b="1"/>
              <a:t>comprehensive and structured description of each variable</a:t>
            </a:r>
            <a:r>
              <a:rPr lang="en-GB" altLang="zh-CN" sz="1900"/>
              <a:t> that is stored or referred to within a software system. It acts as a central reference that clearly defines how data is represented, used and validated throughout the system.</a:t>
            </a:r>
          </a:p>
          <a:p>
            <a:pPr marL="0" indent="0">
              <a:buNone/>
            </a:pPr>
            <a:r>
              <a:rPr lang="en-GB" altLang="zh-CN" sz="1900"/>
              <a:t>A data dictionary:</a:t>
            </a:r>
          </a:p>
          <a:p>
            <a:r>
              <a:rPr lang="en-GB" altLang="zh-CN" sz="1900"/>
              <a:t>ensures </a:t>
            </a:r>
            <a:r>
              <a:rPr lang="en-GB" altLang="zh-CN" sz="1900" b="1"/>
              <a:t>consistent data usage</a:t>
            </a:r>
            <a:r>
              <a:rPr lang="en-GB" altLang="zh-CN" sz="1900"/>
              <a:t> across algorithms and code</a:t>
            </a:r>
          </a:p>
          <a:p>
            <a:r>
              <a:rPr lang="en-GB" altLang="zh-CN" sz="1900"/>
              <a:t>reduces </a:t>
            </a:r>
            <a:r>
              <a:rPr lang="en-GB" altLang="zh-CN" sz="1900" b="1"/>
              <a:t>logic and runtime errors</a:t>
            </a:r>
            <a:r>
              <a:rPr lang="en-GB" altLang="zh-CN" sz="1900"/>
              <a:t> caused by incorrect data handling</a:t>
            </a:r>
          </a:p>
          <a:p>
            <a:r>
              <a:rPr lang="en-GB" altLang="zh-CN" sz="1900"/>
              <a:t>improves </a:t>
            </a:r>
            <a:r>
              <a:rPr lang="en-GB" altLang="zh-CN" sz="1900" b="1"/>
              <a:t>maintainability and readability</a:t>
            </a:r>
            <a:r>
              <a:rPr lang="en-GB" altLang="zh-CN" sz="1900"/>
              <a:t> of the system</a:t>
            </a:r>
          </a:p>
          <a:p>
            <a:r>
              <a:rPr lang="en-GB" altLang="zh-CN" sz="1900"/>
              <a:t>supports collaboration by providing a shared understanding of data</a:t>
            </a:r>
          </a:p>
          <a:p>
            <a:endParaRPr lang="en-GB" altLang="zh-CN" sz="1900"/>
          </a:p>
        </p:txBody>
      </p:sp>
    </p:spTree>
    <p:extLst>
      <p:ext uri="{BB962C8B-B14F-4D97-AF65-F5344CB8AC3E}">
        <p14:creationId xmlns:p14="http://schemas.microsoft.com/office/powerpoint/2010/main" val="1526285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D80C2B7-2488-358D-29B3-41DACCF64825}"/>
              </a:ext>
            </a:extLst>
          </p:cNvPr>
          <p:cNvSpPr>
            <a:spLocks noGrp="1"/>
          </p:cNvSpPr>
          <p:nvPr>
            <p:ph type="title"/>
          </p:nvPr>
        </p:nvSpPr>
        <p:spPr>
          <a:xfrm>
            <a:off x="1115568" y="548640"/>
            <a:ext cx="10168128" cy="1179576"/>
          </a:xfrm>
        </p:spPr>
        <p:txBody>
          <a:bodyPr>
            <a:normAutofit/>
          </a:bodyPr>
          <a:lstStyle/>
          <a:p>
            <a:r>
              <a:rPr lang="en-AU" sz="4000"/>
              <a:t>1.2.2 Data Dictionary Includes</a:t>
            </a:r>
          </a:p>
        </p:txBody>
      </p:sp>
      <p:sp>
        <p:nvSpPr>
          <p:cNvPr id="20" name="Rectangle 19">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id="{0351D5FE-E657-F155-9FFC-97F7657B8BD5}"/>
              </a:ext>
            </a:extLst>
          </p:cNvPr>
          <p:cNvSpPr>
            <a:spLocks noGrp="1" noChangeArrowheads="1"/>
          </p:cNvSpPr>
          <p:nvPr>
            <p:ph idx="1"/>
          </p:nvPr>
        </p:nvSpPr>
        <p:spPr bwMode="auto">
          <a:xfrm>
            <a:off x="1115568" y="2481943"/>
            <a:ext cx="10168128" cy="36950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Variable name</a:t>
            </a:r>
            <a:r>
              <a:rPr kumimoji="0" lang="zh-CN" altLang="zh-CN" sz="1700" b="0" i="0" u="none" strike="noStrike" cap="none" normalizeH="0" baseline="0">
                <a:ln>
                  <a:noFill/>
                </a:ln>
                <a:effectLst/>
                <a:latin typeface="Arial" panose="020B0604020202020204" pitchFamily="34" charset="0"/>
              </a:rPr>
              <a:t> – the identifier used in algorithms and code</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Data type</a:t>
            </a:r>
            <a:r>
              <a:rPr kumimoji="0" lang="zh-CN" altLang="zh-CN" sz="1700" b="0" i="0" u="none" strike="noStrike" cap="none" normalizeH="0" baseline="0">
                <a:ln>
                  <a:noFill/>
                </a:ln>
                <a:effectLst/>
                <a:latin typeface="Arial" panose="020B0604020202020204" pitchFamily="34" charset="0"/>
              </a:rPr>
              <a:t> – the type of data stored (eg integer, string, Boolean, floating point, date and time)</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Format</a:t>
            </a:r>
            <a:r>
              <a:rPr kumimoji="0" lang="zh-CN" altLang="zh-CN" sz="1700" b="0" i="0" u="none" strike="noStrike" cap="none" normalizeH="0" baseline="0">
                <a:ln>
                  <a:noFill/>
                </a:ln>
                <a:effectLst/>
                <a:latin typeface="Arial" panose="020B0604020202020204" pitchFamily="34" charset="0"/>
              </a:rPr>
              <a:t> – how the data is displayed (eg </a:t>
            </a:r>
            <a:r>
              <a:rPr kumimoji="0" lang="zh-CN" altLang="zh-CN" sz="1700" b="0" i="0" u="none" strike="noStrike" cap="none" normalizeH="0" baseline="0">
                <a:ln>
                  <a:noFill/>
                </a:ln>
                <a:effectLst/>
                <a:latin typeface="Arial Unicode MS"/>
              </a:rPr>
              <a:t>DD/MM/YYYY</a:t>
            </a:r>
            <a:r>
              <a:rPr kumimoji="0" lang="zh-CN" altLang="zh-CN" sz="1700" b="0" i="0" u="none" strike="noStrike" cap="none" normalizeH="0" baseline="0">
                <a:ln>
                  <a:noFill/>
                </a:ln>
                <a:effectLst/>
              </a:rPr>
              <a:t>, </a:t>
            </a:r>
            <a:r>
              <a:rPr kumimoji="0" lang="zh-CN" altLang="zh-CN" sz="1700" b="0" i="0" u="none" strike="noStrike" cap="none" normalizeH="0" baseline="0">
                <a:ln>
                  <a:noFill/>
                </a:ln>
                <a:effectLst/>
                <a:latin typeface="Arial Unicode MS"/>
              </a:rPr>
              <a:t>$NNN.NN</a:t>
            </a:r>
            <a:r>
              <a:rPr kumimoji="0" lang="zh-CN" altLang="zh-CN" sz="1700" b="0" i="0" u="none" strike="noStrike" cap="none" normalizeH="0" baseline="0">
                <a:ln>
                  <a:noFill/>
                </a:ln>
                <a:effectLst/>
              </a:rPr>
              <a:t>)</a:t>
            </a:r>
            <a:endParaRPr kumimoji="0" lang="zh-CN" altLang="zh-CN"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Size in bytes</a:t>
            </a:r>
            <a:r>
              <a:rPr kumimoji="0" lang="zh-CN" altLang="zh-CN" sz="1700" b="0" i="0" u="none" strike="noStrike" cap="none" normalizeH="0" baseline="0">
                <a:ln>
                  <a:noFill/>
                </a:ln>
                <a:effectLst/>
                <a:latin typeface="Arial" panose="020B0604020202020204" pitchFamily="34" charset="0"/>
              </a:rPr>
              <a:t> – the amount of memory required to store the data</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Display length</a:t>
            </a:r>
            <a:r>
              <a:rPr kumimoji="0" lang="zh-CN" altLang="zh-CN" sz="1700" b="0" i="0" u="none" strike="noStrike" cap="none" normalizeH="0" baseline="0">
                <a:ln>
                  <a:noFill/>
                </a:ln>
                <a:effectLst/>
                <a:latin typeface="Arial" panose="020B0604020202020204" pitchFamily="34" charset="0"/>
              </a:rPr>
              <a:t> – the number of characters shown to the user, including decimal places where applicable</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Purpose</a:t>
            </a:r>
            <a:r>
              <a:rPr kumimoji="0" lang="zh-CN" altLang="zh-CN" sz="1700" b="0" i="0" u="none" strike="noStrike" cap="none" normalizeH="0" baseline="0">
                <a:ln>
                  <a:noFill/>
                </a:ln>
                <a:effectLst/>
                <a:latin typeface="Arial" panose="020B0604020202020204" pitchFamily="34" charset="0"/>
              </a:rPr>
              <a:t> – a clear description of how the data item is used in the system</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Example value</a:t>
            </a:r>
            <a:r>
              <a:rPr kumimoji="0" lang="zh-CN" altLang="zh-CN" sz="1700" b="0" i="0" u="none" strike="noStrike" cap="none" normalizeH="0" baseline="0">
                <a:ln>
                  <a:noFill/>
                </a:ln>
                <a:effectLst/>
                <a:latin typeface="Arial" panose="020B0604020202020204" pitchFamily="34" charset="0"/>
              </a:rPr>
              <a:t> – a realistic sample value</a:t>
            </a:r>
          </a:p>
          <a:p>
            <a:pPr marL="0" marR="0" lvl="0" indent="0" defTabSz="914400" rtl="0" eaLnBrk="0" fontAlgn="base" latinLnBrk="0" hangingPunct="0">
              <a:spcBef>
                <a:spcPct val="0"/>
              </a:spcBef>
              <a:spcAft>
                <a:spcPts val="600"/>
              </a:spcAft>
              <a:buClrTx/>
              <a:buSzTx/>
              <a:buFontTx/>
              <a:buChar char="•"/>
              <a:tabLst/>
            </a:pPr>
            <a:r>
              <a:rPr kumimoji="0" lang="zh-CN" altLang="zh-CN" sz="1700" b="1" i="0" u="none" strike="noStrike" cap="none" normalizeH="0" baseline="0">
                <a:ln>
                  <a:noFill/>
                </a:ln>
                <a:effectLst/>
                <a:latin typeface="Arial" panose="020B0604020202020204" pitchFamily="34" charset="0"/>
              </a:rPr>
              <a:t>Validation rules</a:t>
            </a:r>
            <a:r>
              <a:rPr kumimoji="0" lang="zh-CN" altLang="zh-CN" sz="1700" b="0" i="0" u="none" strike="noStrike" cap="none" normalizeH="0" baseline="0">
                <a:ln>
                  <a:noFill/>
                </a:ln>
                <a:effectLst/>
                <a:latin typeface="Arial" panose="020B0604020202020204" pitchFamily="34" charset="0"/>
              </a:rPr>
              <a:t> – constraints applied to ensure data accuracy and integrity</a:t>
            </a:r>
            <a:endParaRPr kumimoji="0" lang="en-GB" altLang="zh-CN"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lang="en-GB" altLang="zh-CN" sz="1700">
              <a:latin typeface="Arial" panose="020B0604020202020204" pitchFamily="34" charset="0"/>
            </a:endParaRPr>
          </a:p>
          <a:p>
            <a:pPr marL="0" lvl="0" indent="0" eaLnBrk="0" fontAlgn="base" hangingPunct="0">
              <a:spcBef>
                <a:spcPct val="0"/>
              </a:spcBef>
              <a:spcAft>
                <a:spcPts val="600"/>
              </a:spcAft>
              <a:buNone/>
            </a:pPr>
            <a:r>
              <a:rPr lang="en-GB" altLang="zh-CN" sz="1700"/>
              <a:t>Details of records or arrays of records can be included in data dictionaries. </a:t>
            </a:r>
            <a:endParaRPr kumimoji="0" lang="zh-CN" altLang="zh-CN" sz="17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4098424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F3D13-3052-D1F8-6486-2EC239F85E8B}"/>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Example Data Dictionary</a:t>
            </a:r>
          </a:p>
        </p:txBody>
      </p:sp>
      <p:sp>
        <p:nvSpPr>
          <p:cNvPr id="55" name="Rectangle 5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516C5A9-B6C5-7E76-044A-225DA069DB60}"/>
              </a:ext>
            </a:extLst>
          </p:cNvPr>
          <p:cNvPicPr>
            <a:picLocks noChangeAspect="1"/>
          </p:cNvPicPr>
          <p:nvPr/>
        </p:nvPicPr>
        <p:blipFill>
          <a:blip r:embed="rId2"/>
          <a:stretch>
            <a:fillRect/>
          </a:stretch>
        </p:blipFill>
        <p:spPr>
          <a:xfrm>
            <a:off x="863166" y="858525"/>
            <a:ext cx="6972448" cy="5211906"/>
          </a:xfrm>
          <a:prstGeom prst="rect">
            <a:avLst/>
          </a:prstGeom>
        </p:spPr>
      </p:pic>
      <p:sp>
        <p:nvSpPr>
          <p:cNvPr id="59" name="Rectangle 58">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441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B84330-A72E-48FB-47F3-E032AAC8E5DB}"/>
              </a:ext>
            </a:extLst>
          </p:cNvPr>
          <p:cNvSpPr>
            <a:spLocks noGrp="1"/>
          </p:cNvSpPr>
          <p:nvPr>
            <p:ph type="title"/>
          </p:nvPr>
        </p:nvSpPr>
        <p:spPr>
          <a:xfrm>
            <a:off x="1115568" y="548640"/>
            <a:ext cx="10168128" cy="1179576"/>
          </a:xfrm>
        </p:spPr>
        <p:txBody>
          <a:bodyPr>
            <a:normAutofit/>
          </a:bodyPr>
          <a:lstStyle/>
          <a:p>
            <a:r>
              <a:rPr lang="en-AU" altLang="zh-CN" sz="4000"/>
              <a:t>1.2.2 Example Including an Array</a:t>
            </a:r>
            <a:endParaRPr lang="en-AU"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C346D14-73B5-A202-8900-06618BB58871}"/>
              </a:ext>
            </a:extLst>
          </p:cNvPr>
          <p:cNvSpPr>
            <a:spLocks noGrp="1"/>
          </p:cNvSpPr>
          <p:nvPr>
            <p:ph idx="1"/>
          </p:nvPr>
        </p:nvSpPr>
        <p:spPr>
          <a:xfrm>
            <a:off x="1115568" y="2481943"/>
            <a:ext cx="10168128" cy="3695020"/>
          </a:xfrm>
        </p:spPr>
        <p:txBody>
          <a:bodyPr>
            <a:normAutofit/>
          </a:bodyPr>
          <a:lstStyle/>
          <a:p>
            <a:pPr>
              <a:buNone/>
            </a:pPr>
            <a:r>
              <a:rPr lang="en-GB" altLang="zh-CN" sz="2200"/>
              <a:t>An array of player scores may be documented as:</a:t>
            </a:r>
          </a:p>
          <a:p>
            <a:pPr>
              <a:buFont typeface="Arial" panose="020B0604020202020204" pitchFamily="34" charset="0"/>
              <a:buChar char="•"/>
            </a:pPr>
            <a:r>
              <a:rPr lang="en-GB" altLang="zh-CN" sz="2200" b="1"/>
              <a:t>Array name:</a:t>
            </a:r>
            <a:r>
              <a:rPr lang="en-GB" altLang="zh-CN" sz="2200"/>
              <a:t> </a:t>
            </a:r>
            <a:r>
              <a:rPr lang="en-GB" altLang="zh-CN" sz="2200">
                <a:latin typeface="Courier New" panose="02070309020205020404" pitchFamily="49" charset="0"/>
              </a:rPr>
              <a:t>scores</a:t>
            </a:r>
            <a:endParaRPr lang="en-GB" altLang="zh-CN" sz="2200"/>
          </a:p>
          <a:p>
            <a:pPr>
              <a:buFont typeface="Arial" panose="020B0604020202020204" pitchFamily="34" charset="0"/>
              <a:buChar char="•"/>
            </a:pPr>
            <a:r>
              <a:rPr lang="en-GB" altLang="zh-CN" sz="2200" b="1"/>
              <a:t>Data type:</a:t>
            </a:r>
            <a:r>
              <a:rPr lang="en-GB" altLang="zh-CN" sz="2200"/>
              <a:t> Integer array</a:t>
            </a:r>
          </a:p>
          <a:p>
            <a:pPr>
              <a:buFont typeface="Arial" panose="020B0604020202020204" pitchFamily="34" charset="0"/>
              <a:buChar char="•"/>
            </a:pPr>
            <a:r>
              <a:rPr lang="en-GB" altLang="zh-CN" sz="2200" b="1"/>
              <a:t>Structure:</a:t>
            </a:r>
            <a:r>
              <a:rPr lang="en-GB" altLang="zh-CN" sz="2200"/>
              <a:t> List of integers</a:t>
            </a:r>
          </a:p>
          <a:p>
            <a:pPr>
              <a:buFont typeface="Arial" panose="020B0604020202020204" pitchFamily="34" charset="0"/>
              <a:buChar char="•"/>
            </a:pPr>
            <a:r>
              <a:rPr lang="en-GB" altLang="zh-CN" sz="2200" b="1"/>
              <a:t>Purpose:</a:t>
            </a:r>
            <a:r>
              <a:rPr lang="en-GB" altLang="zh-CN" sz="2200"/>
              <a:t> Stores scores for multiple players</a:t>
            </a:r>
          </a:p>
          <a:p>
            <a:pPr>
              <a:buFont typeface="Arial" panose="020B0604020202020204" pitchFamily="34" charset="0"/>
              <a:buChar char="•"/>
            </a:pPr>
            <a:r>
              <a:rPr lang="en-GB" altLang="zh-CN" sz="2200" b="1"/>
              <a:t>Example:</a:t>
            </a:r>
            <a:r>
              <a:rPr lang="en-GB" altLang="zh-CN" sz="2200"/>
              <a:t> </a:t>
            </a:r>
            <a:r>
              <a:rPr lang="en-GB" altLang="zh-CN" sz="2200">
                <a:latin typeface="Courier New" panose="02070309020205020404" pitchFamily="49" charset="0"/>
              </a:rPr>
              <a:t>[120, 95, 87, 143]</a:t>
            </a:r>
            <a:endParaRPr lang="en-GB" altLang="zh-CN" sz="2200"/>
          </a:p>
          <a:p>
            <a:pPr>
              <a:buFont typeface="Arial" panose="020B0604020202020204" pitchFamily="34" charset="0"/>
              <a:buChar char="•"/>
            </a:pPr>
            <a:r>
              <a:rPr lang="en-GB" altLang="zh-CN" sz="2200" b="1"/>
              <a:t>Validation:</a:t>
            </a:r>
            <a:r>
              <a:rPr lang="en-GB" altLang="zh-CN" sz="2200"/>
              <a:t> Each value must be ≥ 0</a:t>
            </a:r>
          </a:p>
          <a:p>
            <a:endParaRPr lang="en-AU" sz="2200"/>
          </a:p>
        </p:txBody>
      </p:sp>
    </p:spTree>
    <p:extLst>
      <p:ext uri="{BB962C8B-B14F-4D97-AF65-F5344CB8AC3E}">
        <p14:creationId xmlns:p14="http://schemas.microsoft.com/office/powerpoint/2010/main" val="4038799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id="{7DBE49BA-060F-34ED-F2A0-A1CB967D2E70}"/>
              </a:ext>
            </a:extLst>
          </p:cNvPr>
          <p:cNvPicPr>
            <a:picLocks noChangeAspect="1"/>
          </p:cNvPicPr>
          <p:nvPr/>
        </p:nvPicPr>
        <p:blipFill>
          <a:blip r:embed="rId2">
            <a:alphaModFix amt="35000"/>
          </a:blip>
          <a:srcRect t="14732" b="10268"/>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D449606-F793-4B61-23DF-9CBA1BDC0120}"/>
              </a:ext>
            </a:extLst>
          </p:cNvPr>
          <p:cNvSpPr>
            <a:spLocks noGrp="1"/>
          </p:cNvSpPr>
          <p:nvPr>
            <p:ph type="title"/>
          </p:nvPr>
        </p:nvSpPr>
        <p:spPr>
          <a:xfrm>
            <a:off x="838200" y="365125"/>
            <a:ext cx="10515600" cy="1325563"/>
          </a:xfrm>
        </p:spPr>
        <p:txBody>
          <a:bodyPr>
            <a:normAutofit/>
          </a:bodyPr>
          <a:lstStyle/>
          <a:p>
            <a:r>
              <a:rPr lang="en-AU">
                <a:solidFill>
                  <a:srgbClr val="FFFFFF"/>
                </a:solidFill>
              </a:rPr>
              <a:t>1.2.3 </a:t>
            </a:r>
            <a:r>
              <a:rPr lang="en-AU" altLang="zh-CN">
                <a:solidFill>
                  <a:srgbClr val="FFFFFF"/>
                </a:solidFill>
              </a:rPr>
              <a:t>algorithm design</a:t>
            </a:r>
            <a:endParaRPr lang="en-AU">
              <a:solidFill>
                <a:srgbClr val="FFFFFF"/>
              </a:solidFill>
            </a:endParaRPr>
          </a:p>
        </p:txBody>
      </p:sp>
      <p:sp>
        <p:nvSpPr>
          <p:cNvPr id="3" name="Content Placeholder 2">
            <a:extLst>
              <a:ext uri="{FF2B5EF4-FFF2-40B4-BE49-F238E27FC236}">
                <a16:creationId xmlns:a16="http://schemas.microsoft.com/office/drawing/2014/main" id="{175F77C9-7084-4B4A-D91E-13674DC9EBFA}"/>
              </a:ext>
            </a:extLst>
          </p:cNvPr>
          <p:cNvSpPr>
            <a:spLocks noGrp="1"/>
          </p:cNvSpPr>
          <p:nvPr>
            <p:ph idx="1"/>
          </p:nvPr>
        </p:nvSpPr>
        <p:spPr>
          <a:xfrm>
            <a:off x="838200" y="1825625"/>
            <a:ext cx="10515600" cy="4351338"/>
          </a:xfrm>
        </p:spPr>
        <p:txBody>
          <a:bodyPr>
            <a:normAutofit/>
          </a:bodyPr>
          <a:lstStyle/>
          <a:p>
            <a:r>
              <a:rPr lang="en-GB" altLang="zh-CN">
                <a:solidFill>
                  <a:srgbClr val="FFFFFF"/>
                </a:solidFill>
              </a:rPr>
              <a:t>Algorithm design tools are used to </a:t>
            </a:r>
            <a:r>
              <a:rPr lang="en-GB" altLang="zh-CN" b="1">
                <a:solidFill>
                  <a:srgbClr val="FFFFFF"/>
                </a:solidFill>
              </a:rPr>
              <a:t>define the logical steps required to solve a problem</a:t>
            </a:r>
            <a:r>
              <a:rPr lang="en-GB" altLang="zh-CN">
                <a:solidFill>
                  <a:srgbClr val="FFFFFF"/>
                </a:solidFill>
              </a:rPr>
              <a:t> before code is written. They focus on control structures, data flow and modular design.</a:t>
            </a:r>
          </a:p>
          <a:p>
            <a:endParaRPr lang="en-AU">
              <a:solidFill>
                <a:srgbClr val="FFFFFF"/>
              </a:solidFill>
            </a:endParaRPr>
          </a:p>
        </p:txBody>
      </p:sp>
    </p:spTree>
    <p:extLst>
      <p:ext uri="{BB962C8B-B14F-4D97-AF65-F5344CB8AC3E}">
        <p14:creationId xmlns:p14="http://schemas.microsoft.com/office/powerpoint/2010/main" val="2940705747"/>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480EB2-8494-57D0-68E5-1E5482490675}"/>
              </a:ext>
            </a:extLst>
          </p:cNvPr>
          <p:cNvPicPr>
            <a:picLocks noChangeAspect="1"/>
          </p:cNvPicPr>
          <p:nvPr/>
        </p:nvPicPr>
        <p:blipFill>
          <a:blip r:embed="rId2">
            <a:duotone>
              <a:prstClr val="black"/>
              <a:schemeClr val="tx2">
                <a:tint val="45000"/>
                <a:satMod val="400000"/>
              </a:schemeClr>
            </a:duotone>
            <a:alphaModFix amt="25000"/>
          </a:blip>
          <a:srcRect t="2530" b="1320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4DCC324-2093-514E-88C9-E7EB161599B4}"/>
              </a:ext>
            </a:extLst>
          </p:cNvPr>
          <p:cNvSpPr>
            <a:spLocks noGrp="1"/>
          </p:cNvSpPr>
          <p:nvPr>
            <p:ph type="title"/>
          </p:nvPr>
        </p:nvSpPr>
        <p:spPr>
          <a:xfrm>
            <a:off x="838200" y="365125"/>
            <a:ext cx="10515600" cy="1325563"/>
          </a:xfrm>
        </p:spPr>
        <p:txBody>
          <a:bodyPr>
            <a:normAutofit/>
          </a:bodyPr>
          <a:lstStyle/>
          <a:p>
            <a:r>
              <a:rPr lang="en-AU" altLang="zh-CN" b="1" dirty="0"/>
              <a:t>1.2.3 Examples of Tools and Descriptions</a:t>
            </a:r>
            <a:endParaRPr lang="en-AU" dirty="0"/>
          </a:p>
        </p:txBody>
      </p:sp>
      <p:graphicFrame>
        <p:nvGraphicFramePr>
          <p:cNvPr id="5" name="Content Placeholder 2">
            <a:extLst>
              <a:ext uri="{FF2B5EF4-FFF2-40B4-BE49-F238E27FC236}">
                <a16:creationId xmlns:a16="http://schemas.microsoft.com/office/drawing/2014/main" id="{EA3B4819-C126-ED9F-8061-5E67784A0DDF}"/>
              </a:ext>
            </a:extLst>
          </p:cNvPr>
          <p:cNvGraphicFramePr>
            <a:graphicFrameLocks noGrp="1"/>
          </p:cNvGraphicFramePr>
          <p:nvPr>
            <p:ph idx="1"/>
            <p:extLst>
              <p:ext uri="{D42A27DB-BD31-4B8C-83A1-F6EECF244321}">
                <p14:modId xmlns:p14="http://schemas.microsoft.com/office/powerpoint/2010/main" val="112119821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2018138"/>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omputer script on a screen">
            <a:extLst>
              <a:ext uri="{FF2B5EF4-FFF2-40B4-BE49-F238E27FC236}">
                <a16:creationId xmlns:a16="http://schemas.microsoft.com/office/drawing/2014/main" id="{9FFBD9A6-1674-0E19-F319-6F03580AE94D}"/>
              </a:ext>
            </a:extLst>
          </p:cNvPr>
          <p:cNvPicPr>
            <a:picLocks noChangeAspect="1"/>
          </p:cNvPicPr>
          <p:nvPr/>
        </p:nvPicPr>
        <p:blipFill>
          <a:blip r:embed="rId2">
            <a:alphaModFix amt="35000"/>
          </a:blip>
          <a:srcRect t="5981" b="97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EA657D4-495C-79F7-1F7E-93DABE8F9CF2}"/>
              </a:ext>
            </a:extLst>
          </p:cNvPr>
          <p:cNvSpPr>
            <a:spLocks noGrp="1"/>
          </p:cNvSpPr>
          <p:nvPr>
            <p:ph type="title"/>
          </p:nvPr>
        </p:nvSpPr>
        <p:spPr>
          <a:xfrm>
            <a:off x="838200" y="365125"/>
            <a:ext cx="10515600" cy="1325563"/>
          </a:xfrm>
        </p:spPr>
        <p:txBody>
          <a:bodyPr>
            <a:normAutofit/>
          </a:bodyPr>
          <a:lstStyle/>
          <a:p>
            <a:r>
              <a:rPr lang="en-AU">
                <a:solidFill>
                  <a:srgbClr val="FFFFFF"/>
                </a:solidFill>
              </a:rPr>
              <a:t>1.2.4 </a:t>
            </a:r>
            <a:r>
              <a:rPr lang="en-AU" altLang="zh-CN">
                <a:solidFill>
                  <a:srgbClr val="FFFFFF"/>
                </a:solidFill>
              </a:rPr>
              <a:t>code generation</a:t>
            </a:r>
            <a:endParaRPr lang="en-AU">
              <a:solidFill>
                <a:srgbClr val="FFFFFF"/>
              </a:solidFill>
            </a:endParaRPr>
          </a:p>
        </p:txBody>
      </p:sp>
      <p:sp>
        <p:nvSpPr>
          <p:cNvPr id="3" name="Content Placeholder 2">
            <a:extLst>
              <a:ext uri="{FF2B5EF4-FFF2-40B4-BE49-F238E27FC236}">
                <a16:creationId xmlns:a16="http://schemas.microsoft.com/office/drawing/2014/main" id="{62CB5B83-1EBA-255B-2F26-012B38C7EE31}"/>
              </a:ext>
            </a:extLst>
          </p:cNvPr>
          <p:cNvSpPr>
            <a:spLocks noGrp="1"/>
          </p:cNvSpPr>
          <p:nvPr>
            <p:ph idx="1"/>
          </p:nvPr>
        </p:nvSpPr>
        <p:spPr>
          <a:xfrm>
            <a:off x="838200" y="1825625"/>
            <a:ext cx="10515600" cy="4351338"/>
          </a:xfrm>
        </p:spPr>
        <p:txBody>
          <a:bodyPr>
            <a:normAutofit/>
          </a:bodyPr>
          <a:lstStyle/>
          <a:p>
            <a:r>
              <a:rPr lang="en-GB" altLang="zh-CN">
                <a:solidFill>
                  <a:srgbClr val="FFFFFF"/>
                </a:solidFill>
              </a:rPr>
              <a:t>Code generation tools are used to </a:t>
            </a:r>
            <a:r>
              <a:rPr lang="en-GB" altLang="zh-CN" b="1">
                <a:solidFill>
                  <a:srgbClr val="FFFFFF"/>
                </a:solidFill>
              </a:rPr>
              <a:t>translate algorithms into executable Python code</a:t>
            </a:r>
            <a:r>
              <a:rPr lang="en-GB" altLang="zh-CN">
                <a:solidFill>
                  <a:srgbClr val="FFFFFF"/>
                </a:solidFill>
              </a:rPr>
              <a:t>. These tools assist programmers through syntax support and error detection.</a:t>
            </a:r>
            <a:endParaRPr lang="en-AU">
              <a:solidFill>
                <a:srgbClr val="FFFFFF"/>
              </a:solidFill>
            </a:endParaRPr>
          </a:p>
        </p:txBody>
      </p:sp>
    </p:spTree>
    <p:extLst>
      <p:ext uri="{BB962C8B-B14F-4D97-AF65-F5344CB8AC3E}">
        <p14:creationId xmlns:p14="http://schemas.microsoft.com/office/powerpoint/2010/main" val="3489426032"/>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6B980B1-A82C-55C5-37B8-ABD7DA03EE51}"/>
              </a:ext>
            </a:extLst>
          </p:cNvPr>
          <p:cNvPicPr>
            <a:picLocks noChangeAspect="1"/>
          </p:cNvPicPr>
          <p:nvPr/>
        </p:nvPicPr>
        <p:blipFill>
          <a:blip r:embed="rId2">
            <a:duotone>
              <a:prstClr val="black"/>
              <a:schemeClr val="tx2">
                <a:tint val="45000"/>
                <a:satMod val="400000"/>
              </a:schemeClr>
            </a:duotone>
            <a:alphaModFix amt="25000"/>
          </a:blip>
          <a:srcRect t="7838" b="757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D4A7277-7802-9E58-7E1E-3B3A3C26248C}"/>
              </a:ext>
            </a:extLst>
          </p:cNvPr>
          <p:cNvSpPr>
            <a:spLocks noGrp="1"/>
          </p:cNvSpPr>
          <p:nvPr>
            <p:ph type="title"/>
          </p:nvPr>
        </p:nvSpPr>
        <p:spPr>
          <a:xfrm>
            <a:off x="838200" y="365125"/>
            <a:ext cx="10515600" cy="1325563"/>
          </a:xfrm>
        </p:spPr>
        <p:txBody>
          <a:bodyPr>
            <a:normAutofit/>
          </a:bodyPr>
          <a:lstStyle/>
          <a:p>
            <a:r>
              <a:rPr lang="en-AU" altLang="zh-CN"/>
              <a:t>1.2.4 code generation tools</a:t>
            </a:r>
            <a:endParaRPr lang="en-AU" dirty="0"/>
          </a:p>
        </p:txBody>
      </p:sp>
      <p:graphicFrame>
        <p:nvGraphicFramePr>
          <p:cNvPr id="13" name="Content Placeholder 2">
            <a:extLst>
              <a:ext uri="{FF2B5EF4-FFF2-40B4-BE49-F238E27FC236}">
                <a16:creationId xmlns:a16="http://schemas.microsoft.com/office/drawing/2014/main" id="{252CFFD1-6E73-F52F-804D-33AF9BD7B174}"/>
              </a:ext>
            </a:extLst>
          </p:cNvPr>
          <p:cNvGraphicFramePr>
            <a:graphicFrameLocks noGrp="1"/>
          </p:cNvGraphicFramePr>
          <p:nvPr>
            <p:ph idx="1"/>
            <p:extLst>
              <p:ext uri="{D42A27DB-BD31-4B8C-83A1-F6EECF244321}">
                <p14:modId xmlns:p14="http://schemas.microsoft.com/office/powerpoint/2010/main" val="219924008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4460812"/>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4AA8B9-7488-D2BA-1EA7-71981911FE81}"/>
              </a:ext>
            </a:extLst>
          </p:cNvPr>
          <p:cNvSpPr>
            <a:spLocks noGrp="1"/>
          </p:cNvSpPr>
          <p:nvPr>
            <p:ph type="title"/>
          </p:nvPr>
        </p:nvSpPr>
        <p:spPr>
          <a:xfrm>
            <a:off x="686834" y="1153572"/>
            <a:ext cx="3200400" cy="4461163"/>
          </a:xfrm>
        </p:spPr>
        <p:txBody>
          <a:bodyPr>
            <a:normAutofit/>
          </a:bodyPr>
          <a:lstStyle/>
          <a:p>
            <a:r>
              <a:rPr lang="en-AU">
                <a:solidFill>
                  <a:srgbClr val="FFFFFF"/>
                </a:solidFill>
              </a:rPr>
              <a:t>1.2.5 </a:t>
            </a:r>
            <a:r>
              <a:rPr lang="en-AU" altLang="zh-CN">
                <a:solidFill>
                  <a:srgbClr val="FFFFFF"/>
                </a:solidFill>
              </a:rPr>
              <a:t>testing and debugging tools</a:t>
            </a:r>
            <a:endParaRPr lang="en-AU">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E69577D-3A7D-24A6-9EAB-2C97D91E5BA3}"/>
              </a:ext>
            </a:extLst>
          </p:cNvPr>
          <p:cNvSpPr>
            <a:spLocks noGrp="1"/>
          </p:cNvSpPr>
          <p:nvPr>
            <p:ph idx="1"/>
          </p:nvPr>
        </p:nvSpPr>
        <p:spPr>
          <a:xfrm>
            <a:off x="4447308" y="591344"/>
            <a:ext cx="6906491" cy="5585619"/>
          </a:xfrm>
        </p:spPr>
        <p:txBody>
          <a:bodyPr anchor="ctr">
            <a:normAutofit/>
          </a:bodyPr>
          <a:lstStyle/>
          <a:p>
            <a:r>
              <a:rPr lang="en-GB" altLang="zh-CN" b="1" dirty="0"/>
              <a:t>Testing</a:t>
            </a:r>
            <a:r>
              <a:rPr lang="en-GB" altLang="zh-CN" dirty="0"/>
              <a:t> is the systematic process of evaluating a software solution to ensure it meets specified requirements and functions correctly. </a:t>
            </a:r>
            <a:r>
              <a:rPr lang="en-GB" altLang="zh-CN" b="1" dirty="0"/>
              <a:t>Debugging</a:t>
            </a:r>
            <a:r>
              <a:rPr lang="en-GB" altLang="zh-CN" dirty="0"/>
              <a:t> is the process of identifying, analysing and removing errors (bugs) from code to improve functionality and performance.</a:t>
            </a:r>
          </a:p>
          <a:p>
            <a:r>
              <a:rPr lang="en-AU" dirty="0"/>
              <a:t>See full notes</a:t>
            </a:r>
          </a:p>
          <a:p>
            <a:endParaRPr lang="en-AU" dirty="0"/>
          </a:p>
        </p:txBody>
      </p:sp>
    </p:spTree>
    <p:extLst>
      <p:ext uri="{BB962C8B-B14F-4D97-AF65-F5344CB8AC3E}">
        <p14:creationId xmlns:p14="http://schemas.microsoft.com/office/powerpoint/2010/main" val="2609981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9EA061-E60E-8660-45E6-FE483E7C74E2}"/>
              </a:ext>
            </a:extLst>
          </p:cNvPr>
          <p:cNvSpPr>
            <a:spLocks noGrp="1"/>
          </p:cNvSpPr>
          <p:nvPr>
            <p:ph type="title"/>
          </p:nvPr>
        </p:nvSpPr>
        <p:spPr>
          <a:xfrm>
            <a:off x="686834" y="1153572"/>
            <a:ext cx="3200400" cy="4461163"/>
          </a:xfrm>
        </p:spPr>
        <p:txBody>
          <a:bodyPr>
            <a:normAutofit/>
          </a:bodyPr>
          <a:lstStyle/>
          <a:p>
            <a:r>
              <a:rPr lang="en-AU">
                <a:solidFill>
                  <a:srgbClr val="FFFFFF"/>
                </a:solidFill>
              </a:rPr>
              <a:t>1.2.6 Installation tools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Rectangle 3">
            <a:extLst>
              <a:ext uri="{FF2B5EF4-FFF2-40B4-BE49-F238E27FC236}">
                <a16:creationId xmlns:a16="http://schemas.microsoft.com/office/drawing/2014/main" id="{5B16058B-F59B-91EF-AA8D-6E344D75EA25}"/>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a:ln>
                  <a:noFill/>
                </a:ln>
                <a:effectLst/>
                <a:latin typeface="Arial" panose="020B0604020202020204" pitchFamily="34" charset="0"/>
              </a:rPr>
              <a:t>Installation tools and processes ensure the software can be successfully deployed on the target system.</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Dependencies</a:t>
            </a:r>
            <a:r>
              <a:rPr kumimoji="0" lang="en-US" altLang="en-US" b="0" i="0" u="none" strike="noStrike" cap="none" normalizeH="0" baseline="0">
                <a:ln>
                  <a:noFill/>
                </a:ln>
                <a:effectLst/>
                <a:latin typeface="Arial" panose="020B0604020202020204" pitchFamily="34" charset="0"/>
              </a:rPr>
              <a:t>: Identifying required libraries (e.g., Python’s </a:t>
            </a:r>
            <a:r>
              <a:rPr kumimoji="0" lang="en-US" altLang="en-US" b="0" i="0" u="none" strike="noStrike" cap="none" normalizeH="0" baseline="0" err="1">
                <a:ln>
                  <a:noFill/>
                </a:ln>
                <a:effectLst/>
                <a:latin typeface="Arial Unicode MS" panose="020B0604020202020204" pitchFamily="34" charset="-128"/>
              </a:rPr>
              <a:t>tkinter</a:t>
            </a:r>
            <a:r>
              <a:rPr kumimoji="0" lang="en-US" altLang="en-US" b="0" i="0" u="none" strike="noStrike" cap="none" normalizeH="0" baseline="0">
                <a:ln>
                  <a:noFill/>
                </a:ln>
                <a:effectLst/>
              </a:rPr>
              <a:t> for the GUI or </a:t>
            </a:r>
            <a:r>
              <a:rPr kumimoji="0" lang="en-US" altLang="en-US" b="0" i="0" u="none" strike="noStrike" cap="none" normalizeH="0" baseline="0">
                <a:ln>
                  <a:noFill/>
                </a:ln>
                <a:effectLst/>
                <a:latin typeface="Arial Unicode MS" panose="020B0604020202020204" pitchFamily="34" charset="-128"/>
              </a:rPr>
              <a:t>csv</a:t>
            </a:r>
            <a:r>
              <a:rPr kumimoji="0" lang="en-US" altLang="en-US" b="0" i="0" u="none" strike="noStrike" cap="none" normalizeH="0" baseline="0">
                <a:ln>
                  <a:noFill/>
                </a:ln>
                <a:effectLst/>
              </a:rPr>
              <a:t> for data handling)</a:t>
            </a:r>
            <a:r>
              <a:rPr kumimoji="0" lang="en-US" altLang="en-US"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Environment Setup</a:t>
            </a:r>
            <a:r>
              <a:rPr kumimoji="0" lang="en-US" altLang="en-US" b="0" i="0" u="none" strike="noStrike" cap="none" normalizeH="0" baseline="0">
                <a:ln>
                  <a:noFill/>
                </a:ln>
                <a:effectLst/>
                <a:latin typeface="Arial" panose="020B0604020202020204" pitchFamily="34" charset="0"/>
              </a:rPr>
              <a:t>: Ensuring the correct Python interpreter is installed and path variables are configured.</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Packaging</a:t>
            </a:r>
            <a:r>
              <a:rPr kumimoji="0" lang="en-US" altLang="en-US" b="0" i="0" u="none" strike="noStrike" cap="none" normalizeH="0" baseline="0">
                <a:ln>
                  <a:noFill/>
                </a:ln>
                <a:effectLst/>
                <a:latin typeface="Arial" panose="020B0604020202020204" pitchFamily="34" charset="0"/>
              </a:rPr>
              <a:t>: Using tools to bundle the script into an executable format for users who do not have a development environment.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524156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42811A-155B-555F-01A6-D344A524363F}"/>
              </a:ext>
            </a:extLst>
          </p:cNvPr>
          <p:cNvSpPr>
            <a:spLocks noGrp="1"/>
          </p:cNvSpPr>
          <p:nvPr>
            <p:ph type="title"/>
          </p:nvPr>
        </p:nvSpPr>
        <p:spPr>
          <a:xfrm>
            <a:off x="686834" y="1153572"/>
            <a:ext cx="3200400" cy="4461163"/>
          </a:xfrm>
        </p:spPr>
        <p:txBody>
          <a:bodyPr>
            <a:normAutofit/>
          </a:bodyPr>
          <a:lstStyle/>
          <a:p>
            <a:r>
              <a:rPr lang="en-AU">
                <a:solidFill>
                  <a:srgbClr val="FFFFFF"/>
                </a:solidFill>
              </a:rPr>
              <a:t>1.2.7 Maintenance</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BD46C3E5-10C0-5027-C7BB-AB1107C5A7DB}"/>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a:ln>
                  <a:noFill/>
                </a:ln>
                <a:effectLst/>
                <a:latin typeface="Arial" panose="020B0604020202020204" pitchFamily="34" charset="0"/>
              </a:rPr>
              <a:t>Maintenance ensures the software remains functional and relevant after the initial release.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Corrective Maintenance</a:t>
            </a:r>
            <a:r>
              <a:rPr kumimoji="0" lang="en-US" altLang="en-US" b="0" i="0" u="none" strike="noStrike" cap="none" normalizeH="0" baseline="0">
                <a:ln>
                  <a:noFill/>
                </a:ln>
                <a:effectLst/>
                <a:latin typeface="Arial" panose="020B0604020202020204" pitchFamily="34" charset="0"/>
              </a:rPr>
              <a:t>: Planning for debugging processes to fix errors discovered by users after deployment.</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Adaptive Maintenance</a:t>
            </a:r>
            <a:r>
              <a:rPr kumimoji="0" lang="en-US" altLang="en-US" b="0" i="0" u="none" strike="noStrike" cap="none" normalizeH="0" baseline="0">
                <a:ln>
                  <a:noFill/>
                </a:ln>
                <a:effectLst/>
                <a:latin typeface="Arial" panose="020B0604020202020204" pitchFamily="34" charset="0"/>
              </a:rPr>
              <a:t>: Updating the software to work with new operating system versions or hardware.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Perfective Maintenance</a:t>
            </a:r>
            <a:r>
              <a:rPr kumimoji="0" lang="en-US" altLang="en-US" b="0" i="0" u="none" strike="noStrike" cap="none" normalizeH="0" baseline="0">
                <a:ln>
                  <a:noFill/>
                </a:ln>
                <a:effectLst/>
                <a:latin typeface="Arial" panose="020B0604020202020204" pitchFamily="34" charset="0"/>
              </a:rPr>
              <a:t>: Adding new features based on user feedback, such as an "Innovative Feature" like the suggestion toggle in the BMI project.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1912605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CE0F-0404-B029-3F7B-C1664CF09D22}"/>
              </a:ext>
            </a:extLst>
          </p:cNvPr>
          <p:cNvSpPr>
            <a:spLocks noGrp="1"/>
          </p:cNvSpPr>
          <p:nvPr>
            <p:ph type="title"/>
          </p:nvPr>
        </p:nvSpPr>
        <p:spPr/>
        <p:txBody>
          <a:bodyPr>
            <a:normAutofit fontScale="90000"/>
          </a:bodyPr>
          <a:lstStyle/>
          <a:p>
            <a:r>
              <a:rPr lang="en-AU" dirty="0"/>
              <a:t>Explain the role of installation and maintenance tools in a software engineering project.</a:t>
            </a:r>
            <a:endParaRPr lang="en-AU"/>
          </a:p>
        </p:txBody>
      </p:sp>
      <p:sp>
        <p:nvSpPr>
          <p:cNvPr id="3" name="Content Placeholder 2">
            <a:extLst>
              <a:ext uri="{FF2B5EF4-FFF2-40B4-BE49-F238E27FC236}">
                <a16:creationId xmlns:a16="http://schemas.microsoft.com/office/drawing/2014/main" id="{6C5703E9-BD36-54A1-1C0E-B4C1EEA89D7D}"/>
              </a:ext>
            </a:extLst>
          </p:cNvPr>
          <p:cNvSpPr>
            <a:spLocks noGrp="1"/>
          </p:cNvSpPr>
          <p:nvPr>
            <p:ph idx="1"/>
          </p:nvPr>
        </p:nvSpPr>
        <p:spPr/>
        <p:txBody>
          <a:bodyPr>
            <a:normAutofit lnSpcReduction="10000"/>
          </a:bodyPr>
          <a:lstStyle/>
          <a:p>
            <a:pPr marL="0" indent="0" algn="just">
              <a:buNone/>
            </a:pPr>
            <a:r>
              <a:rPr lang="en-AU" dirty="0"/>
              <a:t>Installation tools automate the deployment and configuration of a software system, ensuring that required dependencies, directories and database schemas are correctly established in the target environment. This improves deployment consistency, reduces configuration errors and supports scalability. Maintenance tools operate after deployment and are used to monitor, update and optimise the system throughout its lifecycle. Version control systems allow rollback to stable versions, log monitoring assists in fault diagnosis, and security updates protect against vulnerabilities. Together, installation and maintenance tools ensure both initial functionality and long-term reliability, supporting performance, security and system sustainability.</a:t>
            </a:r>
          </a:p>
        </p:txBody>
      </p:sp>
    </p:spTree>
    <p:extLst>
      <p:ext uri="{BB962C8B-B14F-4D97-AF65-F5344CB8AC3E}">
        <p14:creationId xmlns:p14="http://schemas.microsoft.com/office/powerpoint/2010/main" val="2904226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F34A241E-9124-E734-1CE4-CD0820B39135}"/>
              </a:ext>
            </a:extLst>
          </p:cNvPr>
          <p:cNvSpPr>
            <a:spLocks noGrp="1"/>
          </p:cNvSpPr>
          <p:nvPr>
            <p:ph type="title"/>
          </p:nvPr>
        </p:nvSpPr>
        <p:spPr>
          <a:xfrm>
            <a:off x="2558716" y="955309"/>
            <a:ext cx="7074568" cy="2898975"/>
          </a:xfrm>
        </p:spPr>
        <p:txBody>
          <a:bodyPr vert="horz" lIns="91440" tIns="45720" rIns="91440" bIns="45720" rtlCol="0" anchor="b">
            <a:normAutofit/>
          </a:bodyPr>
          <a:lstStyle/>
          <a:p>
            <a:pPr algn="ctr"/>
            <a:r>
              <a:rPr lang="en-US" sz="6600" kern="1200">
                <a:solidFill>
                  <a:srgbClr val="FFFFFF"/>
                </a:solidFill>
                <a:latin typeface="+mj-lt"/>
                <a:ea typeface="+mj-ea"/>
                <a:cs typeface="+mj-cs"/>
              </a:rPr>
              <a:t>2 Research and Planning</a:t>
            </a:r>
          </a:p>
        </p:txBody>
      </p:sp>
      <p:sp>
        <p:nvSpPr>
          <p:cNvPr id="5" name="Text Placeholder 4">
            <a:extLst>
              <a:ext uri="{FF2B5EF4-FFF2-40B4-BE49-F238E27FC236}">
                <a16:creationId xmlns:a16="http://schemas.microsoft.com/office/drawing/2014/main" id="{E5862E7B-1E56-0E78-D2FD-E5FD1C472ACF}"/>
              </a:ext>
            </a:extLst>
          </p:cNvPr>
          <p:cNvSpPr>
            <a:spLocks noGrp="1"/>
          </p:cNvSpPr>
          <p:nvPr>
            <p:ph type="body" idx="1"/>
          </p:nvPr>
        </p:nvSpPr>
        <p:spPr>
          <a:xfrm>
            <a:off x="2634916" y="4533813"/>
            <a:ext cx="6930189" cy="938463"/>
          </a:xfrm>
        </p:spPr>
        <p:txBody>
          <a:bodyPr vert="horz" lIns="91440" tIns="45720" rIns="91440" bIns="45720" rtlCol="0">
            <a:normAutofit/>
          </a:bodyPr>
          <a:lstStyle/>
          <a:p>
            <a:pPr algn="ctr"/>
            <a:endParaRPr lang="en-US" sz="2400" kern="1200">
              <a:solidFill>
                <a:srgbClr val="FFFFFF"/>
              </a:solidFill>
              <a:latin typeface="+mn-lt"/>
              <a:ea typeface="+mn-ea"/>
              <a:cs typeface="+mn-cs"/>
            </a:endParaRPr>
          </a:p>
        </p:txBody>
      </p:sp>
      <p:sp>
        <p:nvSpPr>
          <p:cNvPr id="34"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63458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8290560" y="0"/>
            <a:ext cx="3901440" cy="6858000"/>
          </a:xfrm>
          <a:prstGeom prst="rect">
            <a:avLst/>
          </a:prstGeom>
          <a:solidFill>
            <a:srgbClr val="16305A"/>
          </a:solidFill>
          <a:ln w="12700">
            <a:solidFill>
              <a:srgbClr val="16305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Shape 1"/>
          <p:cNvSpPr/>
          <p:nvPr/>
        </p:nvSpPr>
        <p:spPr>
          <a:xfrm>
            <a:off x="8656320" y="0"/>
            <a:ext cx="3535680" cy="6858000"/>
          </a:xfrm>
          <a:prstGeom prst="rect">
            <a:avLst/>
          </a:prstGeom>
          <a:solidFill>
            <a:srgbClr val="0F2344"/>
          </a:solidFill>
          <a:ln w="12700">
            <a:solidFill>
              <a:srgbClr val="0F2344"/>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 name="Shape 2"/>
          <p:cNvSpPr/>
          <p:nvPr/>
        </p:nvSpPr>
        <p:spPr>
          <a:xfrm>
            <a:off x="8839200" y="487680"/>
            <a:ext cx="1036320" cy="34137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Shape 3"/>
          <p:cNvSpPr/>
          <p:nvPr/>
        </p:nvSpPr>
        <p:spPr>
          <a:xfrm>
            <a:off x="9058656" y="1158240"/>
            <a:ext cx="1036320" cy="341376"/>
          </a:xfrm>
          <a:prstGeom prst="rect">
            <a:avLst/>
          </a:prstGeom>
          <a:solidFill>
            <a:srgbClr val="3A8FD4"/>
          </a:solidFill>
          <a:ln w="12700">
            <a:solidFill>
              <a:srgbClr val="3A8FD4"/>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6" name="Shape 4"/>
          <p:cNvSpPr/>
          <p:nvPr/>
        </p:nvSpPr>
        <p:spPr>
          <a:xfrm>
            <a:off x="9278112" y="1828800"/>
            <a:ext cx="1036320" cy="341376"/>
          </a:xfrm>
          <a:prstGeom prst="rect">
            <a:avLst/>
          </a:prstGeom>
          <a:solidFill>
            <a:srgbClr val="4AA8E8"/>
          </a:solidFill>
          <a:ln w="12700">
            <a:solidFill>
              <a:srgbClr val="4AA8E8"/>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9497568" y="2499360"/>
            <a:ext cx="1036320" cy="341376"/>
          </a:xfrm>
          <a:prstGeom prst="rect">
            <a:avLst/>
          </a:prstGeom>
          <a:solidFill>
            <a:srgbClr val="5BBEF5"/>
          </a:solidFill>
          <a:ln w="12700">
            <a:solidFill>
              <a:srgbClr val="5BBE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Shape 6"/>
          <p:cNvSpPr/>
          <p:nvPr/>
        </p:nvSpPr>
        <p:spPr>
          <a:xfrm>
            <a:off x="9717024" y="3169920"/>
            <a:ext cx="1036320" cy="341376"/>
          </a:xfrm>
          <a:prstGeom prst="rect">
            <a:avLst/>
          </a:prstGeom>
          <a:solidFill>
            <a:srgbClr val="72CCFF"/>
          </a:solidFill>
          <a:ln w="12700">
            <a:solidFill>
              <a:srgbClr val="72CCFF"/>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731520" y="1463040"/>
            <a:ext cx="7315200" cy="1097280"/>
          </a:xfrm>
          <a:prstGeom prst="rect">
            <a:avLst/>
          </a:prstGeom>
          <a:noFill/>
          <a:ln/>
        </p:spPr>
        <p:txBody>
          <a:bodyPr wrap="square" rtlCol="0" anchor="ctr"/>
          <a:lstStyle/>
          <a:p>
            <a:pPr defTabSz="1219170"/>
            <a:r>
              <a:rPr lang="en-US" sz="5333" b="1" dirty="0">
                <a:solidFill>
                  <a:srgbClr val="FFFFFF"/>
                </a:solidFill>
                <a:latin typeface="Calibri" pitchFamily="34" charset="0"/>
                <a:ea typeface="Calibri" pitchFamily="34" charset="-122"/>
                <a:cs typeface="Calibri" pitchFamily="34" charset="-120"/>
              </a:rPr>
              <a:t>The Waterfall</a:t>
            </a:r>
            <a:endParaRPr lang="en-US" sz="5333" dirty="0">
              <a:solidFill>
                <a:prstClr val="black"/>
              </a:solidFill>
              <a:latin typeface="Calibri" panose="020F0502020204030204"/>
            </a:endParaRPr>
          </a:p>
        </p:txBody>
      </p:sp>
      <p:sp>
        <p:nvSpPr>
          <p:cNvPr id="10" name="Text 8"/>
          <p:cNvSpPr/>
          <p:nvPr/>
        </p:nvSpPr>
        <p:spPr>
          <a:xfrm>
            <a:off x="731520" y="2377440"/>
            <a:ext cx="7559040" cy="914400"/>
          </a:xfrm>
          <a:prstGeom prst="rect">
            <a:avLst/>
          </a:prstGeom>
          <a:noFill/>
          <a:ln/>
        </p:spPr>
        <p:txBody>
          <a:bodyPr wrap="square" rtlCol="0" anchor="ctr"/>
          <a:lstStyle/>
          <a:p>
            <a:pPr defTabSz="1219170"/>
            <a:r>
              <a:rPr lang="en-US" sz="4800" b="1" dirty="0">
                <a:solidFill>
                  <a:srgbClr val="A8C8F0"/>
                </a:solidFill>
                <a:latin typeface="Calibri" pitchFamily="34" charset="0"/>
                <a:ea typeface="Calibri" pitchFamily="34" charset="-122"/>
                <a:cs typeface="Calibri" pitchFamily="34" charset="-120"/>
              </a:rPr>
              <a:t>Software Development</a:t>
            </a:r>
            <a:endParaRPr lang="en-US" sz="4800" dirty="0">
              <a:solidFill>
                <a:prstClr val="black"/>
              </a:solidFill>
              <a:latin typeface="Calibri" panose="020F0502020204030204"/>
            </a:endParaRPr>
          </a:p>
        </p:txBody>
      </p:sp>
      <p:sp>
        <p:nvSpPr>
          <p:cNvPr id="11" name="Text 9"/>
          <p:cNvSpPr/>
          <p:nvPr/>
        </p:nvSpPr>
        <p:spPr>
          <a:xfrm>
            <a:off x="731520" y="3169920"/>
            <a:ext cx="7315200" cy="914400"/>
          </a:xfrm>
          <a:prstGeom prst="rect">
            <a:avLst/>
          </a:prstGeom>
          <a:noFill/>
          <a:ln/>
        </p:spPr>
        <p:txBody>
          <a:bodyPr wrap="square" rtlCol="0" anchor="ctr"/>
          <a:lstStyle/>
          <a:p>
            <a:pPr defTabSz="1219170"/>
            <a:r>
              <a:rPr lang="en-US" sz="4800" b="1" dirty="0">
                <a:solidFill>
                  <a:srgbClr val="A8C8F0"/>
                </a:solidFill>
                <a:latin typeface="Calibri" pitchFamily="34" charset="0"/>
                <a:ea typeface="Calibri" pitchFamily="34" charset="-122"/>
                <a:cs typeface="Calibri" pitchFamily="34" charset="-120"/>
              </a:rPr>
              <a:t>Approach</a:t>
            </a:r>
            <a:endParaRPr lang="en-US" sz="4800" dirty="0">
              <a:solidFill>
                <a:prstClr val="black"/>
              </a:solidFill>
              <a:latin typeface="Calibri" panose="020F0502020204030204"/>
            </a:endParaRPr>
          </a:p>
        </p:txBody>
      </p:sp>
      <p:sp>
        <p:nvSpPr>
          <p:cNvPr id="12" name="Shape 10"/>
          <p:cNvSpPr/>
          <p:nvPr/>
        </p:nvSpPr>
        <p:spPr>
          <a:xfrm>
            <a:off x="731520" y="4206240"/>
            <a:ext cx="4267200" cy="48768"/>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731520" y="4389120"/>
            <a:ext cx="7315200" cy="426720"/>
          </a:xfrm>
          <a:prstGeom prst="rect">
            <a:avLst/>
          </a:prstGeom>
          <a:noFill/>
          <a:ln/>
        </p:spPr>
        <p:txBody>
          <a:bodyPr wrap="square" rtlCol="0" anchor="ctr"/>
          <a:lstStyle/>
          <a:p>
            <a:pPr defTabSz="1219170"/>
            <a:r>
              <a:rPr lang="en-US" sz="1733" dirty="0">
                <a:solidFill>
                  <a:srgbClr val="7AAAD8"/>
                </a:solidFill>
                <a:latin typeface="Calibri" pitchFamily="34" charset="0"/>
                <a:ea typeface="Calibri" pitchFamily="34" charset="-122"/>
                <a:cs typeface="Calibri" pitchFamily="34" charset="-120"/>
              </a:rPr>
              <a:t>NSW HSC Software Engineering  |  Year 12</a:t>
            </a:r>
            <a:endParaRPr lang="en-US" sz="1733" dirty="0">
              <a:solidFill>
                <a:prstClr val="black"/>
              </a:solidFill>
              <a:latin typeface="Calibri" panose="020F0502020204030204"/>
            </a:endParaRPr>
          </a:p>
        </p:txBody>
      </p:sp>
      <p:sp>
        <p:nvSpPr>
          <p:cNvPr id="14" name="Text 12"/>
          <p:cNvSpPr/>
          <p:nvPr/>
        </p:nvSpPr>
        <p:spPr>
          <a:xfrm>
            <a:off x="731520" y="4815840"/>
            <a:ext cx="7315200" cy="365760"/>
          </a:xfrm>
          <a:prstGeom prst="rect">
            <a:avLst/>
          </a:prstGeom>
          <a:noFill/>
          <a:ln/>
        </p:spPr>
        <p:txBody>
          <a:bodyPr wrap="square" rtlCol="0" anchor="ctr"/>
          <a:lstStyle/>
          <a:p>
            <a:pPr defTabSz="1219170"/>
            <a:r>
              <a:rPr lang="en-US" sz="1600" i="1" dirty="0">
                <a:solidFill>
                  <a:srgbClr val="5A8DB8"/>
                </a:solidFill>
                <a:latin typeface="Calibri" pitchFamily="34" charset="0"/>
                <a:ea typeface="Calibri" pitchFamily="34" charset="-122"/>
                <a:cs typeface="Calibri" pitchFamily="34" charset="-120"/>
              </a:rPr>
              <a:t>Research and Planning</a:t>
            </a:r>
            <a:endParaRPr lang="en-US" sz="1600" dirty="0">
              <a:solidFill>
                <a:prstClr val="black"/>
              </a:solidFill>
              <a:latin typeface="Calibri" panose="020F0502020204030204"/>
            </a:endParaRPr>
          </a:p>
        </p:txBody>
      </p:sp>
      <p:sp>
        <p:nvSpPr>
          <p:cNvPr id="15" name="Shape 13"/>
          <p:cNvSpPr/>
          <p:nvPr/>
        </p:nvSpPr>
        <p:spPr>
          <a:xfrm>
            <a:off x="731520" y="5608320"/>
            <a:ext cx="4267200" cy="390144"/>
          </a:xfrm>
          <a:prstGeom prst="rect">
            <a:avLst/>
          </a:prstGeom>
          <a:solidFill>
            <a:srgbClr val="0F2344"/>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731520" y="5608320"/>
            <a:ext cx="4267200" cy="390144"/>
          </a:xfrm>
          <a:prstGeom prst="rect">
            <a:avLst/>
          </a:prstGeom>
          <a:noFill/>
          <a:ln/>
        </p:spPr>
        <p:txBody>
          <a:bodyPr wrap="square" lIns="0" tIns="0" rIns="0" bIns="0" rtlCol="0" anchor="ctr"/>
          <a:lstStyle/>
          <a:p>
            <a:pPr algn="ctr" defTabSz="1219170"/>
            <a:r>
              <a:rPr lang="en-US" sz="1333" dirty="0">
                <a:solidFill>
                  <a:srgbClr val="7AAAD8"/>
                </a:solidFill>
                <a:latin typeface="Calibri" pitchFamily="34" charset="0"/>
                <a:ea typeface="Calibri" pitchFamily="34" charset="-122"/>
                <a:cs typeface="Calibri" pitchFamily="34" charset="-120"/>
              </a:rPr>
              <a:t>Outcomes: SE-12-04 | SE-12-05</a:t>
            </a:r>
            <a:endParaRPr lang="en-US" sz="1333" dirty="0">
              <a:solidFill>
                <a:prstClr val="black"/>
              </a:solidFill>
              <a:latin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What is the Waterfall Model?</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Syllabus: Research and use the Waterfall software development approach</a:t>
            </a:r>
            <a:endParaRPr lang="en-US" sz="1333" dirty="0">
              <a:solidFill>
                <a:prstClr val="black"/>
              </a:solidFill>
              <a:latin typeface="Calibri" panose="020F0502020204030204"/>
            </a:endParaRPr>
          </a:p>
        </p:txBody>
      </p:sp>
      <p:sp>
        <p:nvSpPr>
          <p:cNvPr id="6" name="Shape 4"/>
          <p:cNvSpPr/>
          <p:nvPr/>
        </p:nvSpPr>
        <p:spPr>
          <a:xfrm>
            <a:off x="365760" y="1487424"/>
            <a:ext cx="11460480" cy="91440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487424"/>
            <a:ext cx="85344" cy="91440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548640" y="1487424"/>
            <a:ext cx="11094720" cy="914400"/>
          </a:xfrm>
          <a:prstGeom prst="rect">
            <a:avLst/>
          </a:prstGeom>
          <a:noFill/>
          <a:ln/>
        </p:spPr>
        <p:txBody>
          <a:bodyPr wrap="square" lIns="67733" tIns="67733" rIns="67733" bIns="67733" rtlCol="0" anchor="ctr"/>
          <a:lstStyle/>
          <a:p>
            <a:pPr defTabSz="1219170"/>
            <a:r>
              <a:rPr lang="en-US" sz="1600" b="1" dirty="0">
                <a:solidFill>
                  <a:srgbClr val="1B3A6B"/>
                </a:solidFill>
                <a:latin typeface="Calibri" pitchFamily="34" charset="0"/>
                <a:ea typeface="Calibri" pitchFamily="34" charset="-122"/>
                <a:cs typeface="Calibri" pitchFamily="34" charset="-120"/>
              </a:rPr>
              <a:t>Definition:  </a:t>
            </a:r>
            <a:r>
              <a:rPr lang="en-US" sz="1600" dirty="0">
                <a:solidFill>
                  <a:srgbClr val="1A1A2E"/>
                </a:solidFill>
                <a:latin typeface="Calibri" pitchFamily="34" charset="0"/>
                <a:ea typeface="Calibri" pitchFamily="34" charset="-122"/>
                <a:cs typeface="Calibri" pitchFamily="34" charset="-120"/>
              </a:rPr>
              <a:t>The </a:t>
            </a:r>
            <a:r>
              <a:rPr lang="en-US" sz="1600" b="1" dirty="0">
                <a:solidFill>
                  <a:srgbClr val="1B3A6B"/>
                </a:solidFill>
                <a:latin typeface="Calibri" pitchFamily="34" charset="0"/>
                <a:ea typeface="Calibri" pitchFamily="34" charset="-122"/>
                <a:cs typeface="Calibri" pitchFamily="34" charset="-120"/>
              </a:rPr>
              <a:t>Waterfall model</a:t>
            </a:r>
            <a:r>
              <a:rPr lang="en-US" sz="1600" dirty="0">
                <a:solidFill>
                  <a:srgbClr val="1A1A2E"/>
                </a:solidFill>
                <a:latin typeface="Calibri" pitchFamily="34" charset="0"/>
                <a:ea typeface="Calibri" pitchFamily="34" charset="-122"/>
                <a:cs typeface="Calibri" pitchFamily="34" charset="-120"/>
              </a:rPr>
              <a:t> is a </a:t>
            </a:r>
            <a:r>
              <a:rPr lang="en-US" sz="1600" b="1" dirty="0">
                <a:solidFill>
                  <a:srgbClr val="1B3A6B"/>
                </a:solidFill>
                <a:latin typeface="Calibri" pitchFamily="34" charset="0"/>
                <a:ea typeface="Calibri" pitchFamily="34" charset="-122"/>
                <a:cs typeface="Calibri" pitchFamily="34" charset="-120"/>
              </a:rPr>
              <a:t>linear, sequential</a:t>
            </a:r>
            <a:r>
              <a:rPr lang="en-US" sz="1600" dirty="0">
                <a:solidFill>
                  <a:srgbClr val="1A1A2E"/>
                </a:solidFill>
                <a:latin typeface="Calibri" pitchFamily="34" charset="0"/>
                <a:ea typeface="Calibri" pitchFamily="34" charset="-122"/>
                <a:cs typeface="Calibri" pitchFamily="34" charset="-120"/>
              </a:rPr>
              <a:t> software development methodology in which each stage must be </a:t>
            </a:r>
            <a:r>
              <a:rPr lang="en-US" sz="1600" b="1" dirty="0">
                <a:solidFill>
                  <a:srgbClr val="1B3A6B"/>
                </a:solidFill>
                <a:latin typeface="Calibri" pitchFamily="34" charset="0"/>
                <a:ea typeface="Calibri" pitchFamily="34" charset="-122"/>
                <a:cs typeface="Calibri" pitchFamily="34" charset="-120"/>
              </a:rPr>
              <a:t>fully completed before the next stage begins</a:t>
            </a:r>
            <a:r>
              <a:rPr lang="en-US" sz="1600" dirty="0">
                <a:solidFill>
                  <a:srgbClr val="1A1A2E"/>
                </a:solidFill>
                <a:latin typeface="Calibri" pitchFamily="34" charset="0"/>
                <a:ea typeface="Calibri" pitchFamily="34" charset="-122"/>
                <a:cs typeface="Calibri" pitchFamily="34" charset="-120"/>
              </a:rPr>
              <a:t>. Progress flows in one direction — downward — like a waterfall.</a:t>
            </a:r>
            <a:endParaRPr lang="en-US" sz="1600" dirty="0">
              <a:solidFill>
                <a:prstClr val="black"/>
              </a:solidFill>
              <a:latin typeface="Calibri" panose="020F0502020204030204"/>
            </a:endParaRPr>
          </a:p>
        </p:txBody>
      </p:sp>
      <p:sp>
        <p:nvSpPr>
          <p:cNvPr id="9" name="Shape 7"/>
          <p:cNvSpPr/>
          <p:nvPr/>
        </p:nvSpPr>
        <p:spPr>
          <a:xfrm>
            <a:off x="365760" y="2560320"/>
            <a:ext cx="3048000" cy="316992"/>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65760" y="2560320"/>
            <a:ext cx="304800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KEY CHARACTERISTICS</a:t>
            </a:r>
            <a:endParaRPr lang="en-US" sz="1133" dirty="0">
              <a:solidFill>
                <a:prstClr val="black"/>
              </a:solidFill>
              <a:latin typeface="Calibri" panose="020F0502020204030204"/>
            </a:endParaRPr>
          </a:p>
        </p:txBody>
      </p:sp>
      <p:sp>
        <p:nvSpPr>
          <p:cNvPr id="11" name="Shape 9"/>
          <p:cNvSpPr/>
          <p:nvPr/>
        </p:nvSpPr>
        <p:spPr>
          <a:xfrm>
            <a:off x="365760" y="3023616"/>
            <a:ext cx="3657600" cy="335280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Shape 10"/>
          <p:cNvSpPr/>
          <p:nvPr/>
        </p:nvSpPr>
        <p:spPr>
          <a:xfrm>
            <a:off x="365760" y="3023616"/>
            <a:ext cx="36576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365760" y="3023616"/>
            <a:ext cx="3657600" cy="438912"/>
          </a:xfrm>
          <a:prstGeom prst="rect">
            <a:avLst/>
          </a:prstGeom>
          <a:noFill/>
          <a:ln/>
        </p:spPr>
        <p:txBody>
          <a:bodyPr wrap="square" lIns="0" tIns="0" rIns="0" bIns="0" rtlCol="0" anchor="ctr"/>
          <a:lstStyle/>
          <a:p>
            <a:pPr algn="ctr" defTabSz="1219170"/>
            <a:r>
              <a:rPr lang="en-US" sz="1600" b="1" dirty="0">
                <a:solidFill>
                  <a:srgbClr val="FFFFFF"/>
                </a:solidFill>
                <a:latin typeface="Calibri" pitchFamily="34" charset="0"/>
                <a:ea typeface="Calibri" pitchFamily="34" charset="-122"/>
                <a:cs typeface="Calibri" pitchFamily="34" charset="-120"/>
              </a:rPr>
              <a:t>Deliverables</a:t>
            </a:r>
            <a:endParaRPr lang="en-US" sz="1600" dirty="0">
              <a:solidFill>
                <a:prstClr val="black"/>
              </a:solidFill>
              <a:latin typeface="Calibri" panose="020F0502020204030204"/>
            </a:endParaRPr>
          </a:p>
        </p:txBody>
      </p:sp>
      <p:sp>
        <p:nvSpPr>
          <p:cNvPr id="14" name="Text 12"/>
          <p:cNvSpPr/>
          <p:nvPr/>
        </p:nvSpPr>
        <p:spPr>
          <a:xfrm>
            <a:off x="512064" y="3535680"/>
            <a:ext cx="3364992" cy="2682240"/>
          </a:xfrm>
          <a:prstGeom prst="rect">
            <a:avLst/>
          </a:prstGeom>
          <a:noFill/>
          <a:ln/>
        </p:spPr>
        <p:txBody>
          <a:bodyPr wrap="square" lIns="67733" tIns="67733" rIns="67733" bIns="67733" rtlCol="0" anchor="t"/>
          <a:lstStyle/>
          <a:p>
            <a:pPr defTabSz="1219170"/>
            <a:r>
              <a:rPr lang="en-US" dirty="0">
                <a:solidFill>
                  <a:srgbClr val="1A1A2E"/>
                </a:solidFill>
                <a:latin typeface="Calibri" pitchFamily="34" charset="0"/>
                <a:ea typeface="Calibri" pitchFamily="34" charset="-122"/>
                <a:cs typeface="Calibri" pitchFamily="34" charset="-120"/>
              </a:rPr>
              <a:t>Each stage produces deliverables — documents, designs, code, or test reports — that form the direct input to the next stage.</a:t>
            </a:r>
            <a:endParaRPr lang="en-US" dirty="0">
              <a:solidFill>
                <a:prstClr val="black"/>
              </a:solidFill>
              <a:latin typeface="Calibri" panose="020F0502020204030204"/>
            </a:endParaRPr>
          </a:p>
        </p:txBody>
      </p:sp>
      <p:sp>
        <p:nvSpPr>
          <p:cNvPr id="15" name="Shape 13"/>
          <p:cNvSpPr/>
          <p:nvPr/>
        </p:nvSpPr>
        <p:spPr>
          <a:xfrm>
            <a:off x="4206240" y="3023616"/>
            <a:ext cx="3657600" cy="335280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Shape 14"/>
          <p:cNvSpPr/>
          <p:nvPr/>
        </p:nvSpPr>
        <p:spPr>
          <a:xfrm>
            <a:off x="4206240" y="3023616"/>
            <a:ext cx="36576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Text 15"/>
          <p:cNvSpPr/>
          <p:nvPr/>
        </p:nvSpPr>
        <p:spPr>
          <a:xfrm>
            <a:off x="4206240" y="3023616"/>
            <a:ext cx="3657600" cy="438912"/>
          </a:xfrm>
          <a:prstGeom prst="rect">
            <a:avLst/>
          </a:prstGeom>
          <a:noFill/>
          <a:ln/>
        </p:spPr>
        <p:txBody>
          <a:bodyPr wrap="square" lIns="0" tIns="0" rIns="0" bIns="0" rtlCol="0" anchor="ctr"/>
          <a:lstStyle/>
          <a:p>
            <a:pPr algn="ctr" defTabSz="1219170"/>
            <a:r>
              <a:rPr lang="en-US" sz="1600" b="1" dirty="0">
                <a:solidFill>
                  <a:srgbClr val="FFFFFF"/>
                </a:solidFill>
                <a:latin typeface="Calibri" pitchFamily="34" charset="0"/>
                <a:ea typeface="Calibri" pitchFamily="34" charset="-122"/>
                <a:cs typeface="Calibri" pitchFamily="34" charset="-120"/>
              </a:rPr>
              <a:t>Structured Process</a:t>
            </a:r>
            <a:endParaRPr lang="en-US" sz="1600" dirty="0">
              <a:solidFill>
                <a:prstClr val="black"/>
              </a:solidFill>
              <a:latin typeface="Calibri" panose="020F0502020204030204"/>
            </a:endParaRPr>
          </a:p>
        </p:txBody>
      </p:sp>
      <p:sp>
        <p:nvSpPr>
          <p:cNvPr id="18" name="Text 16"/>
          <p:cNvSpPr/>
          <p:nvPr/>
        </p:nvSpPr>
        <p:spPr>
          <a:xfrm>
            <a:off x="4352544" y="3535680"/>
            <a:ext cx="3364992" cy="2682240"/>
          </a:xfrm>
          <a:prstGeom prst="rect">
            <a:avLst/>
          </a:prstGeom>
          <a:noFill/>
          <a:ln/>
        </p:spPr>
        <p:txBody>
          <a:bodyPr wrap="square" lIns="67733" tIns="67733" rIns="67733" bIns="67733" rtlCol="0" anchor="t"/>
          <a:lstStyle/>
          <a:p>
            <a:pPr defTabSz="1219170"/>
            <a:r>
              <a:rPr lang="en-US" dirty="0">
                <a:solidFill>
                  <a:srgbClr val="1A1A2E"/>
                </a:solidFill>
                <a:latin typeface="Calibri" pitchFamily="34" charset="0"/>
                <a:ea typeface="Calibri" pitchFamily="34" charset="-122"/>
                <a:cs typeface="Calibri" pitchFamily="34" charset="-120"/>
              </a:rPr>
              <a:t>The process is structured and document-heavy, with clearly defined milestones at the completion of each stage.</a:t>
            </a:r>
          </a:p>
        </p:txBody>
      </p:sp>
      <p:sp>
        <p:nvSpPr>
          <p:cNvPr id="19" name="Shape 17"/>
          <p:cNvSpPr/>
          <p:nvPr/>
        </p:nvSpPr>
        <p:spPr>
          <a:xfrm>
            <a:off x="8046720" y="3023616"/>
            <a:ext cx="3657600" cy="335280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Shape 18"/>
          <p:cNvSpPr/>
          <p:nvPr/>
        </p:nvSpPr>
        <p:spPr>
          <a:xfrm>
            <a:off x="8046720" y="3023616"/>
            <a:ext cx="36576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1" name="Text 19"/>
          <p:cNvSpPr/>
          <p:nvPr/>
        </p:nvSpPr>
        <p:spPr>
          <a:xfrm>
            <a:off x="8046720" y="3023616"/>
            <a:ext cx="3657600" cy="438912"/>
          </a:xfrm>
          <a:prstGeom prst="rect">
            <a:avLst/>
          </a:prstGeom>
          <a:noFill/>
          <a:ln/>
        </p:spPr>
        <p:txBody>
          <a:bodyPr wrap="square" lIns="0" tIns="0" rIns="0" bIns="0" rtlCol="0" anchor="ctr"/>
          <a:lstStyle/>
          <a:p>
            <a:pPr algn="ctr" defTabSz="1219170"/>
            <a:r>
              <a:rPr lang="en-US" sz="1600" b="1" dirty="0">
                <a:solidFill>
                  <a:srgbClr val="FFFFFF"/>
                </a:solidFill>
                <a:latin typeface="Calibri" pitchFamily="34" charset="0"/>
                <a:ea typeface="Calibri" pitchFamily="34" charset="-122"/>
                <a:cs typeface="Calibri" pitchFamily="34" charset="-120"/>
              </a:rPr>
              <a:t>No Return</a:t>
            </a:r>
            <a:endParaRPr lang="en-US" sz="1600" dirty="0">
              <a:solidFill>
                <a:prstClr val="black"/>
              </a:solidFill>
              <a:latin typeface="Calibri" panose="020F0502020204030204"/>
            </a:endParaRPr>
          </a:p>
        </p:txBody>
      </p:sp>
      <p:sp>
        <p:nvSpPr>
          <p:cNvPr id="22" name="Text 20"/>
          <p:cNvSpPr/>
          <p:nvPr/>
        </p:nvSpPr>
        <p:spPr>
          <a:xfrm>
            <a:off x="8193024" y="3535680"/>
            <a:ext cx="3364992" cy="2682240"/>
          </a:xfrm>
          <a:prstGeom prst="rect">
            <a:avLst/>
          </a:prstGeom>
          <a:noFill/>
          <a:ln/>
        </p:spPr>
        <p:txBody>
          <a:bodyPr wrap="square" lIns="67733" tIns="67733" rIns="67733" bIns="67733" rtlCol="0" anchor="t"/>
          <a:lstStyle/>
          <a:p>
            <a:pPr defTabSz="1219170"/>
            <a:r>
              <a:rPr lang="en-US" dirty="0">
                <a:solidFill>
                  <a:srgbClr val="1A1A2E"/>
                </a:solidFill>
                <a:latin typeface="Calibri" pitchFamily="34" charset="0"/>
                <a:ea typeface="Calibri" pitchFamily="34" charset="-122"/>
                <a:cs typeface="Calibri" pitchFamily="34" charset="-120"/>
              </a:rPr>
              <a:t>Once a stage is signed off, returning to a previous stage is not permitted without significant cost and schedule impact.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18" grpId="0" animBg="1"/>
      <p:bldP spid="2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Logical Progression of Steps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b="1" i="1" dirty="0">
                <a:solidFill>
                  <a:srgbClr val="1B3A6B"/>
                </a:solidFill>
                <a:latin typeface="Calibri" pitchFamily="34" charset="0"/>
                <a:ea typeface="Calibri" pitchFamily="34" charset="-122"/>
                <a:cs typeface="Calibri" pitchFamily="34" charset="-120"/>
              </a:rPr>
              <a:t>Each phase must be completed and formally approved before development can advance</a:t>
            </a:r>
            <a:endParaRPr lang="en-US" b="1" dirty="0">
              <a:solidFill>
                <a:prstClr val="black"/>
              </a:solidFill>
              <a:latin typeface="Calibri" panose="020F0502020204030204"/>
            </a:endParaRPr>
          </a:p>
        </p:txBody>
      </p:sp>
      <p:sp>
        <p:nvSpPr>
          <p:cNvPr id="6" name="Text 4"/>
          <p:cNvSpPr/>
          <p:nvPr/>
        </p:nvSpPr>
        <p:spPr>
          <a:xfrm>
            <a:off x="365760" y="1432560"/>
            <a:ext cx="11460480" cy="670560"/>
          </a:xfrm>
          <a:prstGeom prst="rect">
            <a:avLst/>
          </a:prstGeom>
          <a:noFill/>
          <a:ln/>
        </p:spPr>
        <p:txBody>
          <a:bodyPr wrap="square" lIns="67733" tIns="67733" rIns="67733" bIns="67733" rtlCol="0" anchor="t"/>
          <a:lstStyle/>
          <a:p>
            <a:pPr defTabSz="1219170"/>
            <a:r>
              <a:rPr lang="en-US" sz="1600" dirty="0">
                <a:solidFill>
                  <a:srgbClr val="1A1A2E"/>
                </a:solidFill>
                <a:latin typeface="Calibri" pitchFamily="34" charset="0"/>
                <a:ea typeface="Calibri" pitchFamily="34" charset="-122"/>
                <a:cs typeface="Calibri" pitchFamily="34" charset="-120"/>
              </a:rPr>
              <a:t>Because each stage feeds directly into the next, the </a:t>
            </a:r>
            <a:r>
              <a:rPr lang="en-US" sz="1600" b="1" dirty="0">
                <a:solidFill>
                  <a:srgbClr val="1B3A6B"/>
                </a:solidFill>
                <a:latin typeface="Calibri" pitchFamily="34" charset="0"/>
                <a:ea typeface="Calibri" pitchFamily="34" charset="-122"/>
                <a:cs typeface="Calibri" pitchFamily="34" charset="-120"/>
              </a:rPr>
              <a:t>entire project can be planned upfront</a:t>
            </a:r>
            <a:r>
              <a:rPr lang="en-US" sz="1600" dirty="0">
                <a:solidFill>
                  <a:srgbClr val="1A1A2E"/>
                </a:solidFill>
                <a:latin typeface="Calibri" pitchFamily="34" charset="0"/>
                <a:ea typeface="Calibri" pitchFamily="34" charset="-122"/>
                <a:cs typeface="Calibri" pitchFamily="34" charset="-120"/>
              </a:rPr>
              <a:t>, making time and cost estimates more predictable. Requirements are </a:t>
            </a:r>
            <a:r>
              <a:rPr lang="en-US" sz="1600" b="1" dirty="0">
                <a:solidFill>
                  <a:srgbClr val="1B3A6B"/>
                </a:solidFill>
                <a:latin typeface="Calibri" pitchFamily="34" charset="0"/>
                <a:ea typeface="Calibri" pitchFamily="34" charset="-122"/>
                <a:cs typeface="Calibri" pitchFamily="34" charset="-120"/>
              </a:rPr>
              <a:t>fully understood before any code is written</a:t>
            </a:r>
            <a:r>
              <a:rPr lang="en-US" sz="1600" dirty="0">
                <a:solidFill>
                  <a:srgbClr val="1A1A2E"/>
                </a:solidFill>
                <a:latin typeface="Calibri" pitchFamily="34" charset="0"/>
                <a:ea typeface="Calibri" pitchFamily="34" charset="-122"/>
                <a:cs typeface="Calibri" pitchFamily="34" charset="-120"/>
              </a:rPr>
              <a:t>, and testing occurs only after development is complete.</a:t>
            </a:r>
            <a:endParaRPr lang="en-US" sz="1600" dirty="0">
              <a:solidFill>
                <a:prstClr val="black"/>
              </a:solidFill>
              <a:latin typeface="Calibri" panose="020F0502020204030204"/>
            </a:endParaRPr>
          </a:p>
        </p:txBody>
      </p:sp>
      <p:sp>
        <p:nvSpPr>
          <p:cNvPr id="7" name="Shape 5"/>
          <p:cNvSpPr/>
          <p:nvPr/>
        </p:nvSpPr>
        <p:spPr>
          <a:xfrm>
            <a:off x="243840" y="2377440"/>
            <a:ext cx="1304544" cy="103632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243840"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1</a:t>
            </a:r>
            <a:endParaRPr lang="en-US" sz="1467" dirty="0">
              <a:solidFill>
                <a:prstClr val="black"/>
              </a:solidFill>
              <a:latin typeface="Calibri" panose="020F0502020204030204"/>
            </a:endParaRPr>
          </a:p>
        </p:txBody>
      </p:sp>
      <p:sp>
        <p:nvSpPr>
          <p:cNvPr id="9" name="Text 7"/>
          <p:cNvSpPr/>
          <p:nvPr/>
        </p:nvSpPr>
        <p:spPr>
          <a:xfrm>
            <a:off x="243840"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Requirements</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Definition</a:t>
            </a:r>
            <a:endParaRPr lang="en-US" sz="1267" dirty="0">
              <a:solidFill>
                <a:prstClr val="black"/>
              </a:solidFill>
              <a:latin typeface="Calibri" panose="020F0502020204030204"/>
            </a:endParaRPr>
          </a:p>
        </p:txBody>
      </p:sp>
      <p:sp>
        <p:nvSpPr>
          <p:cNvPr id="10" name="Shape 8"/>
          <p:cNvSpPr/>
          <p:nvPr/>
        </p:nvSpPr>
        <p:spPr>
          <a:xfrm>
            <a:off x="1548385"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Shape 9"/>
          <p:cNvSpPr/>
          <p:nvPr/>
        </p:nvSpPr>
        <p:spPr>
          <a:xfrm>
            <a:off x="1694688" y="2377440"/>
            <a:ext cx="1304544" cy="103632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1694688"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2</a:t>
            </a:r>
            <a:endParaRPr lang="en-US" sz="1467" dirty="0">
              <a:solidFill>
                <a:prstClr val="black"/>
              </a:solidFill>
              <a:latin typeface="Calibri" panose="020F0502020204030204"/>
            </a:endParaRPr>
          </a:p>
        </p:txBody>
      </p:sp>
      <p:sp>
        <p:nvSpPr>
          <p:cNvPr id="13" name="Text 11"/>
          <p:cNvSpPr/>
          <p:nvPr/>
        </p:nvSpPr>
        <p:spPr>
          <a:xfrm>
            <a:off x="1694688"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Determining</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Specifications</a:t>
            </a:r>
            <a:endParaRPr lang="en-US" sz="1267" dirty="0">
              <a:solidFill>
                <a:prstClr val="black"/>
              </a:solidFill>
              <a:latin typeface="Calibri" panose="020F0502020204030204"/>
            </a:endParaRPr>
          </a:p>
        </p:txBody>
      </p:sp>
      <p:sp>
        <p:nvSpPr>
          <p:cNvPr id="14" name="Shape 12"/>
          <p:cNvSpPr/>
          <p:nvPr/>
        </p:nvSpPr>
        <p:spPr>
          <a:xfrm>
            <a:off x="2999233"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Shape 13"/>
          <p:cNvSpPr/>
          <p:nvPr/>
        </p:nvSpPr>
        <p:spPr>
          <a:xfrm>
            <a:off x="3145536" y="2377440"/>
            <a:ext cx="1304544" cy="103632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3145536"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3</a:t>
            </a:r>
            <a:endParaRPr lang="en-US" sz="1467" dirty="0">
              <a:solidFill>
                <a:prstClr val="black"/>
              </a:solidFill>
              <a:latin typeface="Calibri" panose="020F0502020204030204"/>
            </a:endParaRPr>
          </a:p>
        </p:txBody>
      </p:sp>
      <p:sp>
        <p:nvSpPr>
          <p:cNvPr id="17" name="Text 15"/>
          <p:cNvSpPr/>
          <p:nvPr/>
        </p:nvSpPr>
        <p:spPr>
          <a:xfrm>
            <a:off x="3145536"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Design</a:t>
            </a:r>
            <a:endParaRPr lang="en-US" sz="1267" dirty="0">
              <a:solidFill>
                <a:prstClr val="black"/>
              </a:solidFill>
              <a:latin typeface="Calibri" panose="020F0502020204030204"/>
            </a:endParaRPr>
          </a:p>
        </p:txBody>
      </p:sp>
      <p:sp>
        <p:nvSpPr>
          <p:cNvPr id="18" name="Shape 16"/>
          <p:cNvSpPr/>
          <p:nvPr/>
        </p:nvSpPr>
        <p:spPr>
          <a:xfrm>
            <a:off x="4450081"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4596384" y="2377440"/>
            <a:ext cx="1304544" cy="103632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4596384"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4</a:t>
            </a:r>
            <a:endParaRPr lang="en-US" sz="1467" dirty="0">
              <a:solidFill>
                <a:prstClr val="black"/>
              </a:solidFill>
              <a:latin typeface="Calibri" panose="020F0502020204030204"/>
            </a:endParaRPr>
          </a:p>
        </p:txBody>
      </p:sp>
      <p:sp>
        <p:nvSpPr>
          <p:cNvPr id="21" name="Text 19"/>
          <p:cNvSpPr/>
          <p:nvPr/>
        </p:nvSpPr>
        <p:spPr>
          <a:xfrm>
            <a:off x="4596384"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Development</a:t>
            </a:r>
            <a:endParaRPr lang="en-US" sz="1267" dirty="0">
              <a:solidFill>
                <a:prstClr val="black"/>
              </a:solidFill>
              <a:latin typeface="Calibri" panose="020F0502020204030204"/>
            </a:endParaRPr>
          </a:p>
        </p:txBody>
      </p:sp>
      <p:sp>
        <p:nvSpPr>
          <p:cNvPr id="22" name="Shape 20"/>
          <p:cNvSpPr/>
          <p:nvPr/>
        </p:nvSpPr>
        <p:spPr>
          <a:xfrm>
            <a:off x="5900929"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3" name="Shape 21"/>
          <p:cNvSpPr/>
          <p:nvPr/>
        </p:nvSpPr>
        <p:spPr>
          <a:xfrm>
            <a:off x="6047232" y="2377440"/>
            <a:ext cx="1304544" cy="103632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Text 22"/>
          <p:cNvSpPr/>
          <p:nvPr/>
        </p:nvSpPr>
        <p:spPr>
          <a:xfrm>
            <a:off x="6047232"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5</a:t>
            </a:r>
            <a:endParaRPr lang="en-US" sz="1467" dirty="0">
              <a:solidFill>
                <a:prstClr val="black"/>
              </a:solidFill>
              <a:latin typeface="Calibri" panose="020F0502020204030204"/>
            </a:endParaRPr>
          </a:p>
        </p:txBody>
      </p:sp>
      <p:sp>
        <p:nvSpPr>
          <p:cNvPr id="25" name="Text 23"/>
          <p:cNvSpPr/>
          <p:nvPr/>
        </p:nvSpPr>
        <p:spPr>
          <a:xfrm>
            <a:off x="6047232"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Integration</a:t>
            </a:r>
            <a:endParaRPr lang="en-US" sz="1267" dirty="0">
              <a:solidFill>
                <a:prstClr val="black"/>
              </a:solidFill>
              <a:latin typeface="Calibri" panose="020F0502020204030204"/>
            </a:endParaRPr>
          </a:p>
        </p:txBody>
      </p:sp>
      <p:sp>
        <p:nvSpPr>
          <p:cNvPr id="26" name="Shape 24"/>
          <p:cNvSpPr/>
          <p:nvPr/>
        </p:nvSpPr>
        <p:spPr>
          <a:xfrm>
            <a:off x="7351777"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7" name="Shape 25"/>
          <p:cNvSpPr/>
          <p:nvPr/>
        </p:nvSpPr>
        <p:spPr>
          <a:xfrm>
            <a:off x="7498080" y="2377440"/>
            <a:ext cx="1304544" cy="103632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7498080"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6</a:t>
            </a:r>
            <a:endParaRPr lang="en-US" sz="1467" dirty="0">
              <a:solidFill>
                <a:prstClr val="black"/>
              </a:solidFill>
              <a:latin typeface="Calibri" panose="020F0502020204030204"/>
            </a:endParaRPr>
          </a:p>
        </p:txBody>
      </p:sp>
      <p:sp>
        <p:nvSpPr>
          <p:cNvPr id="29" name="Text 27"/>
          <p:cNvSpPr/>
          <p:nvPr/>
        </p:nvSpPr>
        <p:spPr>
          <a:xfrm>
            <a:off x="7498080"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Testing &amp;</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Debugging</a:t>
            </a:r>
            <a:endParaRPr lang="en-US" sz="1267" dirty="0">
              <a:solidFill>
                <a:prstClr val="black"/>
              </a:solidFill>
              <a:latin typeface="Calibri" panose="020F0502020204030204"/>
            </a:endParaRPr>
          </a:p>
        </p:txBody>
      </p:sp>
      <p:sp>
        <p:nvSpPr>
          <p:cNvPr id="30" name="Shape 28"/>
          <p:cNvSpPr/>
          <p:nvPr/>
        </p:nvSpPr>
        <p:spPr>
          <a:xfrm>
            <a:off x="8802625"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Shape 29"/>
          <p:cNvSpPr/>
          <p:nvPr/>
        </p:nvSpPr>
        <p:spPr>
          <a:xfrm>
            <a:off x="8948928" y="2377440"/>
            <a:ext cx="1304544" cy="103632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2" name="Text 30"/>
          <p:cNvSpPr/>
          <p:nvPr/>
        </p:nvSpPr>
        <p:spPr>
          <a:xfrm>
            <a:off x="8948928"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7</a:t>
            </a:r>
            <a:endParaRPr lang="en-US" sz="1467" dirty="0">
              <a:solidFill>
                <a:prstClr val="black"/>
              </a:solidFill>
              <a:latin typeface="Calibri" panose="020F0502020204030204"/>
            </a:endParaRPr>
          </a:p>
        </p:txBody>
      </p:sp>
      <p:sp>
        <p:nvSpPr>
          <p:cNvPr id="33" name="Text 31"/>
          <p:cNvSpPr/>
          <p:nvPr/>
        </p:nvSpPr>
        <p:spPr>
          <a:xfrm>
            <a:off x="8948928"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Installation</a:t>
            </a:r>
            <a:endParaRPr lang="en-US" sz="1267" dirty="0">
              <a:solidFill>
                <a:prstClr val="black"/>
              </a:solidFill>
              <a:latin typeface="Calibri" panose="020F0502020204030204"/>
            </a:endParaRPr>
          </a:p>
        </p:txBody>
      </p:sp>
      <p:sp>
        <p:nvSpPr>
          <p:cNvPr id="34" name="Shape 32"/>
          <p:cNvSpPr/>
          <p:nvPr/>
        </p:nvSpPr>
        <p:spPr>
          <a:xfrm>
            <a:off x="10253473" y="2865120"/>
            <a:ext cx="95097" cy="609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5" name="Shape 33"/>
          <p:cNvSpPr/>
          <p:nvPr/>
        </p:nvSpPr>
        <p:spPr>
          <a:xfrm>
            <a:off x="10399776" y="2377440"/>
            <a:ext cx="1304544" cy="103632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6" name="Text 34"/>
          <p:cNvSpPr/>
          <p:nvPr/>
        </p:nvSpPr>
        <p:spPr>
          <a:xfrm>
            <a:off x="10399776" y="2401824"/>
            <a:ext cx="1304544" cy="304800"/>
          </a:xfrm>
          <a:prstGeom prst="rect">
            <a:avLst/>
          </a:prstGeom>
          <a:noFill/>
          <a:ln/>
        </p:spPr>
        <p:txBody>
          <a:bodyPr wrap="square" lIns="0" tIns="0" rIns="0" bIns="0" rtlCol="0" anchor="ctr"/>
          <a:lstStyle/>
          <a:p>
            <a:pPr algn="ctr" defTabSz="1219170"/>
            <a:r>
              <a:rPr lang="en-US" sz="1467" b="1" dirty="0">
                <a:solidFill>
                  <a:srgbClr val="A8C8F0"/>
                </a:solidFill>
                <a:latin typeface="Calibri" pitchFamily="34" charset="0"/>
                <a:ea typeface="Calibri" pitchFamily="34" charset="-122"/>
                <a:cs typeface="Calibri" pitchFamily="34" charset="-120"/>
              </a:rPr>
              <a:t>8</a:t>
            </a:r>
            <a:endParaRPr lang="en-US" sz="1467" dirty="0">
              <a:solidFill>
                <a:prstClr val="black"/>
              </a:solidFill>
              <a:latin typeface="Calibri" panose="020F0502020204030204"/>
            </a:endParaRPr>
          </a:p>
        </p:txBody>
      </p:sp>
      <p:sp>
        <p:nvSpPr>
          <p:cNvPr id="37" name="Text 35"/>
          <p:cNvSpPr/>
          <p:nvPr/>
        </p:nvSpPr>
        <p:spPr>
          <a:xfrm>
            <a:off x="10399776" y="2670048"/>
            <a:ext cx="1304544" cy="707136"/>
          </a:xfrm>
          <a:prstGeom prst="rect">
            <a:avLst/>
          </a:prstGeom>
          <a:noFill/>
          <a:ln/>
        </p:spPr>
        <p:txBody>
          <a:bodyPr wrap="square" lIns="33867" tIns="33867" rIns="33867" bIns="33867" rtlCol="0" anchor="ctr"/>
          <a:lstStyle/>
          <a:p>
            <a:pPr algn="ctr" defTabSz="1219170"/>
            <a:r>
              <a:rPr lang="en-US" sz="1267" dirty="0">
                <a:solidFill>
                  <a:srgbClr val="FFFFFF"/>
                </a:solidFill>
                <a:latin typeface="Calibri" pitchFamily="34" charset="0"/>
                <a:ea typeface="Calibri" pitchFamily="34" charset="-122"/>
                <a:cs typeface="Calibri" pitchFamily="34" charset="-120"/>
              </a:rPr>
              <a:t>Maintenance</a:t>
            </a:r>
            <a:endParaRPr lang="en-US" sz="1267" dirty="0">
              <a:solidFill>
                <a:prstClr val="black"/>
              </a:solidFill>
              <a:latin typeface="Calibri" panose="020F0502020204030204"/>
            </a:endParaRPr>
          </a:p>
        </p:txBody>
      </p:sp>
      <p:sp>
        <p:nvSpPr>
          <p:cNvPr id="38" name="Shape 36"/>
          <p:cNvSpPr/>
          <p:nvPr/>
        </p:nvSpPr>
        <p:spPr>
          <a:xfrm>
            <a:off x="365760" y="3718560"/>
            <a:ext cx="3657600" cy="268224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9" name="Text 37"/>
          <p:cNvSpPr/>
          <p:nvPr/>
        </p:nvSpPr>
        <p:spPr>
          <a:xfrm>
            <a:off x="512064" y="3779520"/>
            <a:ext cx="3364992"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Project Managers</a:t>
            </a:r>
            <a:endParaRPr lang="en-US" sz="1600" dirty="0">
              <a:solidFill>
                <a:prstClr val="black"/>
              </a:solidFill>
              <a:latin typeface="Calibri" panose="020F0502020204030204"/>
            </a:endParaRPr>
          </a:p>
        </p:txBody>
      </p:sp>
      <p:sp>
        <p:nvSpPr>
          <p:cNvPr id="40" name="Text 38"/>
          <p:cNvSpPr/>
          <p:nvPr/>
        </p:nvSpPr>
        <p:spPr>
          <a:xfrm>
            <a:off x="512064" y="4169664"/>
            <a:ext cx="3364992" cy="2133600"/>
          </a:xfrm>
          <a:prstGeom prst="rect">
            <a:avLst/>
          </a:prstGeom>
          <a:noFill/>
          <a:ln/>
        </p:spPr>
        <p:txBody>
          <a:bodyPr wrap="square" rtlCol="0" anchor="t"/>
          <a:lstStyle/>
          <a:p>
            <a:pPr defTabSz="1219170"/>
            <a:r>
              <a:rPr lang="en-US" dirty="0">
                <a:solidFill>
                  <a:srgbClr val="1A1A2E"/>
                </a:solidFill>
                <a:latin typeface="Calibri" pitchFamily="34" charset="0"/>
                <a:ea typeface="Calibri" pitchFamily="34" charset="-122"/>
                <a:cs typeface="Calibri" pitchFamily="34" charset="-120"/>
              </a:rPr>
              <a:t>Can map the entire project plan from the outset, enabling early scheduling and resource allocation.</a:t>
            </a:r>
            <a:endParaRPr lang="en-US" dirty="0">
              <a:solidFill>
                <a:prstClr val="black"/>
              </a:solidFill>
              <a:latin typeface="Calibri" panose="020F0502020204030204"/>
            </a:endParaRPr>
          </a:p>
        </p:txBody>
      </p:sp>
      <p:sp>
        <p:nvSpPr>
          <p:cNvPr id="41" name="Shape 39"/>
          <p:cNvSpPr/>
          <p:nvPr/>
        </p:nvSpPr>
        <p:spPr>
          <a:xfrm>
            <a:off x="4206240" y="3718560"/>
            <a:ext cx="3657600" cy="268224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2" name="Text 40"/>
          <p:cNvSpPr/>
          <p:nvPr/>
        </p:nvSpPr>
        <p:spPr>
          <a:xfrm>
            <a:off x="4352544" y="3779520"/>
            <a:ext cx="3364992"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Developers</a:t>
            </a:r>
            <a:endParaRPr lang="en-US" sz="1600" dirty="0">
              <a:solidFill>
                <a:prstClr val="black"/>
              </a:solidFill>
              <a:latin typeface="Calibri" panose="020F0502020204030204"/>
            </a:endParaRPr>
          </a:p>
        </p:txBody>
      </p:sp>
      <p:sp>
        <p:nvSpPr>
          <p:cNvPr id="43" name="Text 41"/>
          <p:cNvSpPr/>
          <p:nvPr/>
        </p:nvSpPr>
        <p:spPr>
          <a:xfrm>
            <a:off x="4352544" y="4169664"/>
            <a:ext cx="3364992" cy="2133600"/>
          </a:xfrm>
          <a:prstGeom prst="rect">
            <a:avLst/>
          </a:prstGeom>
          <a:noFill/>
          <a:ln/>
        </p:spPr>
        <p:txBody>
          <a:bodyPr wrap="square" rtlCol="0" anchor="t"/>
          <a:lstStyle/>
          <a:p>
            <a:pPr defTabSz="1219170"/>
            <a:r>
              <a:rPr lang="en-US" dirty="0">
                <a:solidFill>
                  <a:srgbClr val="1A1A2E"/>
                </a:solidFill>
                <a:latin typeface="Calibri" pitchFamily="34" charset="0"/>
                <a:ea typeface="Calibri" pitchFamily="34" charset="-122"/>
                <a:cs typeface="Calibri" pitchFamily="34" charset="-120"/>
              </a:rPr>
              <a:t>Receive detailed specifications and design blueprints before writing any code.</a:t>
            </a:r>
            <a:endParaRPr lang="en-US" dirty="0">
              <a:solidFill>
                <a:prstClr val="black"/>
              </a:solidFill>
              <a:latin typeface="Calibri" panose="020F0502020204030204"/>
            </a:endParaRPr>
          </a:p>
        </p:txBody>
      </p:sp>
      <p:sp>
        <p:nvSpPr>
          <p:cNvPr id="44" name="Shape 42"/>
          <p:cNvSpPr/>
          <p:nvPr/>
        </p:nvSpPr>
        <p:spPr>
          <a:xfrm>
            <a:off x="8046720" y="3718560"/>
            <a:ext cx="3657600" cy="268224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5" name="Text 43"/>
          <p:cNvSpPr/>
          <p:nvPr/>
        </p:nvSpPr>
        <p:spPr>
          <a:xfrm>
            <a:off x="8193024" y="3779520"/>
            <a:ext cx="3364992"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Clients</a:t>
            </a:r>
            <a:endParaRPr lang="en-US" sz="1600" dirty="0">
              <a:solidFill>
                <a:prstClr val="black"/>
              </a:solidFill>
              <a:latin typeface="Calibri" panose="020F0502020204030204"/>
            </a:endParaRPr>
          </a:p>
        </p:txBody>
      </p:sp>
      <p:sp>
        <p:nvSpPr>
          <p:cNvPr id="46" name="Text 44"/>
          <p:cNvSpPr/>
          <p:nvPr/>
        </p:nvSpPr>
        <p:spPr>
          <a:xfrm>
            <a:off x="8193024" y="4169664"/>
            <a:ext cx="3364992" cy="2133600"/>
          </a:xfrm>
          <a:prstGeom prst="rect">
            <a:avLst/>
          </a:prstGeom>
          <a:noFill/>
          <a:ln/>
        </p:spPr>
        <p:txBody>
          <a:bodyPr wrap="square" rtlCol="0" anchor="t"/>
          <a:lstStyle/>
          <a:p>
            <a:pPr defTabSz="1219170"/>
            <a:r>
              <a:rPr lang="en-US" dirty="0">
                <a:solidFill>
                  <a:srgbClr val="1A1A2E"/>
                </a:solidFill>
                <a:latin typeface="Calibri" pitchFamily="34" charset="0"/>
                <a:ea typeface="Calibri" pitchFamily="34" charset="-122"/>
                <a:cs typeface="Calibri" pitchFamily="34" charset="-120"/>
              </a:rPr>
              <a:t>Approve formal deliverables at each stage, ensuring transparency throughout the life cycle.</a:t>
            </a:r>
            <a:endParaRPr lang="en-US"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3" grpId="0" animBg="1"/>
      <p:bldP spid="4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1: Requirements Definition</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b="1" i="1" dirty="0">
                <a:solidFill>
                  <a:srgbClr val="1B3A6B"/>
                </a:solidFill>
                <a:latin typeface="Calibri" pitchFamily="34" charset="0"/>
                <a:ea typeface="Calibri" pitchFamily="34" charset="-122"/>
                <a:cs typeface="Calibri" pitchFamily="34" charset="-120"/>
              </a:rPr>
              <a:t>Identifying what the system must do before any technical work begins</a:t>
            </a:r>
            <a:endParaRPr lang="en-US" b="1" dirty="0">
              <a:solidFill>
                <a:prstClr val="black"/>
              </a:solidFill>
              <a:latin typeface="Calibri" panose="020F0502020204030204"/>
            </a:endParaRPr>
          </a:p>
        </p:txBody>
      </p:sp>
      <p:sp>
        <p:nvSpPr>
          <p:cNvPr id="8" name="Text 6"/>
          <p:cNvSpPr/>
          <p:nvPr/>
        </p:nvSpPr>
        <p:spPr>
          <a:xfrm>
            <a:off x="365760" y="1548384"/>
            <a:ext cx="11460480" cy="256032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The development team works with </a:t>
            </a:r>
            <a:r>
              <a:rPr lang="en-US" sz="1667" b="1" dirty="0">
                <a:solidFill>
                  <a:srgbClr val="1B3A6B"/>
                </a:solidFill>
                <a:latin typeface="Calibri" pitchFamily="34" charset="0"/>
                <a:ea typeface="Calibri" pitchFamily="34" charset="-122"/>
                <a:cs typeface="Calibri" pitchFamily="34" charset="-120"/>
              </a:rPr>
              <a:t>stakeholders</a:t>
            </a:r>
            <a:r>
              <a:rPr lang="en-US" sz="1667" dirty="0">
                <a:solidFill>
                  <a:srgbClr val="1A1A2E"/>
                </a:solidFill>
                <a:latin typeface="Calibri" pitchFamily="34" charset="0"/>
                <a:ea typeface="Calibri" pitchFamily="34" charset="-122"/>
                <a:cs typeface="Calibri" pitchFamily="34" charset="-120"/>
              </a:rPr>
              <a:t> — clients, end users, and business analysts — to identify and document all requirements.</a:t>
            </a:r>
            <a:r>
              <a:rPr lang="en-US" sz="800" dirty="0">
                <a:solidFill>
                  <a:srgbClr val="000000"/>
                </a:solidFill>
                <a:latin typeface="Calibri" panose="020F0502020204030204"/>
              </a:rPr>
              <a:t>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B3A6B"/>
                </a:solidFill>
                <a:latin typeface="Calibri" pitchFamily="34" charset="0"/>
                <a:ea typeface="Calibri" pitchFamily="34" charset="-122"/>
                <a:cs typeface="Calibri" pitchFamily="34" charset="-120"/>
              </a:rPr>
              <a:t>Functional requirements</a:t>
            </a:r>
            <a:r>
              <a:rPr lang="en-US" sz="1667" dirty="0">
                <a:solidFill>
                  <a:srgbClr val="1A1A2E"/>
                </a:solidFill>
                <a:latin typeface="Calibri" pitchFamily="34" charset="0"/>
                <a:ea typeface="Calibri" pitchFamily="34" charset="-122"/>
                <a:cs typeface="Calibri" pitchFamily="34" charset="-120"/>
              </a:rPr>
              <a:t> describe what the system must do (e.g. process a student enrolment form).</a:t>
            </a:r>
            <a:r>
              <a:rPr lang="en-US" sz="800" dirty="0">
                <a:solidFill>
                  <a:srgbClr val="000000"/>
                </a:solidFill>
                <a:latin typeface="Calibri" panose="020F0502020204030204"/>
              </a:rPr>
              <a:t>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B3A6B"/>
                </a:solidFill>
                <a:latin typeface="Calibri" pitchFamily="34" charset="0"/>
                <a:ea typeface="Calibri" pitchFamily="34" charset="-122"/>
                <a:cs typeface="Calibri" pitchFamily="34" charset="-120"/>
              </a:rPr>
              <a:t>Non-functional requirements</a:t>
            </a:r>
            <a:r>
              <a:rPr lang="en-US" sz="1667" dirty="0">
                <a:solidFill>
                  <a:srgbClr val="1A1A2E"/>
                </a:solidFill>
                <a:latin typeface="Calibri" pitchFamily="34" charset="0"/>
                <a:ea typeface="Calibri" pitchFamily="34" charset="-122"/>
                <a:cs typeface="Calibri" pitchFamily="34" charset="-120"/>
              </a:rPr>
              <a:t> describe how the system must perform (e.g. handle 500 concurrent users).</a:t>
            </a:r>
            <a:endParaRPr lang="en-US" sz="1667" dirty="0">
              <a:solidFill>
                <a:prstClr val="black"/>
              </a:solidFill>
              <a:latin typeface="Calibri" panose="020F0502020204030204"/>
            </a:endParaRPr>
          </a:p>
          <a:p>
            <a:pPr defTabSz="1219170"/>
            <a:r>
              <a:rPr lang="en-US" sz="1667" dirty="0">
                <a:solidFill>
                  <a:srgbClr val="1A1A2E"/>
                </a:solidFill>
                <a:latin typeface="Calibri" pitchFamily="34" charset="0"/>
                <a:ea typeface="Calibri" pitchFamily="34" charset="-122"/>
                <a:cs typeface="Calibri" pitchFamily="34" charset="-120"/>
              </a:rPr>
              <a:t>Key output: a </a:t>
            </a:r>
            <a:endParaRPr lang="en-US" sz="1667" dirty="0">
              <a:solidFill>
                <a:prstClr val="black"/>
              </a:solidFill>
              <a:latin typeface="Calibri" panose="020F0502020204030204"/>
            </a:endParaRPr>
          </a:p>
          <a:p>
            <a:pPr defTabSz="1219170"/>
            <a:r>
              <a:rPr lang="en-US" sz="1667" b="1" dirty="0">
                <a:solidFill>
                  <a:srgbClr val="1B3A6B"/>
                </a:solidFill>
                <a:latin typeface="Calibri" pitchFamily="34" charset="0"/>
                <a:ea typeface="Calibri" pitchFamily="34" charset="-122"/>
                <a:cs typeface="Calibri" pitchFamily="34" charset="-120"/>
              </a:rPr>
              <a:t>requirements specification document</a:t>
            </a:r>
            <a:r>
              <a:rPr lang="en-US" sz="1667" dirty="0">
                <a:solidFill>
                  <a:srgbClr val="1A1A2E"/>
                </a:solidFill>
                <a:latin typeface="Calibri" pitchFamily="34" charset="0"/>
                <a:ea typeface="Calibri" pitchFamily="34" charset="-122"/>
                <a:cs typeface="Calibri" pitchFamily="34" charset="-120"/>
              </a:rPr>
              <a:t> with formal stakeholder sign-off.</a:t>
            </a:r>
            <a:endParaRPr lang="en-US" sz="1667" dirty="0">
              <a:solidFill>
                <a:prstClr val="black"/>
              </a:solidFill>
              <a:latin typeface="Calibri" panose="020F0502020204030204"/>
            </a:endParaRPr>
          </a:p>
        </p:txBody>
      </p:sp>
      <p:sp>
        <p:nvSpPr>
          <p:cNvPr id="9" name="Shape 7"/>
          <p:cNvSpPr/>
          <p:nvPr/>
        </p:nvSpPr>
        <p:spPr>
          <a:xfrm>
            <a:off x="365760" y="3925824"/>
            <a:ext cx="11460480" cy="950976"/>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Shape 8"/>
          <p:cNvSpPr/>
          <p:nvPr/>
        </p:nvSpPr>
        <p:spPr>
          <a:xfrm>
            <a:off x="365760" y="3925824"/>
            <a:ext cx="85344" cy="95097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Text 9"/>
          <p:cNvSpPr/>
          <p:nvPr/>
        </p:nvSpPr>
        <p:spPr>
          <a:xfrm>
            <a:off x="548640" y="3925824"/>
            <a:ext cx="11241024" cy="950976"/>
          </a:xfrm>
          <a:prstGeom prst="rect">
            <a:avLst/>
          </a:prstGeom>
          <a:noFill/>
          <a:ln/>
        </p:spPr>
        <p:txBody>
          <a:bodyPr wrap="square" lIns="67733" tIns="67733" rIns="67733" bIns="67733" rtlCol="0" anchor="ctr"/>
          <a:lstStyle/>
          <a:p>
            <a:pPr defTabSz="1219170"/>
            <a:r>
              <a:rPr lang="en-US" sz="1600" b="1" dirty="0">
                <a:solidFill>
                  <a:srgbClr val="1B3A6B"/>
                </a:solidFill>
                <a:latin typeface="Calibri" pitchFamily="34" charset="0"/>
                <a:ea typeface="Calibri" pitchFamily="34" charset="-122"/>
                <a:cs typeface="Calibri" pitchFamily="34" charset="-120"/>
              </a:rPr>
              <a:t>Why it matters:  </a:t>
            </a:r>
            <a:r>
              <a:rPr lang="en-US" sz="1600" dirty="0">
                <a:solidFill>
                  <a:srgbClr val="1A1A2E"/>
                </a:solidFill>
                <a:latin typeface="Calibri" pitchFamily="34" charset="0"/>
                <a:ea typeface="Calibri" pitchFamily="34" charset="-122"/>
                <a:cs typeface="Calibri" pitchFamily="34" charset="-120"/>
              </a:rPr>
              <a:t>Errors identified at this stage cost significantly less to correct than errors discovered during testing or after deployment. Every subsequent stage builds upon this foundation.</a:t>
            </a:r>
            <a:endParaRPr lang="en-US" sz="1600" dirty="0">
              <a:solidFill>
                <a:prstClr val="black"/>
              </a:solidFill>
              <a:latin typeface="Calibri" panose="020F0502020204030204"/>
            </a:endParaRPr>
          </a:p>
        </p:txBody>
      </p:sp>
      <p:sp>
        <p:nvSpPr>
          <p:cNvPr id="12" name="Shape 10"/>
          <p:cNvSpPr/>
          <p:nvPr/>
        </p:nvSpPr>
        <p:spPr>
          <a:xfrm>
            <a:off x="365760" y="4998720"/>
            <a:ext cx="11460480" cy="140208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Shape 11"/>
          <p:cNvSpPr/>
          <p:nvPr/>
        </p:nvSpPr>
        <p:spPr>
          <a:xfrm>
            <a:off x="365760" y="4998720"/>
            <a:ext cx="85344" cy="140208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548640" y="4998720"/>
            <a:ext cx="11241024" cy="1402080"/>
          </a:xfrm>
          <a:prstGeom prst="rect">
            <a:avLst/>
          </a:prstGeom>
          <a:noFill/>
          <a:ln/>
        </p:spPr>
        <p:txBody>
          <a:bodyPr wrap="square" lIns="101600" tIns="101600" rIns="101600" bIns="101600" rtlCol="0" anchor="t"/>
          <a:lstStyle/>
          <a:p>
            <a:pPr defTabSz="1219170"/>
            <a:r>
              <a:rPr lang="en-US" sz="2000" b="1" dirty="0">
                <a:solidFill>
                  <a:srgbClr val="1D6A3A"/>
                </a:solidFill>
                <a:latin typeface="Calibri" pitchFamily="34" charset="0"/>
                <a:ea typeface="Calibri" pitchFamily="34" charset="-122"/>
                <a:cs typeface="Calibri" pitchFamily="34" charset="-120"/>
              </a:rPr>
              <a:t>Example:  </a:t>
            </a:r>
            <a:r>
              <a:rPr lang="en-US" sz="2000" dirty="0">
                <a:solidFill>
                  <a:srgbClr val="1A1A2E"/>
                </a:solidFill>
                <a:latin typeface="Calibri" pitchFamily="34" charset="0"/>
                <a:ea typeface="Calibri" pitchFamily="34" charset="-122"/>
                <a:cs typeface="Calibri" pitchFamily="34" charset="-120"/>
              </a:rPr>
              <a:t>A school management system would capture requirements such as: the system must store student attendance records, generate report cards, and allow parents to view results via a secure portal.</a:t>
            </a:r>
            <a:endParaRPr lang="en-US" sz="2000"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2: Determining Specifications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b="1" i="1" dirty="0">
                <a:solidFill>
                  <a:srgbClr val="1B3A6B"/>
                </a:solidFill>
                <a:latin typeface="Calibri" pitchFamily="34" charset="0"/>
                <a:ea typeface="Calibri" pitchFamily="34" charset="-122"/>
                <a:cs typeface="Calibri" pitchFamily="34" charset="-120"/>
              </a:rPr>
              <a:t>Translating business requirements into precise technical terms</a:t>
            </a:r>
            <a:endParaRPr lang="en-US" b="1"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2</a:t>
            </a:r>
            <a:endParaRPr lang="en-US" sz="2667" dirty="0">
              <a:solidFill>
                <a:prstClr val="black"/>
              </a:solidFill>
              <a:latin typeface="Calibri" panose="020F0502020204030204"/>
            </a:endParaRPr>
          </a:p>
        </p:txBody>
      </p:sp>
      <p:sp>
        <p:nvSpPr>
          <p:cNvPr id="8" name="Text 6"/>
          <p:cNvSpPr/>
          <p:nvPr/>
        </p:nvSpPr>
        <p:spPr>
          <a:xfrm>
            <a:off x="365760" y="1365504"/>
            <a:ext cx="10972800" cy="365760"/>
          </a:xfrm>
          <a:prstGeom prst="rect">
            <a:avLst/>
          </a:prstGeom>
          <a:noFill/>
          <a:ln/>
        </p:spPr>
        <p:txBody>
          <a:bodyPr wrap="square" rtlCol="0" anchor="ctr"/>
          <a:lstStyle/>
          <a:p>
            <a:pPr defTabSz="1219170"/>
            <a:r>
              <a:rPr lang="en-US" sz="1667" dirty="0">
                <a:solidFill>
                  <a:srgbClr val="1A1A2E"/>
                </a:solidFill>
                <a:latin typeface="Calibri" pitchFamily="34" charset="0"/>
                <a:ea typeface="Calibri" pitchFamily="34" charset="-122"/>
                <a:cs typeface="Calibri" pitchFamily="34" charset="-120"/>
              </a:rPr>
              <a:t>The team defines:</a:t>
            </a:r>
            <a:endParaRPr lang="en-US" sz="1667" dirty="0">
              <a:solidFill>
                <a:prstClr val="black"/>
              </a:solidFill>
              <a:latin typeface="Calibri" panose="020F0502020204030204"/>
            </a:endParaRPr>
          </a:p>
        </p:txBody>
      </p:sp>
      <p:sp>
        <p:nvSpPr>
          <p:cNvPr id="9" name="Shape 7"/>
          <p:cNvSpPr/>
          <p:nvPr/>
        </p:nvSpPr>
        <p:spPr>
          <a:xfrm>
            <a:off x="365760" y="1731264"/>
            <a:ext cx="2133600" cy="463296"/>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65760" y="1731264"/>
            <a:ext cx="2133600" cy="463296"/>
          </a:xfrm>
          <a:prstGeom prst="rect">
            <a:avLst/>
          </a:prstGeom>
          <a:noFill/>
          <a:ln/>
        </p:spPr>
        <p:txBody>
          <a:bodyPr wrap="square" lIns="0" tIns="0" rIns="0" bIns="0" rtlCol="0" anchor="ctr"/>
          <a:lstStyle/>
          <a:p>
            <a:pPr algn="ctr" defTabSz="1219170"/>
            <a:r>
              <a:rPr lang="en-US" sz="1400" b="1" dirty="0">
                <a:solidFill>
                  <a:srgbClr val="FFFFFF"/>
                </a:solidFill>
                <a:latin typeface="Calibri" pitchFamily="34" charset="0"/>
                <a:ea typeface="Calibri" pitchFamily="34" charset="-122"/>
                <a:cs typeface="Calibri" pitchFamily="34" charset="-120"/>
              </a:rPr>
              <a:t>Data Structures</a:t>
            </a:r>
            <a:endParaRPr lang="en-US" sz="1400" dirty="0">
              <a:solidFill>
                <a:prstClr val="black"/>
              </a:solidFill>
              <a:latin typeface="Calibri" panose="020F0502020204030204"/>
            </a:endParaRPr>
          </a:p>
        </p:txBody>
      </p:sp>
      <p:sp>
        <p:nvSpPr>
          <p:cNvPr id="11" name="Shape 9"/>
          <p:cNvSpPr/>
          <p:nvPr/>
        </p:nvSpPr>
        <p:spPr>
          <a:xfrm>
            <a:off x="2657856" y="1731264"/>
            <a:ext cx="2133600" cy="463296"/>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2657856" y="1731264"/>
            <a:ext cx="2133600" cy="463296"/>
          </a:xfrm>
          <a:prstGeom prst="rect">
            <a:avLst/>
          </a:prstGeom>
          <a:noFill/>
          <a:ln/>
        </p:spPr>
        <p:txBody>
          <a:bodyPr wrap="square" lIns="0" tIns="0" rIns="0" bIns="0" rtlCol="0" anchor="ctr"/>
          <a:lstStyle/>
          <a:p>
            <a:pPr algn="ctr" defTabSz="1219170"/>
            <a:r>
              <a:rPr lang="en-US" sz="1400" b="1" dirty="0">
                <a:solidFill>
                  <a:srgbClr val="FFFFFF"/>
                </a:solidFill>
                <a:latin typeface="Calibri" pitchFamily="34" charset="0"/>
                <a:ea typeface="Calibri" pitchFamily="34" charset="-122"/>
                <a:cs typeface="Calibri" pitchFamily="34" charset="-120"/>
              </a:rPr>
              <a:t>Data Types</a:t>
            </a:r>
            <a:endParaRPr lang="en-US" sz="1400" dirty="0">
              <a:solidFill>
                <a:prstClr val="black"/>
              </a:solidFill>
              <a:latin typeface="Calibri" panose="020F0502020204030204"/>
            </a:endParaRPr>
          </a:p>
        </p:txBody>
      </p:sp>
      <p:sp>
        <p:nvSpPr>
          <p:cNvPr id="13" name="Shape 11"/>
          <p:cNvSpPr/>
          <p:nvPr/>
        </p:nvSpPr>
        <p:spPr>
          <a:xfrm>
            <a:off x="4949952" y="1731264"/>
            <a:ext cx="2133600" cy="463296"/>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4949952" y="1731264"/>
            <a:ext cx="2133600" cy="463296"/>
          </a:xfrm>
          <a:prstGeom prst="rect">
            <a:avLst/>
          </a:prstGeom>
          <a:noFill/>
          <a:ln/>
        </p:spPr>
        <p:txBody>
          <a:bodyPr wrap="square" lIns="0" tIns="0" rIns="0" bIns="0" rtlCol="0" anchor="ctr"/>
          <a:lstStyle/>
          <a:p>
            <a:pPr algn="ctr" defTabSz="1219170"/>
            <a:r>
              <a:rPr lang="en-US" sz="1400" b="1" dirty="0">
                <a:solidFill>
                  <a:srgbClr val="FFFFFF"/>
                </a:solidFill>
                <a:latin typeface="Calibri" pitchFamily="34" charset="0"/>
                <a:ea typeface="Calibri" pitchFamily="34" charset="-122"/>
                <a:cs typeface="Calibri" pitchFamily="34" charset="-120"/>
              </a:rPr>
              <a:t>System Constraints</a:t>
            </a:r>
            <a:endParaRPr lang="en-US" sz="1400" dirty="0">
              <a:solidFill>
                <a:prstClr val="black"/>
              </a:solidFill>
              <a:latin typeface="Calibri" panose="020F0502020204030204"/>
            </a:endParaRPr>
          </a:p>
        </p:txBody>
      </p:sp>
      <p:sp>
        <p:nvSpPr>
          <p:cNvPr id="15" name="Shape 13"/>
          <p:cNvSpPr/>
          <p:nvPr/>
        </p:nvSpPr>
        <p:spPr>
          <a:xfrm>
            <a:off x="7242048" y="1731264"/>
            <a:ext cx="2133600" cy="463296"/>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7242048" y="1731264"/>
            <a:ext cx="2133600" cy="463296"/>
          </a:xfrm>
          <a:prstGeom prst="rect">
            <a:avLst/>
          </a:prstGeom>
          <a:noFill/>
          <a:ln/>
        </p:spPr>
        <p:txBody>
          <a:bodyPr wrap="square" lIns="0" tIns="0" rIns="0" bIns="0" rtlCol="0" anchor="ctr"/>
          <a:lstStyle/>
          <a:p>
            <a:pPr algn="ctr" defTabSz="1219170"/>
            <a:r>
              <a:rPr lang="en-US" sz="1400" b="1" dirty="0">
                <a:solidFill>
                  <a:srgbClr val="FFFFFF"/>
                </a:solidFill>
                <a:latin typeface="Calibri" pitchFamily="34" charset="0"/>
                <a:ea typeface="Calibri" pitchFamily="34" charset="-122"/>
                <a:cs typeface="Calibri" pitchFamily="34" charset="-120"/>
              </a:rPr>
              <a:t>Boundary Conditions</a:t>
            </a:r>
            <a:endParaRPr lang="en-US" sz="1400" dirty="0">
              <a:solidFill>
                <a:prstClr val="black"/>
              </a:solidFill>
              <a:latin typeface="Calibri" panose="020F0502020204030204"/>
            </a:endParaRPr>
          </a:p>
        </p:txBody>
      </p:sp>
      <p:sp>
        <p:nvSpPr>
          <p:cNvPr id="17" name="Shape 15"/>
          <p:cNvSpPr/>
          <p:nvPr/>
        </p:nvSpPr>
        <p:spPr>
          <a:xfrm>
            <a:off x="9534144" y="1731264"/>
            <a:ext cx="2133600" cy="463296"/>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9534144" y="1731264"/>
            <a:ext cx="2133600" cy="463296"/>
          </a:xfrm>
          <a:prstGeom prst="rect">
            <a:avLst/>
          </a:prstGeom>
          <a:noFill/>
          <a:ln/>
        </p:spPr>
        <p:txBody>
          <a:bodyPr wrap="square" lIns="0" tIns="0" rIns="0" bIns="0" rtlCol="0" anchor="ctr"/>
          <a:lstStyle/>
          <a:p>
            <a:pPr algn="ctr" defTabSz="1219170"/>
            <a:r>
              <a:rPr lang="en-US" sz="1400" b="1" dirty="0">
                <a:solidFill>
                  <a:srgbClr val="FFFFFF"/>
                </a:solidFill>
                <a:latin typeface="Calibri" pitchFamily="34" charset="0"/>
                <a:ea typeface="Calibri" pitchFamily="34" charset="-122"/>
                <a:cs typeface="Calibri" pitchFamily="34" charset="-120"/>
              </a:rPr>
              <a:t>Interface Requirements</a:t>
            </a:r>
            <a:endParaRPr lang="en-US" sz="1400" dirty="0">
              <a:solidFill>
                <a:prstClr val="black"/>
              </a:solidFill>
              <a:latin typeface="Calibri" panose="020F0502020204030204"/>
            </a:endParaRPr>
          </a:p>
        </p:txBody>
      </p:sp>
      <p:sp>
        <p:nvSpPr>
          <p:cNvPr id="19" name="Text 17"/>
          <p:cNvSpPr/>
          <p:nvPr/>
        </p:nvSpPr>
        <p:spPr>
          <a:xfrm>
            <a:off x="365760" y="2340864"/>
            <a:ext cx="11460480" cy="487680"/>
          </a:xfrm>
          <a:prstGeom prst="rect">
            <a:avLst/>
          </a:prstGeom>
          <a:noFill/>
          <a:ln/>
        </p:spPr>
        <p:txBody>
          <a:bodyPr wrap="square" lIns="67733" tIns="67733" rIns="67733" bIns="67733" rtlCol="0" anchor="ctr"/>
          <a:lstStyle/>
          <a:p>
            <a:pPr defTabSz="1219170"/>
            <a:r>
              <a:rPr lang="en-US" sz="1667" dirty="0">
                <a:solidFill>
                  <a:srgbClr val="1A1A2E"/>
                </a:solidFill>
                <a:latin typeface="Calibri" pitchFamily="34" charset="0"/>
                <a:ea typeface="Calibri" pitchFamily="34" charset="-122"/>
                <a:cs typeface="Calibri" pitchFamily="34" charset="-120"/>
              </a:rPr>
              <a:t>Key outputs include a </a:t>
            </a:r>
            <a:r>
              <a:rPr lang="en-US" sz="1667" b="1" dirty="0">
                <a:solidFill>
                  <a:srgbClr val="1B3A6B"/>
                </a:solidFill>
                <a:latin typeface="Calibri" pitchFamily="34" charset="0"/>
                <a:ea typeface="Calibri" pitchFamily="34" charset="-122"/>
                <a:cs typeface="Calibri" pitchFamily="34" charset="-120"/>
              </a:rPr>
              <a:t>system specification document</a:t>
            </a:r>
            <a:r>
              <a:rPr lang="en-US" sz="1667" dirty="0">
                <a:solidFill>
                  <a:srgbClr val="1A1A2E"/>
                </a:solidFill>
                <a:latin typeface="Calibri" pitchFamily="34" charset="0"/>
                <a:ea typeface="Calibri" pitchFamily="34" charset="-122"/>
                <a:cs typeface="Calibri" pitchFamily="34" charset="-120"/>
              </a:rPr>
              <a:t>, a </a:t>
            </a:r>
            <a:r>
              <a:rPr lang="en-US" sz="1667" b="1" dirty="0">
                <a:solidFill>
                  <a:srgbClr val="1B3A6B"/>
                </a:solidFill>
                <a:latin typeface="Calibri" pitchFamily="34" charset="0"/>
                <a:ea typeface="Calibri" pitchFamily="34" charset="-122"/>
                <a:cs typeface="Calibri" pitchFamily="34" charset="-120"/>
              </a:rPr>
              <a:t>data dictionary</a:t>
            </a:r>
            <a:r>
              <a:rPr lang="en-US" sz="1667" dirty="0">
                <a:solidFill>
                  <a:srgbClr val="1A1A2E"/>
                </a:solidFill>
                <a:latin typeface="Calibri" pitchFamily="34" charset="0"/>
                <a:ea typeface="Calibri" pitchFamily="34" charset="-122"/>
                <a:cs typeface="Calibri" pitchFamily="34" charset="-120"/>
              </a:rPr>
              <a:t>, and defined </a:t>
            </a:r>
            <a:r>
              <a:rPr lang="en-US" sz="1667" b="1" dirty="0">
                <a:solidFill>
                  <a:srgbClr val="1B3A6B"/>
                </a:solidFill>
                <a:latin typeface="Calibri" pitchFamily="34" charset="0"/>
                <a:ea typeface="Calibri" pitchFamily="34" charset="-122"/>
                <a:cs typeface="Calibri" pitchFamily="34" charset="-120"/>
              </a:rPr>
              <a:t>boundaries</a:t>
            </a:r>
            <a:r>
              <a:rPr lang="en-US" sz="1667" dirty="0">
                <a:solidFill>
                  <a:srgbClr val="1A1A2E"/>
                </a:solidFill>
                <a:latin typeface="Calibri" pitchFamily="34" charset="0"/>
                <a:ea typeface="Calibri" pitchFamily="34" charset="-122"/>
                <a:cs typeface="Calibri" pitchFamily="34" charset="-120"/>
              </a:rPr>
              <a:t> for all components.</a:t>
            </a:r>
            <a:endParaRPr lang="en-US" sz="1667" dirty="0">
              <a:solidFill>
                <a:prstClr val="black"/>
              </a:solidFill>
              <a:latin typeface="Calibri" panose="020F0502020204030204"/>
            </a:endParaRPr>
          </a:p>
        </p:txBody>
      </p:sp>
      <p:sp>
        <p:nvSpPr>
          <p:cNvPr id="20" name="Shape 18"/>
          <p:cNvSpPr/>
          <p:nvPr/>
        </p:nvSpPr>
        <p:spPr>
          <a:xfrm>
            <a:off x="365760" y="2950464"/>
            <a:ext cx="11460480"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1" name="Shape 19"/>
          <p:cNvSpPr/>
          <p:nvPr/>
        </p:nvSpPr>
        <p:spPr>
          <a:xfrm>
            <a:off x="365760" y="2950464"/>
            <a:ext cx="85344" cy="87782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548640" y="2950464"/>
            <a:ext cx="11241024" cy="877824"/>
          </a:xfrm>
          <a:prstGeom prst="rect">
            <a:avLst/>
          </a:prstGeom>
          <a:noFill/>
          <a:ln/>
        </p:spPr>
        <p:txBody>
          <a:bodyPr wrap="square" lIns="67733" tIns="67733" rIns="67733" bIns="67733" rtlCol="0" anchor="ctr"/>
          <a:lstStyle/>
          <a:p>
            <a:pPr defTabSz="1219170"/>
            <a:r>
              <a:rPr lang="en-US" sz="1467" b="1" dirty="0">
                <a:solidFill>
                  <a:srgbClr val="1B3A6B"/>
                </a:solidFill>
                <a:latin typeface="Calibri" pitchFamily="34" charset="0"/>
                <a:ea typeface="Calibri" pitchFamily="34" charset="-122"/>
                <a:cs typeface="Calibri" pitchFamily="34" charset="-120"/>
              </a:rPr>
              <a:t>Why it matters:  </a:t>
            </a:r>
            <a:r>
              <a:rPr lang="en-US" sz="1467" dirty="0">
                <a:solidFill>
                  <a:srgbClr val="1A1A2E"/>
                </a:solidFill>
                <a:latin typeface="Calibri" pitchFamily="34" charset="0"/>
                <a:ea typeface="Calibri" pitchFamily="34" charset="-122"/>
                <a:cs typeface="Calibri" pitchFamily="34" charset="-120"/>
              </a:rPr>
              <a:t>Specifications bridge the gap between what the client needs and what developers will build. Ambiguities in the requirements are resolved here before design begins.</a:t>
            </a:r>
            <a:endParaRPr lang="en-US" sz="1467" dirty="0">
              <a:solidFill>
                <a:prstClr val="black"/>
              </a:solidFill>
              <a:latin typeface="Calibri" panose="020F0502020204030204"/>
            </a:endParaRPr>
          </a:p>
        </p:txBody>
      </p:sp>
      <p:sp>
        <p:nvSpPr>
          <p:cNvPr id="23" name="Shape 21"/>
          <p:cNvSpPr/>
          <p:nvPr/>
        </p:nvSpPr>
        <p:spPr>
          <a:xfrm>
            <a:off x="365760" y="3950208"/>
            <a:ext cx="11460480" cy="134112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Shape 22"/>
          <p:cNvSpPr/>
          <p:nvPr/>
        </p:nvSpPr>
        <p:spPr>
          <a:xfrm>
            <a:off x="365760" y="3950208"/>
            <a:ext cx="85344" cy="134112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Text 23"/>
          <p:cNvSpPr/>
          <p:nvPr/>
        </p:nvSpPr>
        <p:spPr>
          <a:xfrm>
            <a:off x="548640" y="3950208"/>
            <a:ext cx="11241024" cy="1341120"/>
          </a:xfrm>
          <a:prstGeom prst="rect">
            <a:avLst/>
          </a:prstGeom>
          <a:noFill/>
          <a:ln/>
        </p:spPr>
        <p:txBody>
          <a:bodyPr wrap="square" lIns="101600" tIns="101600" rIns="101600" bIns="101600" rtlCol="0" anchor="t"/>
          <a:lstStyle/>
          <a:p>
            <a:pPr defTabSz="1219170"/>
            <a:r>
              <a:rPr lang="en-US" sz="1600" b="1" dirty="0">
                <a:solidFill>
                  <a:srgbClr val="1D6A3A"/>
                </a:solidFill>
                <a:latin typeface="Calibri" pitchFamily="34" charset="0"/>
                <a:ea typeface="Calibri" pitchFamily="34" charset="-122"/>
                <a:cs typeface="Calibri" pitchFamily="34" charset="-120"/>
              </a:rPr>
              <a:t>Example:  </a:t>
            </a:r>
            <a:r>
              <a:rPr lang="en-US" sz="1600" dirty="0">
                <a:solidFill>
                  <a:srgbClr val="1A1A2E"/>
                </a:solidFill>
                <a:latin typeface="Calibri" pitchFamily="34" charset="0"/>
                <a:ea typeface="Calibri" pitchFamily="34" charset="-122"/>
                <a:cs typeface="Calibri" pitchFamily="34" charset="-120"/>
              </a:rPr>
              <a:t>The specification for the student portal might define that student_id is an integer of maximum 8 digits, attendance is stored as a Boolean per school day, and the system must respond to login requests within 2 seconds.</a:t>
            </a:r>
            <a:endParaRPr lang="en-US" sz="1600" dirty="0">
              <a:solidFill>
                <a:prstClr val="black"/>
              </a:solidFill>
              <a:latin typeface="Calibri" panose="020F0502020204030204"/>
            </a:endParaRPr>
          </a:p>
        </p:txBody>
      </p:sp>
      <p:sp>
        <p:nvSpPr>
          <p:cNvPr id="26" name="Shape 24"/>
          <p:cNvSpPr/>
          <p:nvPr/>
        </p:nvSpPr>
        <p:spPr>
          <a:xfrm>
            <a:off x="365760" y="5413248"/>
            <a:ext cx="11460480" cy="1048512"/>
          </a:xfrm>
          <a:prstGeom prst="rect">
            <a:avLst/>
          </a:prstGeom>
          <a:solidFill>
            <a:srgbClr val="F4F6F9"/>
          </a:solidFill>
          <a:ln w="12700">
            <a:solidFill>
              <a:srgbClr val="CCCCCC"/>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7" name="Text 25"/>
          <p:cNvSpPr/>
          <p:nvPr/>
        </p:nvSpPr>
        <p:spPr>
          <a:xfrm>
            <a:off x="609600" y="5413248"/>
            <a:ext cx="11094720" cy="1048512"/>
          </a:xfrm>
          <a:prstGeom prst="rect">
            <a:avLst/>
          </a:prstGeom>
          <a:noFill/>
          <a:ln/>
        </p:spPr>
        <p:txBody>
          <a:bodyPr wrap="square" lIns="101600" tIns="101600" rIns="101600" bIns="101600" rtlCol="0" anchor="ctr"/>
          <a:lstStyle/>
          <a:p>
            <a:pPr defTabSz="1219170"/>
            <a:r>
              <a:rPr lang="en-US" b="1" dirty="0">
                <a:solidFill>
                  <a:srgbClr val="1B3A6B"/>
                </a:solidFill>
                <a:latin typeface="Calibri" pitchFamily="34" charset="0"/>
                <a:ea typeface="Calibri" pitchFamily="34" charset="-122"/>
                <a:cs typeface="Calibri" pitchFamily="34" charset="-120"/>
              </a:rPr>
              <a:t>Specifications vs Requirements:  </a:t>
            </a:r>
            <a:r>
              <a:rPr lang="en-US" dirty="0">
                <a:solidFill>
                  <a:srgbClr val="1A1A2E"/>
                </a:solidFill>
                <a:latin typeface="Calibri" pitchFamily="34" charset="0"/>
                <a:ea typeface="Calibri" pitchFamily="34" charset="-122"/>
                <a:cs typeface="Calibri" pitchFamily="34" charset="-120"/>
              </a:rPr>
              <a:t>Requirements state </a:t>
            </a:r>
            <a:r>
              <a:rPr lang="en-US" b="1" i="1" dirty="0">
                <a:solidFill>
                  <a:srgbClr val="1B3A6B"/>
                </a:solidFill>
                <a:latin typeface="Calibri" pitchFamily="34" charset="0"/>
                <a:ea typeface="Calibri" pitchFamily="34" charset="-122"/>
                <a:cs typeface="Calibri" pitchFamily="34" charset="-120"/>
              </a:rPr>
              <a:t>what</a:t>
            </a:r>
            <a:r>
              <a:rPr lang="en-US" dirty="0">
                <a:solidFill>
                  <a:srgbClr val="1A1A2E"/>
                </a:solidFill>
                <a:latin typeface="Calibri" pitchFamily="34" charset="0"/>
                <a:ea typeface="Calibri" pitchFamily="34" charset="-122"/>
                <a:cs typeface="Calibri" pitchFamily="34" charset="-120"/>
              </a:rPr>
              <a:t> the system must do. Specifications define </a:t>
            </a:r>
            <a:r>
              <a:rPr lang="en-US" b="1" i="1" dirty="0">
                <a:solidFill>
                  <a:srgbClr val="1B3A6B"/>
                </a:solidFill>
                <a:latin typeface="Calibri" pitchFamily="34" charset="0"/>
                <a:ea typeface="Calibri" pitchFamily="34" charset="-122"/>
                <a:cs typeface="Calibri" pitchFamily="34" charset="-120"/>
              </a:rPr>
              <a:t>how</a:t>
            </a:r>
            <a:r>
              <a:rPr lang="en-US" dirty="0">
                <a:solidFill>
                  <a:srgbClr val="1A1A2E"/>
                </a:solidFill>
                <a:latin typeface="Calibri" pitchFamily="34" charset="0"/>
                <a:ea typeface="Calibri" pitchFamily="34" charset="-122"/>
                <a:cs typeface="Calibri" pitchFamily="34" charset="-120"/>
              </a:rPr>
              <a:t> it will be built, in precise technical terms.</a:t>
            </a:r>
            <a:endParaRPr lang="en-US"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3: Design</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sz="1600" b="1" i="1" dirty="0">
                <a:solidFill>
                  <a:srgbClr val="1B3A6B"/>
                </a:solidFill>
                <a:latin typeface="Calibri" pitchFamily="34" charset="0"/>
                <a:ea typeface="Calibri" pitchFamily="34" charset="-122"/>
                <a:cs typeface="Calibri" pitchFamily="34" charset="-120"/>
              </a:rPr>
              <a:t>Planning the system architecture and structure before a single line of code is written</a:t>
            </a:r>
            <a:endParaRPr lang="en-US" sz="1600" b="1"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3</a:t>
            </a:r>
            <a:endParaRPr lang="en-US" sz="2667" dirty="0">
              <a:solidFill>
                <a:prstClr val="black"/>
              </a:solidFill>
              <a:latin typeface="Calibri" panose="020F0502020204030204"/>
            </a:endParaRPr>
          </a:p>
        </p:txBody>
      </p:sp>
      <p:sp>
        <p:nvSpPr>
          <p:cNvPr id="8" name="Text 6"/>
          <p:cNvSpPr/>
          <p:nvPr/>
        </p:nvSpPr>
        <p:spPr>
          <a:xfrm>
            <a:off x="762000" y="1327551"/>
            <a:ext cx="10728960" cy="67056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The </a:t>
            </a:r>
            <a:r>
              <a:rPr lang="en-US" sz="1667" b="1" dirty="0">
                <a:solidFill>
                  <a:srgbClr val="1B3A6B"/>
                </a:solidFill>
                <a:latin typeface="Calibri" pitchFamily="34" charset="0"/>
                <a:ea typeface="Calibri" pitchFamily="34" charset="-122"/>
                <a:cs typeface="Calibri" pitchFamily="34" charset="-120"/>
              </a:rPr>
              <a:t>system architecture</a:t>
            </a:r>
            <a:r>
              <a:rPr lang="en-US" sz="1667" dirty="0">
                <a:solidFill>
                  <a:srgbClr val="1A1A2E"/>
                </a:solidFill>
                <a:latin typeface="Calibri" pitchFamily="34" charset="0"/>
                <a:ea typeface="Calibri" pitchFamily="34" charset="-122"/>
                <a:cs typeface="Calibri" pitchFamily="34" charset="-120"/>
              </a:rPr>
              <a:t> is planned in detail, including overall structure, </a:t>
            </a:r>
            <a:r>
              <a:rPr lang="en-US" sz="1667" b="1" dirty="0">
                <a:solidFill>
                  <a:srgbClr val="1B3A6B"/>
                </a:solidFill>
                <a:latin typeface="Calibri" pitchFamily="34" charset="0"/>
                <a:ea typeface="Calibri" pitchFamily="34" charset="-122"/>
                <a:cs typeface="Calibri" pitchFamily="34" charset="-120"/>
              </a:rPr>
              <a:t>database schema</a:t>
            </a:r>
            <a:r>
              <a:rPr lang="en-US" sz="1667" dirty="0">
                <a:solidFill>
                  <a:srgbClr val="1A1A2E"/>
                </a:solidFill>
                <a:latin typeface="Calibri" pitchFamily="34" charset="0"/>
                <a:ea typeface="Calibri" pitchFamily="34" charset="-122"/>
                <a:cs typeface="Calibri" pitchFamily="34" charset="-120"/>
              </a:rPr>
              <a:t>, </a:t>
            </a:r>
            <a:r>
              <a:rPr lang="en-US" sz="1667" b="1" dirty="0">
                <a:solidFill>
                  <a:srgbClr val="1B3A6B"/>
                </a:solidFill>
                <a:latin typeface="Calibri" pitchFamily="34" charset="0"/>
                <a:ea typeface="Calibri" pitchFamily="34" charset="-122"/>
                <a:cs typeface="Calibri" pitchFamily="34" charset="-120"/>
              </a:rPr>
              <a:t>UI layouts</a:t>
            </a:r>
            <a:r>
              <a:rPr lang="en-US" sz="1667" dirty="0">
                <a:solidFill>
                  <a:srgbClr val="1A1A2E"/>
                </a:solidFill>
                <a:latin typeface="Calibri" pitchFamily="34" charset="0"/>
                <a:ea typeface="Calibri" pitchFamily="34" charset="-122"/>
                <a:cs typeface="Calibri" pitchFamily="34" charset="-120"/>
              </a:rPr>
              <a:t>, </a:t>
            </a:r>
            <a:r>
              <a:rPr lang="en-US" sz="1667" b="1" dirty="0">
                <a:solidFill>
                  <a:srgbClr val="1B3A6B"/>
                </a:solidFill>
                <a:latin typeface="Calibri" pitchFamily="34" charset="0"/>
                <a:ea typeface="Calibri" pitchFamily="34" charset="-122"/>
                <a:cs typeface="Calibri" pitchFamily="34" charset="-120"/>
              </a:rPr>
              <a:t>algorithm design</a:t>
            </a:r>
            <a:r>
              <a:rPr lang="en-US" sz="1667" dirty="0">
                <a:solidFill>
                  <a:srgbClr val="1A1A2E"/>
                </a:solidFill>
                <a:latin typeface="Calibri" pitchFamily="34" charset="0"/>
                <a:ea typeface="Calibri" pitchFamily="34" charset="-122"/>
                <a:cs typeface="Calibri" pitchFamily="34" charset="-120"/>
              </a:rPr>
              <a:t>, and </a:t>
            </a:r>
            <a:r>
              <a:rPr lang="en-US" sz="1667" b="1" dirty="0">
                <a:solidFill>
                  <a:srgbClr val="1B3A6B"/>
                </a:solidFill>
                <a:latin typeface="Calibri" pitchFamily="34" charset="0"/>
                <a:ea typeface="Calibri" pitchFamily="34" charset="-122"/>
                <a:cs typeface="Calibri" pitchFamily="34" charset="-120"/>
              </a:rPr>
              <a:t>data flow</a:t>
            </a:r>
            <a:r>
              <a:rPr lang="en-US" sz="1667" dirty="0">
                <a:solidFill>
                  <a:srgbClr val="1A1A2E"/>
                </a:solidFill>
                <a:latin typeface="Calibri" pitchFamily="34" charset="0"/>
                <a:ea typeface="Calibri" pitchFamily="34" charset="-122"/>
                <a:cs typeface="Calibri" pitchFamily="34" charset="-120"/>
              </a:rPr>
              <a:t> between components.</a:t>
            </a:r>
            <a:endParaRPr lang="en-US" sz="1667" dirty="0">
              <a:solidFill>
                <a:prstClr val="black"/>
              </a:solidFill>
              <a:latin typeface="Calibri" panose="020F0502020204030204"/>
            </a:endParaRPr>
          </a:p>
        </p:txBody>
      </p:sp>
      <p:sp>
        <p:nvSpPr>
          <p:cNvPr id="9" name="Shape 7"/>
          <p:cNvSpPr/>
          <p:nvPr/>
        </p:nvSpPr>
        <p:spPr>
          <a:xfrm>
            <a:off x="365760" y="2011680"/>
            <a:ext cx="5486400" cy="121920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512064" y="2048256"/>
            <a:ext cx="5193792" cy="365760"/>
          </a:xfrm>
          <a:prstGeom prst="rect">
            <a:avLst/>
          </a:prstGeom>
          <a:noFill/>
          <a:ln/>
        </p:spPr>
        <p:txBody>
          <a:bodyPr wrap="square" lIns="0" tIns="0" rIns="0" bIns="0" rtlCol="0" anchor="ctr"/>
          <a:lstStyle/>
          <a:p>
            <a:pPr defTabSz="1219170"/>
            <a:r>
              <a:rPr lang="en-US" sz="1667" b="1" dirty="0">
                <a:solidFill>
                  <a:srgbClr val="FFFFFF"/>
                </a:solidFill>
                <a:latin typeface="Calibri" pitchFamily="34" charset="0"/>
                <a:ea typeface="Calibri" pitchFamily="34" charset="-122"/>
                <a:cs typeface="Calibri" pitchFamily="34" charset="-120"/>
              </a:rPr>
              <a:t>High-Level Design</a:t>
            </a:r>
            <a:endParaRPr lang="en-US" sz="1667" dirty="0">
              <a:solidFill>
                <a:prstClr val="black"/>
              </a:solidFill>
              <a:latin typeface="Calibri" panose="020F0502020204030204"/>
            </a:endParaRPr>
          </a:p>
        </p:txBody>
      </p:sp>
      <p:sp>
        <p:nvSpPr>
          <p:cNvPr id="11" name="Text 9"/>
          <p:cNvSpPr/>
          <p:nvPr/>
        </p:nvSpPr>
        <p:spPr>
          <a:xfrm>
            <a:off x="512064" y="2389632"/>
            <a:ext cx="5193792" cy="731520"/>
          </a:xfrm>
          <a:prstGeom prst="rect">
            <a:avLst/>
          </a:prstGeom>
          <a:noFill/>
          <a:ln/>
        </p:spPr>
        <p:txBody>
          <a:bodyPr wrap="square" rtlCol="0" anchor="t"/>
          <a:lstStyle/>
          <a:p>
            <a:pPr defTabSz="1219170"/>
            <a:r>
              <a:rPr lang="en-US" sz="1467" dirty="0">
                <a:solidFill>
                  <a:srgbClr val="D6E4F0"/>
                </a:solidFill>
                <a:latin typeface="Calibri" pitchFamily="34" charset="0"/>
                <a:ea typeface="Calibri" pitchFamily="34" charset="-122"/>
                <a:cs typeface="Calibri" pitchFamily="34" charset="-120"/>
              </a:rPr>
              <a:t>Overall system architecture — how major components connect and communicate with one another.</a:t>
            </a:r>
            <a:endParaRPr lang="en-US" sz="1467" dirty="0">
              <a:solidFill>
                <a:prstClr val="black"/>
              </a:solidFill>
              <a:latin typeface="Calibri" panose="020F0502020204030204"/>
            </a:endParaRPr>
          </a:p>
        </p:txBody>
      </p:sp>
      <p:sp>
        <p:nvSpPr>
          <p:cNvPr id="12" name="Shape 10"/>
          <p:cNvSpPr/>
          <p:nvPr/>
        </p:nvSpPr>
        <p:spPr>
          <a:xfrm>
            <a:off x="6156960" y="2011680"/>
            <a:ext cx="5486400" cy="121920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6303264" y="2048256"/>
            <a:ext cx="5193792" cy="365760"/>
          </a:xfrm>
          <a:prstGeom prst="rect">
            <a:avLst/>
          </a:prstGeom>
          <a:noFill/>
          <a:ln/>
        </p:spPr>
        <p:txBody>
          <a:bodyPr wrap="square" lIns="0" tIns="0" rIns="0" bIns="0" rtlCol="0" anchor="ctr"/>
          <a:lstStyle/>
          <a:p>
            <a:pPr defTabSz="1219170"/>
            <a:r>
              <a:rPr lang="en-US" sz="1667" b="1" dirty="0">
                <a:solidFill>
                  <a:srgbClr val="FFFFFF"/>
                </a:solidFill>
                <a:latin typeface="Calibri" pitchFamily="34" charset="0"/>
                <a:ea typeface="Calibri" pitchFamily="34" charset="-122"/>
                <a:cs typeface="Calibri" pitchFamily="34" charset="-120"/>
              </a:rPr>
              <a:t>Low-Level Design</a:t>
            </a:r>
            <a:endParaRPr lang="en-US" sz="1667" dirty="0">
              <a:solidFill>
                <a:prstClr val="black"/>
              </a:solidFill>
              <a:latin typeface="Calibri" panose="020F0502020204030204"/>
            </a:endParaRPr>
          </a:p>
        </p:txBody>
      </p:sp>
      <p:sp>
        <p:nvSpPr>
          <p:cNvPr id="14" name="Text 12"/>
          <p:cNvSpPr/>
          <p:nvPr/>
        </p:nvSpPr>
        <p:spPr>
          <a:xfrm>
            <a:off x="6303264" y="2389632"/>
            <a:ext cx="5193792" cy="731520"/>
          </a:xfrm>
          <a:prstGeom prst="rect">
            <a:avLst/>
          </a:prstGeom>
          <a:noFill/>
          <a:ln/>
        </p:spPr>
        <p:txBody>
          <a:bodyPr wrap="square" rtlCol="0" anchor="t"/>
          <a:lstStyle/>
          <a:p>
            <a:pPr defTabSz="1219170"/>
            <a:r>
              <a:rPr lang="en-US" sz="1467" dirty="0">
                <a:solidFill>
                  <a:srgbClr val="D6E4F0"/>
                </a:solidFill>
                <a:latin typeface="Calibri" pitchFamily="34" charset="0"/>
                <a:ea typeface="Calibri" pitchFamily="34" charset="-122"/>
                <a:cs typeface="Calibri" pitchFamily="34" charset="-120"/>
              </a:rPr>
              <a:t>Individual module detail — specific algorithms, data structures, and logic for each component.</a:t>
            </a:r>
            <a:endParaRPr lang="en-US" sz="1467" dirty="0">
              <a:solidFill>
                <a:prstClr val="black"/>
              </a:solidFill>
              <a:latin typeface="Calibri" panose="020F0502020204030204"/>
            </a:endParaRPr>
          </a:p>
        </p:txBody>
      </p:sp>
      <p:sp>
        <p:nvSpPr>
          <p:cNvPr id="15" name="Shape 13"/>
          <p:cNvSpPr/>
          <p:nvPr/>
        </p:nvSpPr>
        <p:spPr>
          <a:xfrm>
            <a:off x="365760" y="3389376"/>
            <a:ext cx="2194560" cy="316992"/>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365760" y="3389376"/>
            <a:ext cx="219456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KEY OUTPUTS</a:t>
            </a:r>
            <a:endParaRPr lang="en-US" sz="1133" dirty="0">
              <a:solidFill>
                <a:prstClr val="black"/>
              </a:solidFill>
              <a:latin typeface="Calibri" panose="020F0502020204030204"/>
            </a:endParaRPr>
          </a:p>
        </p:txBody>
      </p:sp>
      <p:sp>
        <p:nvSpPr>
          <p:cNvPr id="17" name="Text 15"/>
          <p:cNvSpPr/>
          <p:nvPr/>
        </p:nvSpPr>
        <p:spPr>
          <a:xfrm>
            <a:off x="365760" y="3779520"/>
            <a:ext cx="5486400" cy="1828800"/>
          </a:xfrm>
          <a:prstGeom prst="rect">
            <a:avLst/>
          </a:prstGeom>
          <a:noFill/>
          <a:ln/>
        </p:spPr>
        <p:txBody>
          <a:bodyPr wrap="square" lIns="67733" tIns="67733" rIns="67733" bIns="67733" rtlCol="0" anchor="t"/>
          <a:lstStyle/>
          <a:p>
            <a:pPr marL="457189" indent="-457189" defTabSz="1219170">
              <a:buSzPct val="100000"/>
              <a:buFontTx/>
              <a:buChar char="•"/>
            </a:pPr>
            <a:r>
              <a:rPr lang="en-US" sz="1600" dirty="0">
                <a:solidFill>
                  <a:srgbClr val="1A1A2E"/>
                </a:solidFill>
                <a:latin typeface="Calibri" pitchFamily="34" charset="0"/>
                <a:ea typeface="Calibri" pitchFamily="34" charset="-122"/>
                <a:cs typeface="Calibri" pitchFamily="34" charset="-120"/>
              </a:rPr>
              <a:t>System architecture diagrams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1A1A2E"/>
                </a:solidFill>
                <a:latin typeface="Calibri" pitchFamily="34" charset="0"/>
                <a:ea typeface="Calibri" pitchFamily="34" charset="-122"/>
                <a:cs typeface="Calibri" pitchFamily="34" charset="-120"/>
              </a:rPr>
              <a:t>UI Storyboards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1A1A2E"/>
                </a:solidFill>
                <a:latin typeface="Calibri" pitchFamily="34" charset="0"/>
                <a:ea typeface="Calibri" pitchFamily="34" charset="-122"/>
                <a:cs typeface="Calibri" pitchFamily="34" charset="-120"/>
              </a:rPr>
              <a:t>Pseudocode</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1A1A2E"/>
                </a:solidFill>
                <a:latin typeface="Calibri" pitchFamily="34" charset="0"/>
                <a:ea typeface="Calibri" pitchFamily="34" charset="-122"/>
                <a:cs typeface="Calibri" pitchFamily="34" charset="-120"/>
              </a:rPr>
              <a:t>Data flow diagrams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1A1A2E"/>
                </a:solidFill>
                <a:latin typeface="Calibri" pitchFamily="34" charset="0"/>
                <a:ea typeface="Calibri" pitchFamily="34" charset="-122"/>
                <a:cs typeface="Calibri" pitchFamily="34" charset="-120"/>
              </a:rPr>
              <a:t>Entity-relationship diagrams</a:t>
            </a:r>
            <a:endParaRPr lang="en-US" sz="1600" dirty="0">
              <a:solidFill>
                <a:prstClr val="black"/>
              </a:solidFill>
              <a:latin typeface="Calibri" panose="020F0502020204030204"/>
            </a:endParaRPr>
          </a:p>
        </p:txBody>
      </p:sp>
      <p:sp>
        <p:nvSpPr>
          <p:cNvPr id="18" name="Shape 16"/>
          <p:cNvSpPr/>
          <p:nvPr/>
        </p:nvSpPr>
        <p:spPr>
          <a:xfrm>
            <a:off x="5974080" y="3389376"/>
            <a:ext cx="5852160" cy="99974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5974080" y="3389376"/>
            <a:ext cx="85344" cy="99974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6156960" y="3389376"/>
            <a:ext cx="5632704" cy="999744"/>
          </a:xfrm>
          <a:prstGeom prst="rect">
            <a:avLst/>
          </a:prstGeom>
          <a:noFill/>
          <a:ln/>
        </p:spPr>
        <p:txBody>
          <a:bodyPr wrap="square" lIns="67733" tIns="67733" rIns="67733" bIns="67733" rtlCol="0" anchor="ctr"/>
          <a:lstStyle/>
          <a:p>
            <a:pPr defTabSz="1219170"/>
            <a:r>
              <a:rPr lang="en-US" sz="1467" b="1" dirty="0">
                <a:solidFill>
                  <a:srgbClr val="1B3A6B"/>
                </a:solidFill>
                <a:latin typeface="Calibri" pitchFamily="34" charset="0"/>
                <a:ea typeface="Calibri" pitchFamily="34" charset="-122"/>
                <a:cs typeface="Calibri" pitchFamily="34" charset="-120"/>
              </a:rPr>
              <a:t>Why it matters:  </a:t>
            </a:r>
            <a:r>
              <a:rPr lang="en-US" sz="1467" dirty="0">
                <a:solidFill>
                  <a:srgbClr val="1A1A2E"/>
                </a:solidFill>
                <a:latin typeface="Calibri" pitchFamily="34" charset="0"/>
                <a:ea typeface="Calibri" pitchFamily="34" charset="-122"/>
                <a:cs typeface="Calibri" pitchFamily="34" charset="-120"/>
              </a:rPr>
              <a:t>A thorough design stage prevents costly rework during development. Developers work from detailed blueprints rather than making architectural decisions during coding.</a:t>
            </a:r>
            <a:endParaRPr lang="en-US" sz="1467" dirty="0">
              <a:solidFill>
                <a:prstClr val="black"/>
              </a:solidFill>
              <a:latin typeface="Calibri" panose="020F0502020204030204"/>
            </a:endParaRPr>
          </a:p>
        </p:txBody>
      </p:sp>
      <p:sp>
        <p:nvSpPr>
          <p:cNvPr id="21" name="Shape 19"/>
          <p:cNvSpPr/>
          <p:nvPr/>
        </p:nvSpPr>
        <p:spPr>
          <a:xfrm>
            <a:off x="365760" y="5730240"/>
            <a:ext cx="11460480" cy="1072896"/>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Shape 20"/>
          <p:cNvSpPr/>
          <p:nvPr/>
        </p:nvSpPr>
        <p:spPr>
          <a:xfrm>
            <a:off x="365760" y="5730240"/>
            <a:ext cx="85344" cy="1072896"/>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3" name="Text 21"/>
          <p:cNvSpPr/>
          <p:nvPr/>
        </p:nvSpPr>
        <p:spPr>
          <a:xfrm>
            <a:off x="548640" y="5730240"/>
            <a:ext cx="11241024" cy="1072896"/>
          </a:xfrm>
          <a:prstGeom prst="rect">
            <a:avLst/>
          </a:prstGeom>
          <a:noFill/>
          <a:ln/>
        </p:spPr>
        <p:txBody>
          <a:bodyPr wrap="square" lIns="101600" tIns="101600" rIns="101600" bIns="101600" rtlCol="0" anchor="t"/>
          <a:lstStyle/>
          <a:p>
            <a:pPr defTabSz="1219170"/>
            <a:r>
              <a:rPr lang="en-US" b="1" dirty="0">
                <a:solidFill>
                  <a:srgbClr val="1D6A3A"/>
                </a:solidFill>
                <a:latin typeface="Calibri" pitchFamily="34" charset="0"/>
                <a:ea typeface="Calibri" pitchFamily="34" charset="-122"/>
                <a:cs typeface="Calibri" pitchFamily="34" charset="-120"/>
              </a:rPr>
              <a:t>Example:  </a:t>
            </a:r>
            <a:r>
              <a:rPr lang="en-US" dirty="0">
                <a:solidFill>
                  <a:srgbClr val="1A1A2E"/>
                </a:solidFill>
                <a:latin typeface="Calibri" pitchFamily="34" charset="0"/>
                <a:ea typeface="Calibri" pitchFamily="34" charset="-122"/>
                <a:cs typeface="Calibri" pitchFamily="34" charset="-120"/>
              </a:rPr>
              <a:t>For the student portal, this stage produces an entity-relationship diagram defining relationships between Student, Subject, and AttendanceRecord tables, along with pseudocode for the report card generation algorithm.</a:t>
            </a:r>
            <a:endParaRPr lang="en-US"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P spid="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4: Development</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b="1" i="1" dirty="0">
                <a:solidFill>
                  <a:srgbClr val="1B3A6B"/>
                </a:solidFill>
                <a:latin typeface="Calibri" pitchFamily="34" charset="0"/>
                <a:ea typeface="Calibri" pitchFamily="34" charset="-122"/>
                <a:cs typeface="Calibri" pitchFamily="34" charset="-120"/>
              </a:rPr>
              <a:t>Writing source code based on completed design documents</a:t>
            </a:r>
            <a:endParaRPr lang="en-US" b="1" dirty="0">
              <a:solidFill>
                <a:prstClr val="black"/>
              </a:solidFill>
              <a:latin typeface="Calibri" panose="020F0502020204030204"/>
            </a:endParaRPr>
          </a:p>
        </p:txBody>
      </p:sp>
      <p:sp>
        <p:nvSpPr>
          <p:cNvPr id="8" name="Text 6"/>
          <p:cNvSpPr/>
          <p:nvPr/>
        </p:nvSpPr>
        <p:spPr>
          <a:xfrm>
            <a:off x="1097280" y="1304544"/>
            <a:ext cx="10728960" cy="79248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Programmers write </a:t>
            </a:r>
            <a:r>
              <a:rPr lang="en-US" sz="1667" b="1" dirty="0">
                <a:solidFill>
                  <a:srgbClr val="1B3A6B"/>
                </a:solidFill>
                <a:latin typeface="Calibri" pitchFamily="34" charset="0"/>
                <a:ea typeface="Calibri" pitchFamily="34" charset="-122"/>
                <a:cs typeface="Calibri" pitchFamily="34" charset="-120"/>
              </a:rPr>
              <a:t>source code</a:t>
            </a:r>
            <a:r>
              <a:rPr lang="en-US" sz="1667" dirty="0">
                <a:solidFill>
                  <a:srgbClr val="1A1A2E"/>
                </a:solidFill>
                <a:latin typeface="Calibri" pitchFamily="34" charset="0"/>
                <a:ea typeface="Calibri" pitchFamily="34" charset="-122"/>
                <a:cs typeface="Calibri" pitchFamily="34" charset="-120"/>
              </a:rPr>
              <a:t> based on the design documents, following the </a:t>
            </a:r>
            <a:r>
              <a:rPr lang="en-US" sz="1667" b="1" dirty="0">
                <a:solidFill>
                  <a:srgbClr val="1B3A6B"/>
                </a:solidFill>
                <a:latin typeface="Calibri" pitchFamily="34" charset="0"/>
                <a:ea typeface="Calibri" pitchFamily="34" charset="-122"/>
                <a:cs typeface="Calibri" pitchFamily="34" charset="-120"/>
              </a:rPr>
              <a:t>module structure</a:t>
            </a:r>
            <a:r>
              <a:rPr lang="en-US" sz="1667" dirty="0">
                <a:solidFill>
                  <a:srgbClr val="1A1A2E"/>
                </a:solidFill>
                <a:latin typeface="Calibri" pitchFamily="34" charset="0"/>
                <a:ea typeface="Calibri" pitchFamily="34" charset="-122"/>
                <a:cs typeface="Calibri" pitchFamily="34" charset="-120"/>
              </a:rPr>
              <a:t> defined in the design stage. Because requirements and design are </a:t>
            </a:r>
            <a:r>
              <a:rPr lang="en-US" sz="1667" b="1" dirty="0">
                <a:solidFill>
                  <a:srgbClr val="1B3A6B"/>
                </a:solidFill>
                <a:latin typeface="Calibri" pitchFamily="34" charset="0"/>
                <a:ea typeface="Calibri" pitchFamily="34" charset="-122"/>
                <a:cs typeface="Calibri" pitchFamily="34" charset="-120"/>
              </a:rPr>
              <a:t>fully defined</a:t>
            </a:r>
            <a:r>
              <a:rPr lang="en-US" sz="1667" dirty="0">
                <a:solidFill>
                  <a:srgbClr val="1A1A2E"/>
                </a:solidFill>
                <a:latin typeface="Calibri" pitchFamily="34" charset="0"/>
                <a:ea typeface="Calibri" pitchFamily="34" charset="-122"/>
                <a:cs typeface="Calibri" pitchFamily="34" charset="-120"/>
              </a:rPr>
              <a:t> before coding begins, developers can focus entirely on implementation.</a:t>
            </a:r>
            <a:endParaRPr lang="en-US" sz="1667" dirty="0">
              <a:solidFill>
                <a:prstClr val="black"/>
              </a:solidFill>
              <a:latin typeface="Calibri" panose="020F0502020204030204"/>
            </a:endParaRPr>
          </a:p>
        </p:txBody>
      </p:sp>
      <p:sp>
        <p:nvSpPr>
          <p:cNvPr id="9" name="Shape 7"/>
          <p:cNvSpPr/>
          <p:nvPr/>
        </p:nvSpPr>
        <p:spPr>
          <a:xfrm>
            <a:off x="365760" y="2170176"/>
            <a:ext cx="6705600" cy="2682240"/>
          </a:xfrm>
          <a:prstGeom prst="rect">
            <a:avLst/>
          </a:prstGeom>
          <a:solidFill>
            <a:srgbClr val="1E1E2E"/>
          </a:solidFill>
          <a:ln w="12700">
            <a:solidFill>
              <a:srgbClr val="333355"/>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487680" y="2218944"/>
            <a:ext cx="6461760" cy="341376"/>
          </a:xfrm>
          <a:prstGeom prst="rect">
            <a:avLst/>
          </a:prstGeom>
          <a:noFill/>
          <a:ln/>
        </p:spPr>
        <p:txBody>
          <a:bodyPr wrap="square" rtlCol="0" anchor="ctr"/>
          <a:lstStyle/>
          <a:p>
            <a:pPr defTabSz="1219170"/>
            <a:r>
              <a:rPr lang="en-US" sz="1333" i="1" dirty="0">
                <a:solidFill>
                  <a:srgbClr val="888899"/>
                </a:solidFill>
                <a:latin typeface="Consolas" pitchFamily="34" charset="0"/>
                <a:ea typeface="Consolas" pitchFamily="34" charset="-122"/>
                <a:cs typeface="Consolas" pitchFamily="34" charset="-120"/>
              </a:rPr>
              <a:t># Python — Development Stage Example</a:t>
            </a:r>
            <a:endParaRPr lang="en-US" sz="1333" dirty="0">
              <a:solidFill>
                <a:prstClr val="black"/>
              </a:solidFill>
              <a:latin typeface="Calibri" panose="020F0502020204030204"/>
            </a:endParaRPr>
          </a:p>
        </p:txBody>
      </p:sp>
      <p:sp>
        <p:nvSpPr>
          <p:cNvPr id="11" name="Text 9"/>
          <p:cNvSpPr/>
          <p:nvPr/>
        </p:nvSpPr>
        <p:spPr>
          <a:xfrm>
            <a:off x="487680" y="2609088"/>
            <a:ext cx="6461760" cy="2170176"/>
          </a:xfrm>
          <a:prstGeom prst="rect">
            <a:avLst/>
          </a:prstGeom>
          <a:noFill/>
          <a:ln/>
        </p:spPr>
        <p:txBody>
          <a:bodyPr wrap="square" lIns="67733" tIns="67733" rIns="67733" bIns="67733" rtlCol="0" anchor="t"/>
          <a:lstStyle/>
          <a:p>
            <a:pPr defTabSz="1219170"/>
            <a:r>
              <a:rPr lang="en-US" sz="1467" dirty="0">
                <a:solidFill>
                  <a:srgbClr val="569CD6"/>
                </a:solidFill>
                <a:latin typeface="Consolas" pitchFamily="34" charset="0"/>
                <a:ea typeface="Consolas" pitchFamily="34" charset="-122"/>
                <a:cs typeface="Consolas" pitchFamily="34" charset="-120"/>
              </a:rPr>
              <a:t>def </a:t>
            </a:r>
            <a:r>
              <a:rPr lang="en-US" sz="1467" dirty="0">
                <a:solidFill>
                  <a:srgbClr val="DCDCAA"/>
                </a:solidFill>
                <a:latin typeface="Consolas" pitchFamily="34" charset="0"/>
                <a:ea typeface="Consolas" pitchFamily="34" charset="-122"/>
                <a:cs typeface="Consolas" pitchFamily="34" charset="-120"/>
              </a:rPr>
              <a:t>generate_report_card</a:t>
            </a:r>
            <a:r>
              <a:rPr lang="en-US" sz="1467" dirty="0">
                <a:solidFill>
                  <a:srgbClr val="D4D4D4"/>
                </a:solidFill>
                <a:latin typeface="Consolas" pitchFamily="34" charset="0"/>
                <a:ea typeface="Consolas" pitchFamily="34" charset="-122"/>
                <a:cs typeface="Consolas" pitchFamily="34" charset="-120"/>
              </a:rPr>
              <a:t>(student_id, semester):
</a:t>
            </a:r>
            <a:r>
              <a:rPr lang="en-US" sz="1467" dirty="0">
                <a:solidFill>
                  <a:srgbClr val="9CDCFE"/>
                </a:solidFill>
                <a:latin typeface="Consolas" pitchFamily="34" charset="0"/>
                <a:ea typeface="Consolas" pitchFamily="34" charset="-122"/>
                <a:cs typeface="Consolas" pitchFamily="34" charset="-120"/>
              </a:rPr>
              <a:t>    student</a:t>
            </a:r>
            <a:r>
              <a:rPr lang="en-US" sz="1467" dirty="0">
                <a:solidFill>
                  <a:srgbClr val="D4D4D4"/>
                </a:solidFill>
                <a:latin typeface="Consolas" pitchFamily="34" charset="0"/>
                <a:ea typeface="Consolas" pitchFamily="34" charset="-122"/>
                <a:cs typeface="Consolas" pitchFamily="34" charset="-120"/>
              </a:rPr>
              <a:t> = </a:t>
            </a:r>
            <a:r>
              <a:rPr lang="en-US" sz="1467" dirty="0">
                <a:solidFill>
                  <a:srgbClr val="DCDCAA"/>
                </a:solidFill>
                <a:latin typeface="Consolas" pitchFamily="34" charset="0"/>
                <a:ea typeface="Consolas" pitchFamily="34" charset="-122"/>
                <a:cs typeface="Consolas" pitchFamily="34" charset="-120"/>
              </a:rPr>
              <a:t>get_student</a:t>
            </a:r>
            <a:r>
              <a:rPr lang="en-US" sz="1467" dirty="0">
                <a:solidFill>
                  <a:srgbClr val="D4D4D4"/>
                </a:solidFill>
                <a:latin typeface="Consolas" pitchFamily="34" charset="0"/>
                <a:ea typeface="Consolas" pitchFamily="34" charset="-122"/>
                <a:cs typeface="Consolas" pitchFamily="34" charset="-120"/>
              </a:rPr>
              <a:t>(student_id)
</a:t>
            </a:r>
            <a:r>
              <a:rPr lang="en-US" sz="1467" dirty="0">
                <a:solidFill>
                  <a:srgbClr val="9CDCFE"/>
                </a:solidFill>
                <a:latin typeface="Consolas" pitchFamily="34" charset="0"/>
                <a:ea typeface="Consolas" pitchFamily="34" charset="-122"/>
                <a:cs typeface="Consolas" pitchFamily="34" charset="-120"/>
              </a:rPr>
              <a:t>    results</a:t>
            </a:r>
            <a:r>
              <a:rPr lang="en-US" sz="1467" dirty="0">
                <a:solidFill>
                  <a:srgbClr val="D4D4D4"/>
                </a:solidFill>
                <a:latin typeface="Consolas" pitchFamily="34" charset="0"/>
                <a:ea typeface="Consolas" pitchFamily="34" charset="-122"/>
                <a:cs typeface="Consolas" pitchFamily="34" charset="-120"/>
              </a:rPr>
              <a:t> = </a:t>
            </a:r>
            <a:r>
              <a:rPr lang="en-US" sz="1467" dirty="0">
                <a:solidFill>
                  <a:srgbClr val="DCDCAA"/>
                </a:solidFill>
                <a:latin typeface="Consolas" pitchFamily="34" charset="0"/>
                <a:ea typeface="Consolas" pitchFamily="34" charset="-122"/>
                <a:cs typeface="Consolas" pitchFamily="34" charset="-120"/>
              </a:rPr>
              <a:t>get_results</a:t>
            </a:r>
            <a:r>
              <a:rPr lang="en-US" sz="1467" dirty="0">
                <a:solidFill>
                  <a:srgbClr val="D4D4D4"/>
                </a:solidFill>
                <a:latin typeface="Consolas" pitchFamily="34" charset="0"/>
                <a:ea typeface="Consolas" pitchFamily="34" charset="-122"/>
                <a:cs typeface="Consolas" pitchFamily="34" charset="-120"/>
              </a:rPr>
              <a:t>(student_id, semester)
</a:t>
            </a:r>
            <a:r>
              <a:rPr lang="en-US" sz="1467" dirty="0">
                <a:solidFill>
                  <a:srgbClr val="9CDCFE"/>
                </a:solidFill>
                <a:latin typeface="Consolas" pitchFamily="34" charset="0"/>
                <a:ea typeface="Consolas" pitchFamily="34" charset="-122"/>
                <a:cs typeface="Consolas" pitchFamily="34" charset="-120"/>
              </a:rPr>
              <a:t>    attendance</a:t>
            </a:r>
            <a:r>
              <a:rPr lang="en-US" sz="1467" dirty="0">
                <a:solidFill>
                  <a:srgbClr val="D4D4D4"/>
                </a:solidFill>
                <a:latin typeface="Consolas" pitchFamily="34" charset="0"/>
                <a:ea typeface="Consolas" pitchFamily="34" charset="-122"/>
                <a:cs typeface="Consolas" pitchFamily="34" charset="-120"/>
              </a:rPr>
              <a:t> = </a:t>
            </a:r>
            <a:r>
              <a:rPr lang="en-US" sz="1467" dirty="0">
                <a:solidFill>
                  <a:srgbClr val="DCDCAA"/>
                </a:solidFill>
                <a:latin typeface="Consolas" pitchFamily="34" charset="0"/>
                <a:ea typeface="Consolas" pitchFamily="34" charset="-122"/>
                <a:cs typeface="Consolas" pitchFamily="34" charset="-120"/>
              </a:rPr>
              <a:t>get_attendance</a:t>
            </a:r>
            <a:r>
              <a:rPr lang="en-US" sz="1467" dirty="0">
                <a:solidFill>
                  <a:srgbClr val="D4D4D4"/>
                </a:solidFill>
                <a:latin typeface="Consolas" pitchFamily="34" charset="0"/>
                <a:ea typeface="Consolas" pitchFamily="34" charset="-122"/>
                <a:cs typeface="Consolas" pitchFamily="34" charset="-120"/>
              </a:rPr>
              <a:t>(student_id, semester)
</a:t>
            </a:r>
            <a:r>
              <a:rPr lang="en-US" sz="1467" dirty="0">
                <a:solidFill>
                  <a:srgbClr val="C586C0"/>
                </a:solidFill>
                <a:latin typeface="Consolas" pitchFamily="34" charset="0"/>
                <a:ea typeface="Consolas" pitchFamily="34" charset="-122"/>
                <a:cs typeface="Consolas" pitchFamily="34" charset="-120"/>
              </a:rPr>
              <a:t>    return </a:t>
            </a:r>
            <a:r>
              <a:rPr lang="en-US" sz="1467" dirty="0">
                <a:solidFill>
                  <a:srgbClr val="DCDCAA"/>
                </a:solidFill>
                <a:latin typeface="Consolas" pitchFamily="34" charset="0"/>
                <a:ea typeface="Consolas" pitchFamily="34" charset="-122"/>
                <a:cs typeface="Consolas" pitchFamily="34" charset="-120"/>
              </a:rPr>
              <a:t>format_report</a:t>
            </a:r>
            <a:r>
              <a:rPr lang="en-US" sz="1467" dirty="0">
                <a:solidFill>
                  <a:srgbClr val="D4D4D4"/>
                </a:solidFill>
                <a:latin typeface="Consolas" pitchFamily="34" charset="0"/>
                <a:ea typeface="Consolas" pitchFamily="34" charset="-122"/>
                <a:cs typeface="Consolas" pitchFamily="34" charset="-120"/>
              </a:rPr>
              <a:t>(student, results, attendance)</a:t>
            </a:r>
            <a:endParaRPr lang="en-US" sz="1467" dirty="0">
              <a:solidFill>
                <a:prstClr val="black"/>
              </a:solidFill>
              <a:latin typeface="Calibri" panose="020F0502020204030204"/>
            </a:endParaRPr>
          </a:p>
        </p:txBody>
      </p:sp>
      <p:sp>
        <p:nvSpPr>
          <p:cNvPr id="12" name="Shape 10"/>
          <p:cNvSpPr/>
          <p:nvPr/>
        </p:nvSpPr>
        <p:spPr>
          <a:xfrm>
            <a:off x="7254240" y="2170176"/>
            <a:ext cx="4572000" cy="268224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7437120" y="2218944"/>
            <a:ext cx="4206240" cy="2560320"/>
          </a:xfrm>
          <a:prstGeom prst="rect">
            <a:avLst/>
          </a:prstGeom>
          <a:noFill/>
          <a:ln/>
        </p:spPr>
        <p:txBody>
          <a:bodyPr wrap="square" lIns="101600" tIns="101600" rIns="101600" bIns="101600" rtlCol="0" anchor="t"/>
          <a:lstStyle/>
          <a:p>
            <a:pPr defTabSz="1219170"/>
            <a:r>
              <a:rPr lang="en-US" sz="1600" dirty="0">
                <a:solidFill>
                  <a:srgbClr val="1A1A2E"/>
                </a:solidFill>
                <a:latin typeface="Calibri" pitchFamily="34" charset="0"/>
                <a:ea typeface="Calibri" pitchFamily="34" charset="-122"/>
                <a:cs typeface="Calibri" pitchFamily="34" charset="-120"/>
              </a:rPr>
              <a:t>This function is coded to match the </a:t>
            </a:r>
            <a:r>
              <a:rPr lang="en-US" sz="1600" b="1" dirty="0">
                <a:solidFill>
                  <a:srgbClr val="1B3A6B"/>
                </a:solidFill>
                <a:latin typeface="Calibri" pitchFamily="34" charset="0"/>
                <a:ea typeface="Calibri" pitchFamily="34" charset="-122"/>
                <a:cs typeface="Calibri" pitchFamily="34" charset="-120"/>
              </a:rPr>
              <a:t>data structures</a:t>
            </a:r>
            <a:r>
              <a:rPr lang="en-US" sz="1600" dirty="0">
                <a:solidFill>
                  <a:srgbClr val="1A1A2E"/>
                </a:solidFill>
                <a:latin typeface="Calibri" pitchFamily="34" charset="0"/>
                <a:ea typeface="Calibri" pitchFamily="34" charset="-122"/>
                <a:cs typeface="Calibri" pitchFamily="34" charset="-120"/>
              </a:rPr>
              <a:t> and </a:t>
            </a:r>
            <a:r>
              <a:rPr lang="en-US" sz="1600" b="1" dirty="0">
                <a:solidFill>
                  <a:srgbClr val="1B3A6B"/>
                </a:solidFill>
                <a:latin typeface="Calibri" pitchFamily="34" charset="0"/>
                <a:ea typeface="Calibri" pitchFamily="34" charset="-122"/>
                <a:cs typeface="Calibri" pitchFamily="34" charset="-120"/>
              </a:rPr>
              <a:t>logic</a:t>
            </a:r>
            <a:r>
              <a:rPr lang="en-US" sz="1600" dirty="0">
                <a:solidFill>
                  <a:srgbClr val="1A1A2E"/>
                </a:solidFill>
                <a:latin typeface="Calibri" pitchFamily="34" charset="0"/>
                <a:ea typeface="Calibri" pitchFamily="34" charset="-122"/>
                <a:cs typeface="Calibri" pitchFamily="34" charset="-120"/>
              </a:rPr>
              <a:t> defined in the Specification and Design stages.</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Key output: </a:t>
            </a:r>
            <a:endParaRPr lang="en-US" sz="1600" dirty="0">
              <a:solidFill>
                <a:prstClr val="black"/>
              </a:solidFill>
              <a:latin typeface="Calibri" panose="020F0502020204030204"/>
            </a:endParaRPr>
          </a:p>
          <a:p>
            <a:pPr defTabSz="1219170"/>
            <a:r>
              <a:rPr lang="en-US" sz="1600" b="1" dirty="0">
                <a:solidFill>
                  <a:srgbClr val="1B3A6B"/>
                </a:solidFill>
                <a:latin typeface="Calibri" pitchFamily="34" charset="0"/>
                <a:ea typeface="Calibri" pitchFamily="34" charset="-122"/>
                <a:cs typeface="Calibri" pitchFamily="34" charset="-120"/>
              </a:rPr>
              <a:t>documented source code</a:t>
            </a:r>
            <a:r>
              <a:rPr lang="en-US" sz="1600" dirty="0">
                <a:solidFill>
                  <a:srgbClr val="1A1A2E"/>
                </a:solidFill>
                <a:latin typeface="Calibri" pitchFamily="34" charset="0"/>
                <a:ea typeface="Calibri" pitchFamily="34" charset="-122"/>
                <a:cs typeface="Calibri" pitchFamily="34" charset="-120"/>
              </a:rPr>
              <a:t> for each module, coded to specification.</a:t>
            </a:r>
            <a:endParaRPr lang="en-US" sz="1600" dirty="0">
              <a:solidFill>
                <a:prstClr val="black"/>
              </a:solidFill>
              <a:latin typeface="Calibri" panose="020F0502020204030204"/>
            </a:endParaRPr>
          </a:p>
        </p:txBody>
      </p:sp>
      <p:sp>
        <p:nvSpPr>
          <p:cNvPr id="14" name="Shape 12"/>
          <p:cNvSpPr/>
          <p:nvPr/>
        </p:nvSpPr>
        <p:spPr>
          <a:xfrm>
            <a:off x="365760" y="4998720"/>
            <a:ext cx="11460480"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Shape 13"/>
          <p:cNvSpPr/>
          <p:nvPr/>
        </p:nvSpPr>
        <p:spPr>
          <a:xfrm>
            <a:off x="365760" y="4998720"/>
            <a:ext cx="85344" cy="87782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548640" y="4998720"/>
            <a:ext cx="11241024" cy="877824"/>
          </a:xfrm>
          <a:prstGeom prst="rect">
            <a:avLst/>
          </a:prstGeom>
          <a:noFill/>
          <a:ln/>
        </p:spPr>
        <p:txBody>
          <a:bodyPr wrap="square" lIns="67733" tIns="67733" rIns="67733" bIns="67733" rtlCol="0" anchor="ctr"/>
          <a:lstStyle/>
          <a:p>
            <a:pPr defTabSz="1219170"/>
            <a:r>
              <a:rPr lang="en-US" b="1" dirty="0">
                <a:solidFill>
                  <a:srgbClr val="1B3A6B"/>
                </a:solidFill>
                <a:latin typeface="Calibri" pitchFamily="34" charset="0"/>
                <a:ea typeface="Calibri" pitchFamily="34" charset="-122"/>
                <a:cs typeface="Calibri" pitchFamily="34" charset="-120"/>
              </a:rPr>
              <a:t>Why it matters:  </a:t>
            </a:r>
            <a:r>
              <a:rPr lang="en-US" dirty="0">
                <a:solidFill>
                  <a:srgbClr val="1A1A2E"/>
                </a:solidFill>
                <a:latin typeface="Calibri" pitchFamily="34" charset="0"/>
                <a:ea typeface="Calibri" pitchFamily="34" charset="-122"/>
                <a:cs typeface="Calibri" pitchFamily="34" charset="-120"/>
              </a:rPr>
              <a:t>Because requirements and design are fully defined before coding begins, developers can focus entirely on implementation rather than problem definition.</a:t>
            </a:r>
            <a:endParaRPr lang="en-US"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5: Integration</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i="1" dirty="0">
                <a:solidFill>
                  <a:srgbClr val="1B3A6B"/>
                </a:solidFill>
                <a:latin typeface="Calibri" pitchFamily="34" charset="0"/>
                <a:ea typeface="Calibri" pitchFamily="34" charset="-122"/>
                <a:cs typeface="Calibri" pitchFamily="34" charset="-120"/>
              </a:rPr>
              <a:t>Combining individually developed modules into a single unified system</a:t>
            </a:r>
            <a:endParaRPr lang="en-US"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5</a:t>
            </a:r>
            <a:endParaRPr lang="en-US" sz="2667" dirty="0">
              <a:solidFill>
                <a:prstClr val="black"/>
              </a:solidFill>
              <a:latin typeface="Calibri" panose="020F0502020204030204"/>
            </a:endParaRPr>
          </a:p>
        </p:txBody>
      </p:sp>
      <p:sp>
        <p:nvSpPr>
          <p:cNvPr id="8" name="Text 6"/>
          <p:cNvSpPr/>
          <p:nvPr/>
        </p:nvSpPr>
        <p:spPr>
          <a:xfrm>
            <a:off x="1097280" y="1371600"/>
            <a:ext cx="10728960" cy="67056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Individually developed </a:t>
            </a:r>
            <a:r>
              <a:rPr lang="en-US" sz="1667" b="1" dirty="0">
                <a:solidFill>
                  <a:srgbClr val="1B3A6B"/>
                </a:solidFill>
                <a:latin typeface="Calibri" pitchFamily="34" charset="0"/>
                <a:ea typeface="Calibri" pitchFamily="34" charset="-122"/>
                <a:cs typeface="Calibri" pitchFamily="34" charset="-120"/>
              </a:rPr>
              <a:t>modules</a:t>
            </a:r>
            <a:r>
              <a:rPr lang="en-US" sz="1667" dirty="0">
                <a:solidFill>
                  <a:srgbClr val="1A1A2E"/>
                </a:solidFill>
                <a:latin typeface="Calibri" pitchFamily="34" charset="0"/>
                <a:ea typeface="Calibri" pitchFamily="34" charset="-122"/>
                <a:cs typeface="Calibri" pitchFamily="34" charset="-120"/>
              </a:rPr>
              <a:t> are combined into a single, </a:t>
            </a:r>
            <a:r>
              <a:rPr lang="en-US" sz="1667" b="1" dirty="0">
                <a:solidFill>
                  <a:srgbClr val="1B3A6B"/>
                </a:solidFill>
                <a:latin typeface="Calibri" pitchFamily="34" charset="0"/>
                <a:ea typeface="Calibri" pitchFamily="34" charset="-122"/>
                <a:cs typeface="Calibri" pitchFamily="34" charset="-120"/>
              </a:rPr>
              <a:t>unified system</a:t>
            </a:r>
            <a:r>
              <a:rPr lang="en-US" sz="1667" dirty="0">
                <a:solidFill>
                  <a:srgbClr val="1A1A2E"/>
                </a:solidFill>
                <a:latin typeface="Calibri" pitchFamily="34" charset="0"/>
                <a:ea typeface="Calibri" pitchFamily="34" charset="-122"/>
                <a:cs typeface="Calibri" pitchFamily="34" charset="-120"/>
              </a:rPr>
              <a:t>. Integration verifies that modules </a:t>
            </a:r>
            <a:r>
              <a:rPr lang="en-US" sz="1667" b="1" dirty="0">
                <a:solidFill>
                  <a:srgbClr val="1B3A6B"/>
                </a:solidFill>
                <a:latin typeface="Calibri" pitchFamily="34" charset="0"/>
                <a:ea typeface="Calibri" pitchFamily="34" charset="-122"/>
                <a:cs typeface="Calibri" pitchFamily="34" charset="-120"/>
              </a:rPr>
              <a:t>communicate correctly</a:t>
            </a:r>
            <a:r>
              <a:rPr lang="en-US" sz="1667" dirty="0">
                <a:solidFill>
                  <a:srgbClr val="1A1A2E"/>
                </a:solidFill>
                <a:latin typeface="Calibri" pitchFamily="34" charset="0"/>
                <a:ea typeface="Calibri" pitchFamily="34" charset="-122"/>
                <a:cs typeface="Calibri" pitchFamily="34" charset="-120"/>
              </a:rPr>
              <a:t> and that data passes accurately between components.</a:t>
            </a:r>
            <a:endParaRPr lang="en-US" sz="1667" dirty="0">
              <a:solidFill>
                <a:prstClr val="black"/>
              </a:solidFill>
              <a:latin typeface="Calibri" panose="020F0502020204030204"/>
            </a:endParaRPr>
          </a:p>
        </p:txBody>
      </p:sp>
      <p:sp>
        <p:nvSpPr>
          <p:cNvPr id="9" name="Shape 7"/>
          <p:cNvSpPr/>
          <p:nvPr/>
        </p:nvSpPr>
        <p:spPr>
          <a:xfrm>
            <a:off x="365760" y="2097024"/>
            <a:ext cx="2170176" cy="579120"/>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65760" y="2097024"/>
            <a:ext cx="2072640" cy="53035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Login</a:t>
            </a:r>
            <a:endParaRPr lang="en-US" sz="1533" dirty="0">
              <a:solidFill>
                <a:prstClr val="black"/>
              </a:solidFill>
              <a:latin typeface="Calibri" panose="020F0502020204030204"/>
            </a:endParaRPr>
          </a:p>
          <a:p>
            <a:pPr algn="ctr" defTabSz="1219170"/>
            <a:r>
              <a:rPr lang="en-US" sz="1533" b="1" dirty="0">
                <a:solidFill>
                  <a:srgbClr val="FFFFFF"/>
                </a:solidFill>
                <a:latin typeface="Calibri" pitchFamily="34" charset="0"/>
                <a:ea typeface="Calibri" pitchFamily="34" charset="-122"/>
                <a:cs typeface="Calibri" pitchFamily="34" charset="-120"/>
              </a:rPr>
              <a:t>Module</a:t>
            </a:r>
            <a:endParaRPr lang="en-US" sz="1533" dirty="0">
              <a:solidFill>
                <a:prstClr val="black"/>
              </a:solidFill>
              <a:latin typeface="Calibri" panose="020F0502020204030204"/>
            </a:endParaRPr>
          </a:p>
        </p:txBody>
      </p:sp>
      <p:sp>
        <p:nvSpPr>
          <p:cNvPr id="11" name="Shape 9"/>
          <p:cNvSpPr/>
          <p:nvPr/>
        </p:nvSpPr>
        <p:spPr>
          <a:xfrm rot="1706254" flipV="1">
            <a:off x="2475712" y="2647662"/>
            <a:ext cx="1794898" cy="79948"/>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Shape 10"/>
          <p:cNvSpPr/>
          <p:nvPr/>
        </p:nvSpPr>
        <p:spPr>
          <a:xfrm>
            <a:off x="384048" y="2806030"/>
            <a:ext cx="2170176" cy="694352"/>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338328" y="2877510"/>
            <a:ext cx="2170176" cy="60940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Attendance</a:t>
            </a:r>
            <a:endParaRPr lang="en-US" sz="1533" dirty="0">
              <a:solidFill>
                <a:prstClr val="black"/>
              </a:solidFill>
              <a:latin typeface="Calibri" panose="020F0502020204030204"/>
            </a:endParaRPr>
          </a:p>
          <a:p>
            <a:pPr algn="ctr" defTabSz="1219170"/>
            <a:r>
              <a:rPr lang="en-US" sz="1533" b="1" dirty="0">
                <a:solidFill>
                  <a:srgbClr val="FFFFFF"/>
                </a:solidFill>
                <a:latin typeface="Calibri" pitchFamily="34" charset="0"/>
                <a:ea typeface="Calibri" pitchFamily="34" charset="-122"/>
                <a:cs typeface="Calibri" pitchFamily="34" charset="-120"/>
              </a:rPr>
              <a:t>Module</a:t>
            </a:r>
            <a:endParaRPr lang="en-US" sz="1533" dirty="0">
              <a:solidFill>
                <a:prstClr val="black"/>
              </a:solidFill>
              <a:latin typeface="Calibri" panose="020F0502020204030204"/>
            </a:endParaRPr>
          </a:p>
        </p:txBody>
      </p:sp>
      <p:sp>
        <p:nvSpPr>
          <p:cNvPr id="14" name="Shape 12"/>
          <p:cNvSpPr/>
          <p:nvPr/>
        </p:nvSpPr>
        <p:spPr>
          <a:xfrm>
            <a:off x="2554223" y="3121251"/>
            <a:ext cx="1488801" cy="609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Shape 13"/>
          <p:cNvSpPr/>
          <p:nvPr/>
        </p:nvSpPr>
        <p:spPr>
          <a:xfrm>
            <a:off x="344129" y="3651012"/>
            <a:ext cx="2210095" cy="745481"/>
          </a:xfrm>
          <a:prstGeom prst="rect">
            <a:avLst/>
          </a:prstGeom>
          <a:solidFill>
            <a:srgbClr val="2E75B6"/>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375100" y="3699780"/>
            <a:ext cx="2072640" cy="69435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Report</a:t>
            </a:r>
            <a:endParaRPr lang="en-US" sz="1533" dirty="0">
              <a:solidFill>
                <a:prstClr val="black"/>
              </a:solidFill>
              <a:latin typeface="Calibri" panose="020F0502020204030204"/>
            </a:endParaRPr>
          </a:p>
          <a:p>
            <a:pPr algn="ctr" defTabSz="1219170"/>
            <a:r>
              <a:rPr lang="en-US" sz="1533" b="1" dirty="0">
                <a:solidFill>
                  <a:srgbClr val="FFFFFF"/>
                </a:solidFill>
                <a:latin typeface="Calibri" pitchFamily="34" charset="0"/>
                <a:ea typeface="Calibri" pitchFamily="34" charset="-122"/>
                <a:cs typeface="Calibri" pitchFamily="34" charset="-120"/>
              </a:rPr>
              <a:t>Module</a:t>
            </a:r>
            <a:endParaRPr lang="en-US" sz="1533" dirty="0">
              <a:solidFill>
                <a:prstClr val="black"/>
              </a:solidFill>
              <a:latin typeface="Calibri" panose="020F0502020204030204"/>
            </a:endParaRPr>
          </a:p>
        </p:txBody>
      </p:sp>
      <p:sp>
        <p:nvSpPr>
          <p:cNvPr id="17" name="Shape 15"/>
          <p:cNvSpPr/>
          <p:nvPr/>
        </p:nvSpPr>
        <p:spPr>
          <a:xfrm rot="20279884">
            <a:off x="2436721" y="3546141"/>
            <a:ext cx="1822935" cy="63627"/>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Shape 16"/>
          <p:cNvSpPr/>
          <p:nvPr/>
        </p:nvSpPr>
        <p:spPr>
          <a:xfrm>
            <a:off x="4043025" y="3121251"/>
            <a:ext cx="609600" cy="609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4632960" y="2097024"/>
            <a:ext cx="60960" cy="1962912"/>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Shape 18"/>
          <p:cNvSpPr/>
          <p:nvPr/>
        </p:nvSpPr>
        <p:spPr>
          <a:xfrm>
            <a:off x="4876800" y="2097024"/>
            <a:ext cx="3048000" cy="1950720"/>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1" name="Text 19"/>
          <p:cNvSpPr/>
          <p:nvPr/>
        </p:nvSpPr>
        <p:spPr>
          <a:xfrm>
            <a:off x="4876800" y="2097024"/>
            <a:ext cx="3048000" cy="1950720"/>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Unified</a:t>
            </a:r>
            <a:endParaRPr lang="en-US" sz="1733" dirty="0">
              <a:solidFill>
                <a:prstClr val="black"/>
              </a:solidFill>
              <a:latin typeface="Calibri" panose="020F0502020204030204"/>
            </a:endParaRPr>
          </a:p>
          <a:p>
            <a:pPr algn="ctr" defTabSz="1219170"/>
            <a:r>
              <a:rPr lang="en-US" sz="1733" b="1" dirty="0">
                <a:solidFill>
                  <a:srgbClr val="FFFFFF"/>
                </a:solidFill>
                <a:latin typeface="Calibri" pitchFamily="34" charset="0"/>
                <a:ea typeface="Calibri" pitchFamily="34" charset="-122"/>
                <a:cs typeface="Calibri" pitchFamily="34" charset="-120"/>
              </a:rPr>
              <a:t>Integrated</a:t>
            </a:r>
            <a:endParaRPr lang="en-US" sz="1733" dirty="0">
              <a:solidFill>
                <a:prstClr val="black"/>
              </a:solidFill>
              <a:latin typeface="Calibri" panose="020F0502020204030204"/>
            </a:endParaRPr>
          </a:p>
          <a:p>
            <a:pPr algn="ctr" defTabSz="1219170"/>
            <a:r>
              <a:rPr lang="en-US" sz="1733" b="1" dirty="0">
                <a:solidFill>
                  <a:srgbClr val="FFFFFF"/>
                </a:solidFill>
                <a:latin typeface="Calibri" pitchFamily="34" charset="0"/>
                <a:ea typeface="Calibri" pitchFamily="34" charset="-122"/>
                <a:cs typeface="Calibri" pitchFamily="34" charset="-120"/>
              </a:rPr>
              <a:t>System</a:t>
            </a:r>
            <a:endParaRPr lang="en-US" sz="1733" dirty="0">
              <a:solidFill>
                <a:prstClr val="black"/>
              </a:solidFill>
              <a:latin typeface="Calibri" panose="020F0502020204030204"/>
            </a:endParaRPr>
          </a:p>
        </p:txBody>
      </p:sp>
      <p:sp>
        <p:nvSpPr>
          <p:cNvPr id="22" name="Shape 20"/>
          <p:cNvSpPr/>
          <p:nvPr/>
        </p:nvSpPr>
        <p:spPr>
          <a:xfrm>
            <a:off x="4184609" y="4267200"/>
            <a:ext cx="4145280" cy="316992"/>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3" name="Text 21"/>
          <p:cNvSpPr/>
          <p:nvPr/>
        </p:nvSpPr>
        <p:spPr>
          <a:xfrm>
            <a:off x="4206240" y="4267200"/>
            <a:ext cx="414528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INTEGRATION FAILURES OCCUR WHEN</a:t>
            </a:r>
            <a:endParaRPr lang="en-US" sz="1133" dirty="0">
              <a:solidFill>
                <a:prstClr val="black"/>
              </a:solidFill>
              <a:latin typeface="Calibri" panose="020F0502020204030204"/>
            </a:endParaRPr>
          </a:p>
        </p:txBody>
      </p:sp>
      <p:sp>
        <p:nvSpPr>
          <p:cNvPr id="24" name="Shape 22"/>
          <p:cNvSpPr/>
          <p:nvPr/>
        </p:nvSpPr>
        <p:spPr>
          <a:xfrm>
            <a:off x="307946" y="4657344"/>
            <a:ext cx="3657600" cy="1706880"/>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Text 23"/>
          <p:cNvSpPr/>
          <p:nvPr/>
        </p:nvSpPr>
        <p:spPr>
          <a:xfrm>
            <a:off x="512064" y="4706112"/>
            <a:ext cx="3364992" cy="365760"/>
          </a:xfrm>
          <a:prstGeom prst="rect">
            <a:avLst/>
          </a:prstGeom>
          <a:noFill/>
          <a:ln/>
        </p:spPr>
        <p:txBody>
          <a:bodyPr wrap="square" rtlCol="0" anchor="ctr"/>
          <a:lstStyle/>
          <a:p>
            <a:pPr defTabSz="1219170"/>
            <a:r>
              <a:rPr lang="en-US" sz="1533" b="1" dirty="0">
                <a:solidFill>
                  <a:srgbClr val="C0392B"/>
                </a:solidFill>
                <a:latin typeface="Calibri" pitchFamily="34" charset="0"/>
                <a:ea typeface="Calibri" pitchFamily="34" charset="-122"/>
                <a:cs typeface="Calibri" pitchFamily="34" charset="-120"/>
              </a:rPr>
              <a:t>Interface mismatches</a:t>
            </a:r>
            <a:endParaRPr lang="en-US" sz="1533" dirty="0">
              <a:solidFill>
                <a:prstClr val="black"/>
              </a:solidFill>
              <a:latin typeface="Calibri" panose="020F0502020204030204"/>
            </a:endParaRPr>
          </a:p>
        </p:txBody>
      </p:sp>
      <p:sp>
        <p:nvSpPr>
          <p:cNvPr id="26" name="Text 24"/>
          <p:cNvSpPr/>
          <p:nvPr/>
        </p:nvSpPr>
        <p:spPr>
          <a:xfrm>
            <a:off x="512064" y="5071872"/>
            <a:ext cx="3364992" cy="12192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Module outputs do not match the expected inputs of adjacent modules.</a:t>
            </a:r>
            <a:endParaRPr lang="en-US" sz="1467" dirty="0">
              <a:solidFill>
                <a:prstClr val="black"/>
              </a:solidFill>
              <a:latin typeface="Calibri" panose="020F0502020204030204"/>
            </a:endParaRPr>
          </a:p>
        </p:txBody>
      </p:sp>
      <p:sp>
        <p:nvSpPr>
          <p:cNvPr id="27" name="Shape 25"/>
          <p:cNvSpPr/>
          <p:nvPr/>
        </p:nvSpPr>
        <p:spPr>
          <a:xfrm>
            <a:off x="4206240" y="4657344"/>
            <a:ext cx="3657600" cy="1706880"/>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4352544" y="4706112"/>
            <a:ext cx="3364992" cy="365760"/>
          </a:xfrm>
          <a:prstGeom prst="rect">
            <a:avLst/>
          </a:prstGeom>
          <a:noFill/>
          <a:ln/>
        </p:spPr>
        <p:txBody>
          <a:bodyPr wrap="square" rtlCol="0" anchor="ctr"/>
          <a:lstStyle/>
          <a:p>
            <a:pPr defTabSz="1219170"/>
            <a:r>
              <a:rPr lang="en-US" sz="1533" b="1" dirty="0">
                <a:solidFill>
                  <a:srgbClr val="C0392B"/>
                </a:solidFill>
                <a:latin typeface="Calibri" pitchFamily="34" charset="0"/>
                <a:ea typeface="Calibri" pitchFamily="34" charset="-122"/>
                <a:cs typeface="Calibri" pitchFamily="34" charset="-120"/>
              </a:rPr>
              <a:t>Data type conflicts</a:t>
            </a:r>
            <a:endParaRPr lang="en-US" sz="1533" dirty="0">
              <a:solidFill>
                <a:prstClr val="black"/>
              </a:solidFill>
              <a:latin typeface="Calibri" panose="020F0502020204030204"/>
            </a:endParaRPr>
          </a:p>
        </p:txBody>
      </p:sp>
      <p:sp>
        <p:nvSpPr>
          <p:cNvPr id="29" name="Text 27"/>
          <p:cNvSpPr/>
          <p:nvPr/>
        </p:nvSpPr>
        <p:spPr>
          <a:xfrm>
            <a:off x="4352544" y="5071872"/>
            <a:ext cx="3364992" cy="12192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A value stored as a string in one module is expected as an integer in another.</a:t>
            </a:r>
            <a:endParaRPr lang="en-US" sz="1467" dirty="0">
              <a:solidFill>
                <a:prstClr val="black"/>
              </a:solidFill>
              <a:latin typeface="Calibri" panose="020F0502020204030204"/>
            </a:endParaRPr>
          </a:p>
        </p:txBody>
      </p:sp>
      <p:sp>
        <p:nvSpPr>
          <p:cNvPr id="30" name="Shape 28"/>
          <p:cNvSpPr/>
          <p:nvPr/>
        </p:nvSpPr>
        <p:spPr>
          <a:xfrm>
            <a:off x="8046720" y="4657344"/>
            <a:ext cx="3657600" cy="1706880"/>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8193024" y="4706112"/>
            <a:ext cx="3364992" cy="365760"/>
          </a:xfrm>
          <a:prstGeom prst="rect">
            <a:avLst/>
          </a:prstGeom>
          <a:noFill/>
          <a:ln/>
        </p:spPr>
        <p:txBody>
          <a:bodyPr wrap="square" rtlCol="0" anchor="ctr"/>
          <a:lstStyle/>
          <a:p>
            <a:pPr defTabSz="1219170"/>
            <a:r>
              <a:rPr lang="en-US" sz="1533" b="1" dirty="0">
                <a:solidFill>
                  <a:srgbClr val="C0392B"/>
                </a:solidFill>
                <a:latin typeface="Calibri" pitchFamily="34" charset="0"/>
                <a:ea typeface="Calibri" pitchFamily="34" charset="-122"/>
                <a:cs typeface="Calibri" pitchFamily="34" charset="-120"/>
              </a:rPr>
              <a:t>Unexpected dependencies</a:t>
            </a:r>
            <a:endParaRPr lang="en-US" sz="1533" dirty="0">
              <a:solidFill>
                <a:prstClr val="black"/>
              </a:solidFill>
              <a:latin typeface="Calibri" panose="020F0502020204030204"/>
            </a:endParaRPr>
          </a:p>
        </p:txBody>
      </p:sp>
      <p:sp>
        <p:nvSpPr>
          <p:cNvPr id="32" name="Text 30"/>
          <p:cNvSpPr/>
          <p:nvPr/>
        </p:nvSpPr>
        <p:spPr>
          <a:xfrm>
            <a:off x="8193024" y="5071872"/>
            <a:ext cx="3364992" cy="12192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A module relies on a function or resource not yet implemented in another module.</a:t>
            </a:r>
            <a:endParaRPr lang="en-US" sz="1467" dirty="0">
              <a:solidFill>
                <a:prstClr val="black"/>
              </a:solidFill>
              <a:latin typeface="Calibri" panose="020F0502020204030204"/>
            </a:endParaRPr>
          </a:p>
        </p:txBody>
      </p:sp>
      <p:sp>
        <p:nvSpPr>
          <p:cNvPr id="33" name="Shape 31"/>
          <p:cNvSpPr/>
          <p:nvPr/>
        </p:nvSpPr>
        <p:spPr>
          <a:xfrm>
            <a:off x="8107680" y="2097024"/>
            <a:ext cx="3718560" cy="1975104"/>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4" name="Shape 32"/>
          <p:cNvSpPr/>
          <p:nvPr/>
        </p:nvSpPr>
        <p:spPr>
          <a:xfrm>
            <a:off x="8107680" y="2097024"/>
            <a:ext cx="85344" cy="1975104"/>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5" name="Text 33"/>
          <p:cNvSpPr/>
          <p:nvPr/>
        </p:nvSpPr>
        <p:spPr>
          <a:xfrm>
            <a:off x="8290560" y="2097024"/>
            <a:ext cx="3499104" cy="1975104"/>
          </a:xfrm>
          <a:prstGeom prst="rect">
            <a:avLst/>
          </a:prstGeom>
          <a:noFill/>
          <a:ln/>
        </p:spPr>
        <p:txBody>
          <a:bodyPr wrap="square" lIns="101600" tIns="101600" rIns="101600" bIns="101600" rtlCol="0" anchor="t"/>
          <a:lstStyle/>
          <a:p>
            <a:pPr defTabSz="1219170"/>
            <a:r>
              <a:rPr lang="en-US" sz="1467" b="1" dirty="0">
                <a:solidFill>
                  <a:srgbClr val="1D6A3A"/>
                </a:solidFill>
                <a:latin typeface="Calibri" pitchFamily="34" charset="0"/>
                <a:ea typeface="Calibri" pitchFamily="34" charset="-122"/>
                <a:cs typeface="Calibri" pitchFamily="34" charset="-120"/>
              </a:rPr>
              <a:t>Example:  </a:t>
            </a:r>
            <a:r>
              <a:rPr lang="en-US" sz="1467" dirty="0">
                <a:solidFill>
                  <a:srgbClr val="1A1A2E"/>
                </a:solidFill>
                <a:latin typeface="Calibri" pitchFamily="34" charset="0"/>
                <a:ea typeface="Calibri" pitchFamily="34" charset="-122"/>
                <a:cs typeface="Calibri" pitchFamily="34" charset="-120"/>
              </a:rPr>
              <a:t>The login, attendance, and report generation modules are combined. Integration testing confirms that a teacher's login correctly restricts access to their assigned classes, and the report module retrieves data correctly from both dependent modules.</a:t>
            </a:r>
            <a:endParaRPr lang="en-US" sz="14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 grpId="0" animBg="1"/>
      <p:bldP spid="29"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6: Testing and Debugging</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i="1" dirty="0">
                <a:solidFill>
                  <a:srgbClr val="1B3A6B"/>
                </a:solidFill>
                <a:latin typeface="Calibri" pitchFamily="34" charset="0"/>
                <a:ea typeface="Calibri" pitchFamily="34" charset="-122"/>
                <a:cs typeface="Calibri" pitchFamily="34" charset="-120"/>
              </a:rPr>
              <a:t>Quality assurance gate before deployment — the last opportunity to identify defects</a:t>
            </a:r>
            <a:endParaRPr lang="en-US"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6</a:t>
            </a:r>
            <a:endParaRPr lang="en-US" sz="2667" dirty="0">
              <a:solidFill>
                <a:prstClr val="black"/>
              </a:solidFill>
              <a:latin typeface="Calibri" panose="020F0502020204030204"/>
            </a:endParaRPr>
          </a:p>
        </p:txBody>
      </p:sp>
      <p:sp>
        <p:nvSpPr>
          <p:cNvPr id="8" name="Text 6"/>
          <p:cNvSpPr/>
          <p:nvPr/>
        </p:nvSpPr>
        <p:spPr>
          <a:xfrm>
            <a:off x="1097280" y="1310640"/>
            <a:ext cx="10728960" cy="60960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The integrated system is tested against the original </a:t>
            </a:r>
            <a:r>
              <a:rPr lang="en-US" sz="1667" b="1" dirty="0">
                <a:solidFill>
                  <a:srgbClr val="1B3A6B"/>
                </a:solidFill>
                <a:latin typeface="Calibri" pitchFamily="34" charset="0"/>
                <a:ea typeface="Calibri" pitchFamily="34" charset="-122"/>
                <a:cs typeface="Calibri" pitchFamily="34" charset="-120"/>
              </a:rPr>
              <a:t>requirements</a:t>
            </a:r>
            <a:r>
              <a:rPr lang="en-US" sz="1667" dirty="0">
                <a:solidFill>
                  <a:srgbClr val="1A1A2E"/>
                </a:solidFill>
                <a:latin typeface="Calibri" pitchFamily="34" charset="0"/>
                <a:ea typeface="Calibri" pitchFamily="34" charset="-122"/>
                <a:cs typeface="Calibri" pitchFamily="34" charset="-120"/>
              </a:rPr>
              <a:t> and </a:t>
            </a:r>
            <a:r>
              <a:rPr lang="en-US" sz="1667" b="1" dirty="0">
                <a:solidFill>
                  <a:srgbClr val="1B3A6B"/>
                </a:solidFill>
                <a:latin typeface="Calibri" pitchFamily="34" charset="0"/>
                <a:ea typeface="Calibri" pitchFamily="34" charset="-122"/>
                <a:cs typeface="Calibri" pitchFamily="34" charset="-120"/>
              </a:rPr>
              <a:t>specifications</a:t>
            </a:r>
            <a:r>
              <a:rPr lang="en-US" sz="1667" dirty="0">
                <a:solidFill>
                  <a:srgbClr val="1A1A2E"/>
                </a:solidFill>
                <a:latin typeface="Calibri" pitchFamily="34" charset="0"/>
                <a:ea typeface="Calibri" pitchFamily="34" charset="-122"/>
                <a:cs typeface="Calibri" pitchFamily="34" charset="-120"/>
              </a:rPr>
              <a:t>. Defects identified are logged, </a:t>
            </a:r>
            <a:r>
              <a:rPr lang="en-US" sz="1667" b="1" dirty="0">
                <a:solidFill>
                  <a:srgbClr val="1B3A6B"/>
                </a:solidFill>
                <a:latin typeface="Calibri" pitchFamily="34" charset="0"/>
                <a:ea typeface="Calibri" pitchFamily="34" charset="-122"/>
                <a:cs typeface="Calibri" pitchFamily="34" charset="-120"/>
              </a:rPr>
              <a:t>debugged</a:t>
            </a:r>
            <a:r>
              <a:rPr lang="en-US" sz="1667" dirty="0">
                <a:solidFill>
                  <a:srgbClr val="1A1A2E"/>
                </a:solidFill>
                <a:latin typeface="Calibri" pitchFamily="34" charset="0"/>
                <a:ea typeface="Calibri" pitchFamily="34" charset="-122"/>
                <a:cs typeface="Calibri" pitchFamily="34" charset="-120"/>
              </a:rPr>
              <a:t>, and </a:t>
            </a:r>
            <a:r>
              <a:rPr lang="en-US" sz="1667" b="1" dirty="0">
                <a:solidFill>
                  <a:srgbClr val="1B3A6B"/>
                </a:solidFill>
                <a:latin typeface="Calibri" pitchFamily="34" charset="0"/>
                <a:ea typeface="Calibri" pitchFamily="34" charset="-122"/>
                <a:cs typeface="Calibri" pitchFamily="34" charset="-120"/>
              </a:rPr>
              <a:t>retested</a:t>
            </a:r>
            <a:r>
              <a:rPr lang="en-US" sz="1667" dirty="0">
                <a:solidFill>
                  <a:srgbClr val="1A1A2E"/>
                </a:solidFill>
                <a:latin typeface="Calibri" pitchFamily="34" charset="0"/>
                <a:ea typeface="Calibri" pitchFamily="34" charset="-122"/>
                <a:cs typeface="Calibri" pitchFamily="34" charset="-120"/>
              </a:rPr>
              <a:t> before sign-off.</a:t>
            </a:r>
            <a:endParaRPr lang="en-US" sz="1667" dirty="0">
              <a:solidFill>
                <a:prstClr val="black"/>
              </a:solidFill>
              <a:latin typeface="Calibri" panose="020F0502020204030204"/>
            </a:endParaRPr>
          </a:p>
        </p:txBody>
      </p:sp>
      <p:sp>
        <p:nvSpPr>
          <p:cNvPr id="9" name="Shape 7"/>
          <p:cNvSpPr/>
          <p:nvPr/>
        </p:nvSpPr>
        <p:spPr>
          <a:xfrm>
            <a:off x="365760" y="1987296"/>
            <a:ext cx="2682240" cy="1889760"/>
          </a:xfrm>
          <a:prstGeom prst="rect">
            <a:avLst/>
          </a:prstGeom>
          <a:solidFill>
            <a:srgbClr val="F4F6F9"/>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Shape 8"/>
          <p:cNvSpPr/>
          <p:nvPr/>
        </p:nvSpPr>
        <p:spPr>
          <a:xfrm>
            <a:off x="365760" y="1987296"/>
            <a:ext cx="2682240" cy="390144"/>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Text 9"/>
          <p:cNvSpPr/>
          <p:nvPr/>
        </p:nvSpPr>
        <p:spPr>
          <a:xfrm>
            <a:off x="365760" y="1987296"/>
            <a:ext cx="2682240" cy="39014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Functional Testing</a:t>
            </a:r>
            <a:endParaRPr lang="en-US" sz="1333" dirty="0">
              <a:solidFill>
                <a:prstClr val="black"/>
              </a:solidFill>
              <a:latin typeface="Calibri" panose="020F0502020204030204"/>
            </a:endParaRPr>
          </a:p>
        </p:txBody>
      </p:sp>
      <p:sp>
        <p:nvSpPr>
          <p:cNvPr id="12" name="Text 10"/>
          <p:cNvSpPr/>
          <p:nvPr/>
        </p:nvSpPr>
        <p:spPr>
          <a:xfrm>
            <a:off x="487680" y="2414016"/>
            <a:ext cx="2438400" cy="140208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Does the system do what it is supposed to do according to requirements?</a:t>
            </a:r>
            <a:endParaRPr lang="en-US" sz="1400" dirty="0">
              <a:solidFill>
                <a:prstClr val="black"/>
              </a:solidFill>
              <a:latin typeface="Calibri" panose="020F0502020204030204"/>
            </a:endParaRPr>
          </a:p>
        </p:txBody>
      </p:sp>
      <p:sp>
        <p:nvSpPr>
          <p:cNvPr id="13" name="Shape 11"/>
          <p:cNvSpPr/>
          <p:nvPr/>
        </p:nvSpPr>
        <p:spPr>
          <a:xfrm>
            <a:off x="3267456" y="1987296"/>
            <a:ext cx="2682240" cy="188976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Shape 12"/>
          <p:cNvSpPr/>
          <p:nvPr/>
        </p:nvSpPr>
        <p:spPr>
          <a:xfrm>
            <a:off x="3267456" y="1987296"/>
            <a:ext cx="2682240" cy="39014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3267456" y="1987296"/>
            <a:ext cx="2682240" cy="39014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Performance Testing</a:t>
            </a:r>
            <a:endParaRPr lang="en-US" sz="1333" dirty="0">
              <a:solidFill>
                <a:prstClr val="black"/>
              </a:solidFill>
              <a:latin typeface="Calibri" panose="020F0502020204030204"/>
            </a:endParaRPr>
          </a:p>
        </p:txBody>
      </p:sp>
      <p:sp>
        <p:nvSpPr>
          <p:cNvPr id="16" name="Text 14"/>
          <p:cNvSpPr/>
          <p:nvPr/>
        </p:nvSpPr>
        <p:spPr>
          <a:xfrm>
            <a:off x="3389376" y="2414016"/>
            <a:ext cx="2438400" cy="140208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Does the system meet non-functional requirements such as response time?</a:t>
            </a:r>
            <a:endParaRPr lang="en-US" sz="1400" dirty="0">
              <a:solidFill>
                <a:prstClr val="black"/>
              </a:solidFill>
              <a:latin typeface="Calibri" panose="020F0502020204030204"/>
            </a:endParaRPr>
          </a:p>
        </p:txBody>
      </p:sp>
      <p:sp>
        <p:nvSpPr>
          <p:cNvPr id="17" name="Shape 15"/>
          <p:cNvSpPr/>
          <p:nvPr/>
        </p:nvSpPr>
        <p:spPr>
          <a:xfrm>
            <a:off x="6169152" y="1987296"/>
            <a:ext cx="2682240" cy="1889760"/>
          </a:xfrm>
          <a:prstGeom prst="rect">
            <a:avLst/>
          </a:prstGeom>
          <a:solidFill>
            <a:srgbClr val="F4F6F9"/>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Shape 16"/>
          <p:cNvSpPr/>
          <p:nvPr/>
        </p:nvSpPr>
        <p:spPr>
          <a:xfrm>
            <a:off x="6169152" y="1987296"/>
            <a:ext cx="2682240" cy="390144"/>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Text 17"/>
          <p:cNvSpPr/>
          <p:nvPr/>
        </p:nvSpPr>
        <p:spPr>
          <a:xfrm>
            <a:off x="6169152" y="1987296"/>
            <a:ext cx="2682240" cy="39014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Security Testing</a:t>
            </a:r>
            <a:endParaRPr lang="en-US" sz="1333" dirty="0">
              <a:solidFill>
                <a:prstClr val="black"/>
              </a:solidFill>
              <a:latin typeface="Calibri" panose="020F0502020204030204"/>
            </a:endParaRPr>
          </a:p>
        </p:txBody>
      </p:sp>
      <p:sp>
        <p:nvSpPr>
          <p:cNvPr id="20" name="Text 18"/>
          <p:cNvSpPr/>
          <p:nvPr/>
        </p:nvSpPr>
        <p:spPr>
          <a:xfrm>
            <a:off x="6291072" y="2414016"/>
            <a:ext cx="2438400" cy="140208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Is the system resistant to unauthorised access and data breaches?</a:t>
            </a:r>
            <a:endParaRPr lang="en-US" sz="1400" dirty="0">
              <a:solidFill>
                <a:prstClr val="black"/>
              </a:solidFill>
              <a:latin typeface="Calibri" panose="020F0502020204030204"/>
            </a:endParaRPr>
          </a:p>
        </p:txBody>
      </p:sp>
      <p:sp>
        <p:nvSpPr>
          <p:cNvPr id="21" name="Shape 19"/>
          <p:cNvSpPr/>
          <p:nvPr/>
        </p:nvSpPr>
        <p:spPr>
          <a:xfrm>
            <a:off x="9070848" y="1987296"/>
            <a:ext cx="2682240" cy="188976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Shape 20"/>
          <p:cNvSpPr/>
          <p:nvPr/>
        </p:nvSpPr>
        <p:spPr>
          <a:xfrm>
            <a:off x="9070848" y="1987296"/>
            <a:ext cx="2682240" cy="39014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3" name="Text 21"/>
          <p:cNvSpPr/>
          <p:nvPr/>
        </p:nvSpPr>
        <p:spPr>
          <a:xfrm>
            <a:off x="9070848" y="1987296"/>
            <a:ext cx="2682240" cy="39014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User Acceptance</a:t>
            </a:r>
            <a:endParaRPr lang="en-US" sz="1333" dirty="0">
              <a:solidFill>
                <a:prstClr val="black"/>
              </a:solidFill>
              <a:latin typeface="Calibri" panose="020F0502020204030204"/>
            </a:endParaRPr>
          </a:p>
          <a:p>
            <a:pPr algn="ctr" defTabSz="1219170"/>
            <a:r>
              <a:rPr lang="en-US" sz="1333" b="1" dirty="0">
                <a:solidFill>
                  <a:srgbClr val="FFFFFF"/>
                </a:solidFill>
                <a:latin typeface="Calibri" pitchFamily="34" charset="0"/>
                <a:ea typeface="Calibri" pitchFamily="34" charset="-122"/>
                <a:cs typeface="Calibri" pitchFamily="34" charset="-120"/>
              </a:rPr>
              <a:t>Testing (UAT)</a:t>
            </a:r>
            <a:endParaRPr lang="en-US" sz="1333" dirty="0">
              <a:solidFill>
                <a:prstClr val="black"/>
              </a:solidFill>
              <a:latin typeface="Calibri" panose="020F0502020204030204"/>
            </a:endParaRPr>
          </a:p>
        </p:txBody>
      </p:sp>
      <p:sp>
        <p:nvSpPr>
          <p:cNvPr id="24" name="Text 22"/>
          <p:cNvSpPr/>
          <p:nvPr/>
        </p:nvSpPr>
        <p:spPr>
          <a:xfrm>
            <a:off x="9192768" y="2414016"/>
            <a:ext cx="2438400" cy="140208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Do end users confirm the system meets their operational needs?</a:t>
            </a:r>
            <a:endParaRPr lang="en-US" sz="1400" dirty="0">
              <a:solidFill>
                <a:prstClr val="black"/>
              </a:solidFill>
              <a:latin typeface="Calibri" panose="020F0502020204030204"/>
            </a:endParaRPr>
          </a:p>
        </p:txBody>
      </p:sp>
      <p:sp>
        <p:nvSpPr>
          <p:cNvPr id="25" name="Text 23"/>
          <p:cNvSpPr/>
          <p:nvPr/>
        </p:nvSpPr>
        <p:spPr>
          <a:xfrm>
            <a:off x="365760" y="3998976"/>
            <a:ext cx="11460480" cy="414528"/>
          </a:xfrm>
          <a:prstGeom prst="rect">
            <a:avLst/>
          </a:prstGeom>
          <a:noFill/>
          <a:ln/>
        </p:spPr>
        <p:txBody>
          <a:bodyPr wrap="square" lIns="67733" tIns="67733" rIns="67733" bIns="67733" rtlCol="0" anchor="ctr"/>
          <a:lstStyle/>
          <a:p>
            <a:pPr defTabSz="1219170"/>
            <a:r>
              <a:rPr lang="en-US" sz="1600" b="1" dirty="0">
                <a:solidFill>
                  <a:srgbClr val="1B3A6B"/>
                </a:solidFill>
                <a:latin typeface="Calibri" pitchFamily="34" charset="0"/>
                <a:ea typeface="Calibri" pitchFamily="34" charset="-122"/>
                <a:cs typeface="Calibri" pitchFamily="34" charset="-120"/>
              </a:rPr>
              <a:t>Key outputs: </a:t>
            </a:r>
            <a:r>
              <a:rPr lang="en-US" sz="1600" b="1" dirty="0">
                <a:solidFill>
                  <a:srgbClr val="2E75B6"/>
                </a:solidFill>
                <a:latin typeface="Calibri" pitchFamily="34" charset="0"/>
                <a:ea typeface="Calibri" pitchFamily="34" charset="-122"/>
                <a:cs typeface="Calibri" pitchFamily="34" charset="-120"/>
              </a:rPr>
              <a:t>test plans</a:t>
            </a:r>
            <a:r>
              <a:rPr lang="en-US" sz="1600" dirty="0">
                <a:solidFill>
                  <a:srgbClr val="1A1A2E"/>
                </a:solidFill>
                <a:latin typeface="Calibri" pitchFamily="34" charset="0"/>
                <a:ea typeface="Calibri" pitchFamily="34" charset="-122"/>
                <a:cs typeface="Calibri" pitchFamily="34" charset="-120"/>
              </a:rPr>
              <a:t>,  </a:t>
            </a:r>
            <a:r>
              <a:rPr lang="en-US" sz="1600" b="1" dirty="0">
                <a:solidFill>
                  <a:srgbClr val="2E75B6"/>
                </a:solidFill>
                <a:latin typeface="Calibri" pitchFamily="34" charset="0"/>
                <a:ea typeface="Calibri" pitchFamily="34" charset="-122"/>
                <a:cs typeface="Calibri" pitchFamily="34" charset="-120"/>
              </a:rPr>
              <a:t>test cases</a:t>
            </a:r>
            <a:r>
              <a:rPr lang="en-US" sz="1600" dirty="0">
                <a:solidFill>
                  <a:srgbClr val="1A1A2E"/>
                </a:solidFill>
                <a:latin typeface="Calibri" pitchFamily="34" charset="0"/>
                <a:ea typeface="Calibri" pitchFamily="34" charset="-122"/>
                <a:cs typeface="Calibri" pitchFamily="34" charset="-120"/>
              </a:rPr>
              <a:t>,  </a:t>
            </a:r>
            <a:r>
              <a:rPr lang="en-US" sz="1600" b="1" dirty="0">
                <a:solidFill>
                  <a:srgbClr val="2E75B6"/>
                </a:solidFill>
                <a:latin typeface="Calibri" pitchFamily="34" charset="0"/>
                <a:ea typeface="Calibri" pitchFamily="34" charset="-122"/>
                <a:cs typeface="Calibri" pitchFamily="34" charset="-120"/>
              </a:rPr>
              <a:t>defect logs</a:t>
            </a:r>
            <a:r>
              <a:rPr lang="en-US" sz="1600" dirty="0">
                <a:solidFill>
                  <a:srgbClr val="1A1A2E"/>
                </a:solidFill>
                <a:latin typeface="Calibri" pitchFamily="34" charset="0"/>
                <a:ea typeface="Calibri" pitchFamily="34" charset="-122"/>
                <a:cs typeface="Calibri" pitchFamily="34" charset="-120"/>
              </a:rPr>
              <a:t>, and  </a:t>
            </a:r>
            <a:r>
              <a:rPr lang="en-US" sz="1600" b="1" dirty="0">
                <a:solidFill>
                  <a:srgbClr val="2E75B6"/>
                </a:solidFill>
                <a:latin typeface="Calibri" pitchFamily="34" charset="0"/>
                <a:ea typeface="Calibri" pitchFamily="34" charset="-122"/>
                <a:cs typeface="Calibri" pitchFamily="34" charset="-120"/>
              </a:rPr>
              <a:t>test completion reports</a:t>
            </a:r>
            <a:r>
              <a:rPr lang="en-US" sz="1600" dirty="0">
                <a:solidFill>
                  <a:srgbClr val="1A1A2E"/>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26" name="Shape 24"/>
          <p:cNvSpPr/>
          <p:nvPr/>
        </p:nvSpPr>
        <p:spPr>
          <a:xfrm>
            <a:off x="365760" y="4535424"/>
            <a:ext cx="11460480"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7" name="Shape 25"/>
          <p:cNvSpPr/>
          <p:nvPr/>
        </p:nvSpPr>
        <p:spPr>
          <a:xfrm>
            <a:off x="365760" y="4535424"/>
            <a:ext cx="85344" cy="87782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548640" y="4535424"/>
            <a:ext cx="11241024" cy="877824"/>
          </a:xfrm>
          <a:prstGeom prst="rect">
            <a:avLst/>
          </a:prstGeom>
          <a:noFill/>
          <a:ln/>
        </p:spPr>
        <p:txBody>
          <a:bodyPr wrap="square" lIns="67733" tIns="67733" rIns="67733" bIns="67733" rtlCol="0" anchor="ctr"/>
          <a:lstStyle/>
          <a:p>
            <a:pPr defTabSz="1219170"/>
            <a:r>
              <a:rPr lang="en-US" sz="1467" b="1" dirty="0">
                <a:solidFill>
                  <a:srgbClr val="1B3A6B"/>
                </a:solidFill>
                <a:latin typeface="Calibri" pitchFamily="34" charset="0"/>
                <a:ea typeface="Calibri" pitchFamily="34" charset="-122"/>
                <a:cs typeface="Calibri" pitchFamily="34" charset="-120"/>
              </a:rPr>
              <a:t>Why it matters:  </a:t>
            </a:r>
            <a:r>
              <a:rPr lang="en-US" sz="1467" dirty="0">
                <a:solidFill>
                  <a:srgbClr val="1A1A2E"/>
                </a:solidFill>
                <a:latin typeface="Calibri" pitchFamily="34" charset="0"/>
                <a:ea typeface="Calibri" pitchFamily="34" charset="-122"/>
                <a:cs typeface="Calibri" pitchFamily="34" charset="-120"/>
              </a:rPr>
              <a:t>Testing is the quality assurance gate before deployment. In Waterfall, testing occurs after all development is complete, meaning defects are costly to fix — particularly those relating to fundamental design decisions.</a:t>
            </a:r>
            <a:endParaRPr lang="en-US" sz="1467" dirty="0">
              <a:solidFill>
                <a:prstClr val="black"/>
              </a:solidFill>
              <a:latin typeface="Calibri" panose="020F0502020204030204"/>
            </a:endParaRPr>
          </a:p>
        </p:txBody>
      </p:sp>
      <p:sp>
        <p:nvSpPr>
          <p:cNvPr id="29" name="Shape 27"/>
          <p:cNvSpPr/>
          <p:nvPr/>
        </p:nvSpPr>
        <p:spPr>
          <a:xfrm>
            <a:off x="365760" y="5535168"/>
            <a:ext cx="11460480" cy="914400"/>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0" name="Shape 28"/>
          <p:cNvSpPr/>
          <p:nvPr/>
        </p:nvSpPr>
        <p:spPr>
          <a:xfrm>
            <a:off x="365760" y="5535168"/>
            <a:ext cx="85344" cy="91440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609600" y="5535168"/>
            <a:ext cx="11094720" cy="914400"/>
          </a:xfrm>
          <a:prstGeom prst="rect">
            <a:avLst/>
          </a:prstGeom>
          <a:noFill/>
          <a:ln/>
        </p:spPr>
        <p:txBody>
          <a:bodyPr wrap="square" lIns="101600" tIns="101600" rIns="101600" bIns="101600" rtlCol="0" anchor="ctr"/>
          <a:lstStyle/>
          <a:p>
            <a:pPr defTabSz="1219170"/>
            <a:r>
              <a:rPr lang="en-US" sz="1533" b="1" dirty="0">
                <a:solidFill>
                  <a:srgbClr val="C0392B"/>
                </a:solidFill>
                <a:latin typeface="Calibri" pitchFamily="34" charset="0"/>
                <a:ea typeface="Calibri" pitchFamily="34" charset="-122"/>
                <a:cs typeface="Calibri" pitchFamily="34" charset="-120"/>
              </a:rPr>
              <a:t>Key Weakness:  </a:t>
            </a:r>
            <a:r>
              <a:rPr lang="en-US" sz="1533" dirty="0">
                <a:solidFill>
                  <a:srgbClr val="1A1A2E"/>
                </a:solidFill>
                <a:latin typeface="Calibri" pitchFamily="34" charset="0"/>
                <a:ea typeface="Calibri" pitchFamily="34" charset="-122"/>
                <a:cs typeface="Calibri" pitchFamily="34" charset="-120"/>
              </a:rPr>
              <a:t>A design flaw discovered during testing may require rework across </a:t>
            </a:r>
            <a:r>
              <a:rPr lang="en-US" sz="1533" b="1" dirty="0">
                <a:solidFill>
                  <a:srgbClr val="C0392B"/>
                </a:solidFill>
                <a:latin typeface="Calibri" pitchFamily="34" charset="0"/>
                <a:ea typeface="Calibri" pitchFamily="34" charset="-122"/>
                <a:cs typeface="Calibri" pitchFamily="34" charset="-120"/>
              </a:rPr>
              <a:t>multiple preceding stages</a:t>
            </a:r>
            <a:r>
              <a:rPr lang="en-US" sz="1533" dirty="0">
                <a:solidFill>
                  <a:srgbClr val="1A1A2E"/>
                </a:solidFill>
                <a:latin typeface="Calibri" pitchFamily="34" charset="0"/>
                <a:ea typeface="Calibri" pitchFamily="34" charset="-122"/>
                <a:cs typeface="Calibri" pitchFamily="34" charset="-120"/>
              </a:rPr>
              <a:t>, making late-stage defects a significant weakness of the Waterfall model.</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P spid="24" grpId="0" animBg="1"/>
      <p:bldP spid="28" grpId="0" animBg="1"/>
      <p:bldP spid="3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7: Installation</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i="1" dirty="0">
                <a:solidFill>
                  <a:srgbClr val="1B3A6B"/>
                </a:solidFill>
                <a:latin typeface="Calibri" pitchFamily="34" charset="0"/>
                <a:ea typeface="Calibri" pitchFamily="34" charset="-122"/>
                <a:cs typeface="Calibri" pitchFamily="34" charset="-120"/>
              </a:rPr>
              <a:t>Deploying the tested and approved system to the production environment</a:t>
            </a:r>
            <a:endParaRPr lang="en-US"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7</a:t>
            </a:r>
            <a:endParaRPr lang="en-US" sz="2667" dirty="0">
              <a:solidFill>
                <a:prstClr val="black"/>
              </a:solidFill>
              <a:latin typeface="Calibri" panose="020F0502020204030204"/>
            </a:endParaRPr>
          </a:p>
        </p:txBody>
      </p:sp>
      <p:sp>
        <p:nvSpPr>
          <p:cNvPr id="8" name="Text 6"/>
          <p:cNvSpPr/>
          <p:nvPr/>
        </p:nvSpPr>
        <p:spPr>
          <a:xfrm>
            <a:off x="1153521" y="1365504"/>
            <a:ext cx="10728960" cy="60960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The tested and approved system is </a:t>
            </a:r>
            <a:r>
              <a:rPr lang="en-US" sz="1667" b="1" dirty="0">
                <a:solidFill>
                  <a:srgbClr val="1B3A6B"/>
                </a:solidFill>
                <a:latin typeface="Calibri" pitchFamily="34" charset="0"/>
                <a:ea typeface="Calibri" pitchFamily="34" charset="-122"/>
                <a:cs typeface="Calibri" pitchFamily="34" charset="-120"/>
              </a:rPr>
              <a:t>deployed</a:t>
            </a:r>
            <a:r>
              <a:rPr lang="en-US" sz="1667" dirty="0">
                <a:solidFill>
                  <a:srgbClr val="1A1A2E"/>
                </a:solidFill>
                <a:latin typeface="Calibri" pitchFamily="34" charset="0"/>
                <a:ea typeface="Calibri" pitchFamily="34" charset="-122"/>
                <a:cs typeface="Calibri" pitchFamily="34" charset="-120"/>
              </a:rPr>
              <a:t> to the production environment, including </a:t>
            </a:r>
            <a:r>
              <a:rPr lang="en-US" sz="1667" b="1" dirty="0">
                <a:solidFill>
                  <a:srgbClr val="1B3A6B"/>
                </a:solidFill>
                <a:latin typeface="Calibri" pitchFamily="34" charset="0"/>
                <a:ea typeface="Calibri" pitchFamily="34" charset="-122"/>
                <a:cs typeface="Calibri" pitchFamily="34" charset="-120"/>
              </a:rPr>
              <a:t>configuring</a:t>
            </a:r>
            <a:r>
              <a:rPr lang="en-US" sz="1667" dirty="0">
                <a:solidFill>
                  <a:srgbClr val="1A1A2E"/>
                </a:solidFill>
                <a:latin typeface="Calibri" pitchFamily="34" charset="0"/>
                <a:ea typeface="Calibri" pitchFamily="34" charset="-122"/>
                <a:cs typeface="Calibri" pitchFamily="34" charset="-120"/>
              </a:rPr>
              <a:t> hardware and software, </a:t>
            </a:r>
            <a:r>
              <a:rPr lang="en-US" sz="1667" b="1" dirty="0">
                <a:solidFill>
                  <a:srgbClr val="1B3A6B"/>
                </a:solidFill>
                <a:latin typeface="Calibri" pitchFamily="34" charset="0"/>
                <a:ea typeface="Calibri" pitchFamily="34" charset="-122"/>
                <a:cs typeface="Calibri" pitchFamily="34" charset="-120"/>
              </a:rPr>
              <a:t>migrating</a:t>
            </a:r>
            <a:r>
              <a:rPr lang="en-US" sz="1667" dirty="0">
                <a:solidFill>
                  <a:srgbClr val="1A1A2E"/>
                </a:solidFill>
                <a:latin typeface="Calibri" pitchFamily="34" charset="0"/>
                <a:ea typeface="Calibri" pitchFamily="34" charset="-122"/>
                <a:cs typeface="Calibri" pitchFamily="34" charset="-120"/>
              </a:rPr>
              <a:t> existing data, and </a:t>
            </a:r>
            <a:r>
              <a:rPr lang="en-US" sz="1667" b="1" dirty="0">
                <a:solidFill>
                  <a:srgbClr val="1B3A6B"/>
                </a:solidFill>
                <a:latin typeface="Calibri" pitchFamily="34" charset="0"/>
                <a:ea typeface="Calibri" pitchFamily="34" charset="-122"/>
                <a:cs typeface="Calibri" pitchFamily="34" charset="-120"/>
              </a:rPr>
              <a:t>training</a:t>
            </a:r>
            <a:r>
              <a:rPr lang="en-US" sz="1667" dirty="0">
                <a:solidFill>
                  <a:srgbClr val="1A1A2E"/>
                </a:solidFill>
                <a:latin typeface="Calibri" pitchFamily="34" charset="0"/>
                <a:ea typeface="Calibri" pitchFamily="34" charset="-122"/>
                <a:cs typeface="Calibri" pitchFamily="34" charset="-120"/>
              </a:rPr>
              <a:t> end users.</a:t>
            </a:r>
            <a:endParaRPr lang="en-US" sz="1667" dirty="0">
              <a:solidFill>
                <a:prstClr val="black"/>
              </a:solidFill>
              <a:latin typeface="Calibri" panose="020F0502020204030204"/>
            </a:endParaRPr>
          </a:p>
        </p:txBody>
      </p:sp>
      <p:sp>
        <p:nvSpPr>
          <p:cNvPr id="9" name="Shape 7"/>
          <p:cNvSpPr/>
          <p:nvPr/>
        </p:nvSpPr>
        <p:spPr>
          <a:xfrm>
            <a:off x="365760" y="2011680"/>
            <a:ext cx="3413760" cy="316992"/>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65760" y="2011680"/>
            <a:ext cx="341376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IMPLEMENTATION METHODS</a:t>
            </a:r>
            <a:endParaRPr lang="en-US" sz="1133" dirty="0">
              <a:solidFill>
                <a:prstClr val="black"/>
              </a:solidFill>
              <a:latin typeface="Calibri" panose="020F0502020204030204"/>
            </a:endParaRPr>
          </a:p>
        </p:txBody>
      </p:sp>
      <p:sp>
        <p:nvSpPr>
          <p:cNvPr id="11" name="Shape 9"/>
          <p:cNvSpPr/>
          <p:nvPr/>
        </p:nvSpPr>
        <p:spPr>
          <a:xfrm>
            <a:off x="365760" y="2438400"/>
            <a:ext cx="2682240" cy="231648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Shape 10"/>
          <p:cNvSpPr/>
          <p:nvPr/>
        </p:nvSpPr>
        <p:spPr>
          <a:xfrm>
            <a:off x="365760" y="2438400"/>
            <a:ext cx="2682240" cy="3657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365760" y="2438400"/>
            <a:ext cx="268224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Direct Cut</a:t>
            </a:r>
            <a:endParaRPr lang="en-US" sz="1333" dirty="0">
              <a:solidFill>
                <a:prstClr val="black"/>
              </a:solidFill>
              <a:latin typeface="Calibri" panose="020F0502020204030204"/>
            </a:endParaRPr>
          </a:p>
        </p:txBody>
      </p:sp>
      <p:sp>
        <p:nvSpPr>
          <p:cNvPr id="14" name="Text 12"/>
          <p:cNvSpPr/>
          <p:nvPr/>
        </p:nvSpPr>
        <p:spPr>
          <a:xfrm>
            <a:off x="487680" y="2840736"/>
            <a:ext cx="2438400" cy="146304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The old system is immediately replaced by the new system on a set date.</a:t>
            </a:r>
            <a:endParaRPr lang="en-US" sz="1400" dirty="0">
              <a:solidFill>
                <a:prstClr val="black"/>
              </a:solidFill>
              <a:latin typeface="Calibri" panose="020F0502020204030204"/>
            </a:endParaRPr>
          </a:p>
        </p:txBody>
      </p:sp>
      <p:sp>
        <p:nvSpPr>
          <p:cNvPr id="15" name="Shape 13"/>
          <p:cNvSpPr/>
          <p:nvPr/>
        </p:nvSpPr>
        <p:spPr>
          <a:xfrm>
            <a:off x="487680" y="4328160"/>
            <a:ext cx="2438400" cy="316992"/>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487680" y="4328160"/>
            <a:ext cx="2438400" cy="316992"/>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High Risk</a:t>
            </a:r>
            <a:endParaRPr lang="en-US" sz="1267" dirty="0">
              <a:solidFill>
                <a:prstClr val="black"/>
              </a:solidFill>
              <a:latin typeface="Calibri" panose="020F0502020204030204"/>
            </a:endParaRPr>
          </a:p>
        </p:txBody>
      </p:sp>
      <p:sp>
        <p:nvSpPr>
          <p:cNvPr id="17" name="Shape 15"/>
          <p:cNvSpPr/>
          <p:nvPr/>
        </p:nvSpPr>
        <p:spPr>
          <a:xfrm>
            <a:off x="3267456" y="2438400"/>
            <a:ext cx="2682240" cy="231648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Shape 16"/>
          <p:cNvSpPr/>
          <p:nvPr/>
        </p:nvSpPr>
        <p:spPr>
          <a:xfrm>
            <a:off x="3267456" y="2438400"/>
            <a:ext cx="2682240" cy="3657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Text 17"/>
          <p:cNvSpPr/>
          <p:nvPr/>
        </p:nvSpPr>
        <p:spPr>
          <a:xfrm>
            <a:off x="3267456" y="2438400"/>
            <a:ext cx="268224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Phased Implementation</a:t>
            </a:r>
            <a:endParaRPr lang="en-US" sz="1333" dirty="0">
              <a:solidFill>
                <a:prstClr val="black"/>
              </a:solidFill>
              <a:latin typeface="Calibri" panose="020F0502020204030204"/>
            </a:endParaRPr>
          </a:p>
        </p:txBody>
      </p:sp>
      <p:sp>
        <p:nvSpPr>
          <p:cNvPr id="20" name="Text 18"/>
          <p:cNvSpPr/>
          <p:nvPr/>
        </p:nvSpPr>
        <p:spPr>
          <a:xfrm>
            <a:off x="3389376" y="2840736"/>
            <a:ext cx="2438400" cy="146304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The new system is introduced in stages, replacing components of the old system gradually.</a:t>
            </a:r>
            <a:endParaRPr lang="en-US" sz="1400" dirty="0">
              <a:solidFill>
                <a:prstClr val="black"/>
              </a:solidFill>
              <a:latin typeface="Calibri" panose="020F0502020204030204"/>
            </a:endParaRPr>
          </a:p>
        </p:txBody>
      </p:sp>
      <p:sp>
        <p:nvSpPr>
          <p:cNvPr id="21" name="Shape 19"/>
          <p:cNvSpPr/>
          <p:nvPr/>
        </p:nvSpPr>
        <p:spPr>
          <a:xfrm>
            <a:off x="3389376" y="4328160"/>
            <a:ext cx="2438400" cy="316992"/>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3389376" y="4328160"/>
            <a:ext cx="2438400" cy="316992"/>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Medium Risk</a:t>
            </a:r>
            <a:endParaRPr lang="en-US" sz="1267" dirty="0">
              <a:solidFill>
                <a:prstClr val="black"/>
              </a:solidFill>
              <a:latin typeface="Calibri" panose="020F0502020204030204"/>
            </a:endParaRPr>
          </a:p>
        </p:txBody>
      </p:sp>
      <p:sp>
        <p:nvSpPr>
          <p:cNvPr id="23" name="Shape 21"/>
          <p:cNvSpPr/>
          <p:nvPr/>
        </p:nvSpPr>
        <p:spPr>
          <a:xfrm>
            <a:off x="6169152" y="2438400"/>
            <a:ext cx="2682240" cy="231648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Shape 22"/>
          <p:cNvSpPr/>
          <p:nvPr/>
        </p:nvSpPr>
        <p:spPr>
          <a:xfrm>
            <a:off x="6169152" y="2438400"/>
            <a:ext cx="2682240" cy="3657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Text 23"/>
          <p:cNvSpPr/>
          <p:nvPr/>
        </p:nvSpPr>
        <p:spPr>
          <a:xfrm>
            <a:off x="6169152" y="2438400"/>
            <a:ext cx="268224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Parallel Running</a:t>
            </a:r>
            <a:endParaRPr lang="en-US" sz="1333" dirty="0">
              <a:solidFill>
                <a:prstClr val="black"/>
              </a:solidFill>
              <a:latin typeface="Calibri" panose="020F0502020204030204"/>
            </a:endParaRPr>
          </a:p>
        </p:txBody>
      </p:sp>
      <p:sp>
        <p:nvSpPr>
          <p:cNvPr id="26" name="Text 24"/>
          <p:cNvSpPr/>
          <p:nvPr/>
        </p:nvSpPr>
        <p:spPr>
          <a:xfrm>
            <a:off x="6291072" y="2840736"/>
            <a:ext cx="2438400" cy="146304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Both old and new systems operate simultaneously until confidence in the new system is established.</a:t>
            </a:r>
            <a:endParaRPr lang="en-US" sz="1400" dirty="0">
              <a:solidFill>
                <a:prstClr val="black"/>
              </a:solidFill>
              <a:latin typeface="Calibri" panose="020F0502020204030204"/>
            </a:endParaRPr>
          </a:p>
        </p:txBody>
      </p:sp>
      <p:sp>
        <p:nvSpPr>
          <p:cNvPr id="27" name="Shape 25"/>
          <p:cNvSpPr/>
          <p:nvPr/>
        </p:nvSpPr>
        <p:spPr>
          <a:xfrm>
            <a:off x="6291072" y="4328160"/>
            <a:ext cx="2438400" cy="316992"/>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6291072" y="4328160"/>
            <a:ext cx="2438400" cy="316992"/>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Low Risk</a:t>
            </a:r>
            <a:endParaRPr lang="en-US" sz="1267" dirty="0">
              <a:solidFill>
                <a:prstClr val="black"/>
              </a:solidFill>
              <a:latin typeface="Calibri" panose="020F0502020204030204"/>
            </a:endParaRPr>
          </a:p>
        </p:txBody>
      </p:sp>
      <p:sp>
        <p:nvSpPr>
          <p:cNvPr id="29" name="Shape 27"/>
          <p:cNvSpPr/>
          <p:nvPr/>
        </p:nvSpPr>
        <p:spPr>
          <a:xfrm>
            <a:off x="9070848" y="2438400"/>
            <a:ext cx="2682240" cy="231648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0" name="Shape 28"/>
          <p:cNvSpPr/>
          <p:nvPr/>
        </p:nvSpPr>
        <p:spPr>
          <a:xfrm>
            <a:off x="9070848" y="2438400"/>
            <a:ext cx="2682240" cy="36576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9070848" y="2438400"/>
            <a:ext cx="268224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Pilot Implementation</a:t>
            </a:r>
            <a:endParaRPr lang="en-US" sz="1333" dirty="0">
              <a:solidFill>
                <a:prstClr val="black"/>
              </a:solidFill>
              <a:latin typeface="Calibri" panose="020F0502020204030204"/>
            </a:endParaRPr>
          </a:p>
        </p:txBody>
      </p:sp>
      <p:sp>
        <p:nvSpPr>
          <p:cNvPr id="32" name="Text 30"/>
          <p:cNvSpPr/>
          <p:nvPr/>
        </p:nvSpPr>
        <p:spPr>
          <a:xfrm>
            <a:off x="9192768" y="2840736"/>
            <a:ext cx="2438400" cy="1463040"/>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The new system is trialled in one location or department before full rollout.</a:t>
            </a:r>
            <a:endParaRPr lang="en-US" sz="1400" dirty="0">
              <a:solidFill>
                <a:prstClr val="black"/>
              </a:solidFill>
              <a:latin typeface="Calibri" panose="020F0502020204030204"/>
            </a:endParaRPr>
          </a:p>
        </p:txBody>
      </p:sp>
      <p:sp>
        <p:nvSpPr>
          <p:cNvPr id="33" name="Shape 31"/>
          <p:cNvSpPr/>
          <p:nvPr/>
        </p:nvSpPr>
        <p:spPr>
          <a:xfrm>
            <a:off x="9192768" y="4328160"/>
            <a:ext cx="2438400" cy="316992"/>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4" name="Text 32"/>
          <p:cNvSpPr/>
          <p:nvPr/>
        </p:nvSpPr>
        <p:spPr>
          <a:xfrm>
            <a:off x="9192768" y="4328160"/>
            <a:ext cx="2438400" cy="316992"/>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Low Risk</a:t>
            </a:r>
            <a:endParaRPr lang="en-US" sz="1267" dirty="0">
              <a:solidFill>
                <a:prstClr val="black"/>
              </a:solidFill>
              <a:latin typeface="Calibri" panose="020F0502020204030204"/>
            </a:endParaRPr>
          </a:p>
        </p:txBody>
      </p:sp>
      <p:sp>
        <p:nvSpPr>
          <p:cNvPr id="35" name="Shape 33"/>
          <p:cNvSpPr/>
          <p:nvPr/>
        </p:nvSpPr>
        <p:spPr>
          <a:xfrm>
            <a:off x="365760" y="4913376"/>
            <a:ext cx="11460480"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dirty="0">
              <a:solidFill>
                <a:prstClr val="black"/>
              </a:solidFill>
              <a:latin typeface="Calibri" panose="020F0502020204030204"/>
              <a:ea typeface="等线" panose="02010600030101010101" pitchFamily="2" charset="-122"/>
            </a:endParaRPr>
          </a:p>
        </p:txBody>
      </p:sp>
      <p:sp>
        <p:nvSpPr>
          <p:cNvPr id="36" name="Shape 34"/>
          <p:cNvSpPr/>
          <p:nvPr/>
        </p:nvSpPr>
        <p:spPr>
          <a:xfrm>
            <a:off x="365760" y="4913376"/>
            <a:ext cx="85344" cy="87782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7" name="Text 35"/>
          <p:cNvSpPr/>
          <p:nvPr/>
        </p:nvSpPr>
        <p:spPr>
          <a:xfrm>
            <a:off x="548640" y="4913376"/>
            <a:ext cx="11241024" cy="877824"/>
          </a:xfrm>
          <a:prstGeom prst="rect">
            <a:avLst/>
          </a:prstGeom>
          <a:noFill/>
          <a:ln/>
        </p:spPr>
        <p:txBody>
          <a:bodyPr wrap="square" lIns="67733" tIns="67733" rIns="67733" bIns="67733" rtlCol="0" anchor="ctr"/>
          <a:lstStyle/>
          <a:p>
            <a:pPr defTabSz="1219170"/>
            <a:r>
              <a:rPr lang="en-US" sz="1467" b="1" dirty="0">
                <a:solidFill>
                  <a:srgbClr val="1B3A6B"/>
                </a:solidFill>
                <a:latin typeface="Calibri" pitchFamily="34" charset="0"/>
                <a:ea typeface="Calibri" pitchFamily="34" charset="-122"/>
                <a:cs typeface="Calibri" pitchFamily="34" charset="-120"/>
              </a:rPr>
              <a:t>Why it matters:  </a:t>
            </a:r>
            <a:r>
              <a:rPr lang="en-US" sz="1467" dirty="0">
                <a:solidFill>
                  <a:srgbClr val="1A1A2E"/>
                </a:solidFill>
                <a:latin typeface="Calibri" pitchFamily="34" charset="0"/>
                <a:ea typeface="Calibri" pitchFamily="34" charset="-122"/>
                <a:cs typeface="Calibri" pitchFamily="34" charset="-120"/>
              </a:rPr>
              <a:t>A technically sound system can fail if deployment is poorly managed. Data migration errors, configuration mismatches, and inadequate user training are common causes of implementation failure.</a:t>
            </a:r>
            <a:endParaRPr lang="en-US" sz="1467" dirty="0">
              <a:solidFill>
                <a:prstClr val="black"/>
              </a:solidFill>
              <a:latin typeface="Calibri" panose="020F0502020204030204"/>
            </a:endParaRPr>
          </a:p>
        </p:txBody>
      </p:sp>
      <p:sp>
        <p:nvSpPr>
          <p:cNvPr id="38" name="Shape 36"/>
          <p:cNvSpPr/>
          <p:nvPr/>
        </p:nvSpPr>
        <p:spPr>
          <a:xfrm>
            <a:off x="365760" y="5925312"/>
            <a:ext cx="11460480" cy="877824"/>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9" name="Shape 37"/>
          <p:cNvSpPr/>
          <p:nvPr/>
        </p:nvSpPr>
        <p:spPr>
          <a:xfrm>
            <a:off x="365760" y="5925312"/>
            <a:ext cx="85344" cy="877824"/>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0" name="Text 38"/>
          <p:cNvSpPr/>
          <p:nvPr/>
        </p:nvSpPr>
        <p:spPr>
          <a:xfrm>
            <a:off x="548640" y="5925312"/>
            <a:ext cx="11241024" cy="877824"/>
          </a:xfrm>
          <a:prstGeom prst="rect">
            <a:avLst/>
          </a:prstGeom>
          <a:noFill/>
          <a:ln/>
        </p:spPr>
        <p:txBody>
          <a:bodyPr wrap="square" lIns="101600" tIns="101600" rIns="101600" bIns="101600" rtlCol="0" anchor="t"/>
          <a:lstStyle/>
          <a:p>
            <a:pPr defTabSz="1219170"/>
            <a:r>
              <a:rPr lang="en-US" sz="1467" b="1" dirty="0">
                <a:solidFill>
                  <a:srgbClr val="1D6A3A"/>
                </a:solidFill>
                <a:latin typeface="Calibri" pitchFamily="34" charset="0"/>
                <a:ea typeface="Calibri" pitchFamily="34" charset="-122"/>
                <a:cs typeface="Calibri" pitchFamily="34" charset="-120"/>
              </a:rPr>
              <a:t>Example:  </a:t>
            </a:r>
            <a:r>
              <a:rPr lang="en-US" sz="1467" dirty="0">
                <a:solidFill>
                  <a:srgbClr val="1A1A2E"/>
                </a:solidFill>
                <a:latin typeface="Calibri" pitchFamily="34" charset="0"/>
                <a:ea typeface="Calibri" pitchFamily="34" charset="-122"/>
                <a:cs typeface="Calibri" pitchFamily="34" charset="-120"/>
              </a:rPr>
              <a:t>The student portal is deployed to the school's server. Staff receive training and existing student data is migrated from the legacy spreadsheet system into the new database.</a:t>
            </a:r>
            <a:endParaRPr lang="en-US" sz="14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6" grpId="0" animBg="1"/>
      <p:bldP spid="3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Stage 8: Maintenance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i="1" dirty="0">
                <a:solidFill>
                  <a:srgbClr val="1B3A6B"/>
                </a:solidFill>
                <a:latin typeface="Calibri" pitchFamily="34" charset="0"/>
                <a:ea typeface="Calibri" pitchFamily="34" charset="-122"/>
                <a:cs typeface="Calibri" pitchFamily="34" charset="-120"/>
              </a:rPr>
              <a:t>Ongoing activities to ensure the system continues to meet user needs after deployment</a:t>
            </a:r>
            <a:endParaRPr lang="en-US" dirty="0">
              <a:solidFill>
                <a:prstClr val="black"/>
              </a:solidFill>
              <a:latin typeface="Calibri" panose="020F0502020204030204"/>
            </a:endParaRPr>
          </a:p>
        </p:txBody>
      </p:sp>
      <p:sp>
        <p:nvSpPr>
          <p:cNvPr id="7" name="Text 5"/>
          <p:cNvSpPr/>
          <p:nvPr/>
        </p:nvSpPr>
        <p:spPr>
          <a:xfrm>
            <a:off x="365760" y="1243584"/>
            <a:ext cx="609600" cy="609600"/>
          </a:xfrm>
          <a:prstGeom prst="rect">
            <a:avLst/>
          </a:prstGeom>
          <a:noFill/>
          <a:ln/>
        </p:spPr>
        <p:txBody>
          <a:bodyPr wrap="square" lIns="0" tIns="0" rIns="0" bIns="0" rtlCol="0" anchor="ctr"/>
          <a:lstStyle/>
          <a:p>
            <a:pPr algn="ctr" defTabSz="1219170"/>
            <a:r>
              <a:rPr lang="en-US" sz="2667" b="1" dirty="0">
                <a:solidFill>
                  <a:srgbClr val="FFFFFF"/>
                </a:solidFill>
                <a:latin typeface="Calibri" pitchFamily="34" charset="0"/>
                <a:ea typeface="Calibri" pitchFamily="34" charset="-122"/>
                <a:cs typeface="Calibri" pitchFamily="34" charset="-120"/>
              </a:rPr>
              <a:t>8</a:t>
            </a:r>
            <a:endParaRPr lang="en-US" sz="2667" dirty="0">
              <a:solidFill>
                <a:prstClr val="black"/>
              </a:solidFill>
              <a:latin typeface="Calibri" panose="020F0502020204030204"/>
            </a:endParaRPr>
          </a:p>
        </p:txBody>
      </p:sp>
      <p:sp>
        <p:nvSpPr>
          <p:cNvPr id="8" name="Text 6"/>
          <p:cNvSpPr/>
          <p:nvPr/>
        </p:nvSpPr>
        <p:spPr>
          <a:xfrm>
            <a:off x="1097280" y="1414272"/>
            <a:ext cx="10728960" cy="67056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Following deployment, the system enters an ongoing </a:t>
            </a:r>
            <a:r>
              <a:rPr lang="en-US" sz="1667" b="1" dirty="0">
                <a:solidFill>
                  <a:srgbClr val="1B3A6B"/>
                </a:solidFill>
                <a:latin typeface="Calibri" pitchFamily="34" charset="0"/>
                <a:ea typeface="Calibri" pitchFamily="34" charset="-122"/>
                <a:cs typeface="Calibri" pitchFamily="34" charset="-120"/>
              </a:rPr>
              <a:t>maintenance phase</a:t>
            </a:r>
            <a:r>
              <a:rPr lang="en-US" sz="1667" dirty="0">
                <a:solidFill>
                  <a:srgbClr val="1A1A2E"/>
                </a:solidFill>
                <a:latin typeface="Calibri" pitchFamily="34" charset="0"/>
                <a:ea typeface="Calibri" pitchFamily="34" charset="-122"/>
                <a:cs typeface="Calibri" pitchFamily="34" charset="-120"/>
              </a:rPr>
              <a:t>. Software is rarely static after deployment — the maintenance stage ensures the system continues to function as its environment and user needs evolve.</a:t>
            </a:r>
            <a:endParaRPr lang="en-US" sz="1667" dirty="0">
              <a:solidFill>
                <a:prstClr val="black"/>
              </a:solidFill>
              <a:latin typeface="Calibri" panose="020F0502020204030204"/>
            </a:endParaRPr>
          </a:p>
        </p:txBody>
      </p:sp>
      <p:sp>
        <p:nvSpPr>
          <p:cNvPr id="9" name="Shape 7"/>
          <p:cNvSpPr/>
          <p:nvPr/>
        </p:nvSpPr>
        <p:spPr>
          <a:xfrm>
            <a:off x="365760" y="2072640"/>
            <a:ext cx="2682240" cy="2926080"/>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Shape 8"/>
          <p:cNvSpPr/>
          <p:nvPr/>
        </p:nvSpPr>
        <p:spPr>
          <a:xfrm>
            <a:off x="365760" y="2072640"/>
            <a:ext cx="2682240" cy="67056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Text 9"/>
          <p:cNvSpPr/>
          <p:nvPr/>
        </p:nvSpPr>
        <p:spPr>
          <a:xfrm>
            <a:off x="365760" y="2097024"/>
            <a:ext cx="2682240" cy="365760"/>
          </a:xfrm>
          <a:prstGeom prst="rect">
            <a:avLst/>
          </a:prstGeom>
          <a:noFill/>
          <a:ln/>
        </p:spPr>
        <p:txBody>
          <a:bodyPr wrap="square" lIns="0" tIns="0" rIns="0" bIns="0" rtlCol="0" anchor="ctr"/>
          <a:lstStyle/>
          <a:p>
            <a:pPr algn="ctr" defTabSz="1219170"/>
            <a:r>
              <a:rPr lang="en-US" sz="1667" b="1" dirty="0">
                <a:solidFill>
                  <a:srgbClr val="FFFFFF"/>
                </a:solidFill>
                <a:latin typeface="Calibri" pitchFamily="34" charset="0"/>
                <a:ea typeface="Calibri" pitchFamily="34" charset="-122"/>
                <a:cs typeface="Calibri" pitchFamily="34" charset="-120"/>
              </a:rPr>
              <a:t>Corrective</a:t>
            </a:r>
            <a:endParaRPr lang="en-US" sz="1667" dirty="0">
              <a:solidFill>
                <a:prstClr val="black"/>
              </a:solidFill>
              <a:latin typeface="Calibri" panose="020F0502020204030204"/>
            </a:endParaRPr>
          </a:p>
        </p:txBody>
      </p:sp>
      <p:sp>
        <p:nvSpPr>
          <p:cNvPr id="12" name="Text 10"/>
          <p:cNvSpPr/>
          <p:nvPr/>
        </p:nvSpPr>
        <p:spPr>
          <a:xfrm>
            <a:off x="365760" y="2414016"/>
            <a:ext cx="2682240" cy="292608"/>
          </a:xfrm>
          <a:prstGeom prst="rect">
            <a:avLst/>
          </a:prstGeom>
          <a:noFill/>
          <a:ln/>
        </p:spPr>
        <p:txBody>
          <a:bodyPr wrap="square" lIns="0" tIns="0" rIns="0" bIns="0" rtlCol="0" anchor="ctr"/>
          <a:lstStyle/>
          <a:p>
            <a:pPr algn="ctr" defTabSz="1219170"/>
            <a:r>
              <a:rPr lang="en-US" sz="1333" dirty="0">
                <a:solidFill>
                  <a:srgbClr val="DDDDDD"/>
                </a:solidFill>
                <a:latin typeface="Calibri" pitchFamily="34" charset="0"/>
                <a:ea typeface="Calibri" pitchFamily="34" charset="-122"/>
                <a:cs typeface="Calibri" pitchFamily="34" charset="-120"/>
              </a:rPr>
              <a:t>Maintenance</a:t>
            </a:r>
            <a:endParaRPr lang="en-US" sz="1333" dirty="0">
              <a:solidFill>
                <a:prstClr val="black"/>
              </a:solidFill>
              <a:latin typeface="Calibri" panose="020F0502020204030204"/>
            </a:endParaRPr>
          </a:p>
        </p:txBody>
      </p:sp>
      <p:sp>
        <p:nvSpPr>
          <p:cNvPr id="13" name="Text 11"/>
          <p:cNvSpPr/>
          <p:nvPr/>
        </p:nvSpPr>
        <p:spPr>
          <a:xfrm>
            <a:off x="512064" y="2828544"/>
            <a:ext cx="2389632"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Fixing bugs and defects reported by users after deployment.</a:t>
            </a:r>
            <a:endParaRPr lang="en-US" sz="1533" dirty="0">
              <a:solidFill>
                <a:prstClr val="black"/>
              </a:solidFill>
              <a:latin typeface="Calibri" panose="020F0502020204030204"/>
            </a:endParaRPr>
          </a:p>
        </p:txBody>
      </p:sp>
      <p:sp>
        <p:nvSpPr>
          <p:cNvPr id="14" name="Shape 12"/>
          <p:cNvSpPr/>
          <p:nvPr/>
        </p:nvSpPr>
        <p:spPr>
          <a:xfrm>
            <a:off x="3267456" y="2072640"/>
            <a:ext cx="2682240" cy="2926080"/>
          </a:xfrm>
          <a:prstGeom prst="rect">
            <a:avLst/>
          </a:prstGeom>
          <a:solidFill>
            <a:srgbClr val="F4F6F9"/>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Shape 13"/>
          <p:cNvSpPr/>
          <p:nvPr/>
        </p:nvSpPr>
        <p:spPr>
          <a:xfrm>
            <a:off x="3267456" y="2072640"/>
            <a:ext cx="2682240" cy="67056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3267456" y="2097024"/>
            <a:ext cx="2682240" cy="365760"/>
          </a:xfrm>
          <a:prstGeom prst="rect">
            <a:avLst/>
          </a:prstGeom>
          <a:noFill/>
          <a:ln/>
        </p:spPr>
        <p:txBody>
          <a:bodyPr wrap="square" lIns="0" tIns="0" rIns="0" bIns="0" rtlCol="0" anchor="ctr"/>
          <a:lstStyle/>
          <a:p>
            <a:pPr algn="ctr" defTabSz="1219170"/>
            <a:r>
              <a:rPr lang="en-US" sz="1667" b="1" dirty="0">
                <a:solidFill>
                  <a:srgbClr val="FFFFFF"/>
                </a:solidFill>
                <a:latin typeface="Calibri" pitchFamily="34" charset="0"/>
                <a:ea typeface="Calibri" pitchFamily="34" charset="-122"/>
                <a:cs typeface="Calibri" pitchFamily="34" charset="-120"/>
              </a:rPr>
              <a:t>Adaptive</a:t>
            </a:r>
            <a:endParaRPr lang="en-US" sz="1667" dirty="0">
              <a:solidFill>
                <a:prstClr val="black"/>
              </a:solidFill>
              <a:latin typeface="Calibri" panose="020F0502020204030204"/>
            </a:endParaRPr>
          </a:p>
        </p:txBody>
      </p:sp>
      <p:sp>
        <p:nvSpPr>
          <p:cNvPr id="17" name="Text 15"/>
          <p:cNvSpPr/>
          <p:nvPr/>
        </p:nvSpPr>
        <p:spPr>
          <a:xfrm>
            <a:off x="3267456" y="2414016"/>
            <a:ext cx="2682240" cy="292608"/>
          </a:xfrm>
          <a:prstGeom prst="rect">
            <a:avLst/>
          </a:prstGeom>
          <a:noFill/>
          <a:ln/>
        </p:spPr>
        <p:txBody>
          <a:bodyPr wrap="square" lIns="0" tIns="0" rIns="0" bIns="0" rtlCol="0" anchor="ctr"/>
          <a:lstStyle/>
          <a:p>
            <a:pPr algn="ctr" defTabSz="1219170"/>
            <a:r>
              <a:rPr lang="en-US" sz="1333" dirty="0">
                <a:solidFill>
                  <a:srgbClr val="DDDDDD"/>
                </a:solidFill>
                <a:latin typeface="Calibri" pitchFamily="34" charset="0"/>
                <a:ea typeface="Calibri" pitchFamily="34" charset="-122"/>
                <a:cs typeface="Calibri" pitchFamily="34" charset="-120"/>
              </a:rPr>
              <a:t>Maintenance</a:t>
            </a:r>
            <a:endParaRPr lang="en-US" sz="1333" dirty="0">
              <a:solidFill>
                <a:prstClr val="black"/>
              </a:solidFill>
              <a:latin typeface="Calibri" panose="020F0502020204030204"/>
            </a:endParaRPr>
          </a:p>
        </p:txBody>
      </p:sp>
      <p:sp>
        <p:nvSpPr>
          <p:cNvPr id="18" name="Text 16"/>
          <p:cNvSpPr/>
          <p:nvPr/>
        </p:nvSpPr>
        <p:spPr>
          <a:xfrm>
            <a:off x="3413760" y="2828544"/>
            <a:ext cx="2389632"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Modifying the system to accommodate changes in the operating environment or legislation.</a:t>
            </a:r>
            <a:endParaRPr lang="en-US" sz="1533" dirty="0">
              <a:solidFill>
                <a:prstClr val="black"/>
              </a:solidFill>
              <a:latin typeface="Calibri" panose="020F0502020204030204"/>
            </a:endParaRPr>
          </a:p>
        </p:txBody>
      </p:sp>
      <p:sp>
        <p:nvSpPr>
          <p:cNvPr id="19" name="Shape 17"/>
          <p:cNvSpPr/>
          <p:nvPr/>
        </p:nvSpPr>
        <p:spPr>
          <a:xfrm>
            <a:off x="6169152" y="2072640"/>
            <a:ext cx="2682240" cy="292608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Shape 18"/>
          <p:cNvSpPr/>
          <p:nvPr/>
        </p:nvSpPr>
        <p:spPr>
          <a:xfrm>
            <a:off x="6169152" y="2072640"/>
            <a:ext cx="2682240" cy="67056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1" name="Text 19"/>
          <p:cNvSpPr/>
          <p:nvPr/>
        </p:nvSpPr>
        <p:spPr>
          <a:xfrm>
            <a:off x="6169152" y="2097024"/>
            <a:ext cx="2682240" cy="365760"/>
          </a:xfrm>
          <a:prstGeom prst="rect">
            <a:avLst/>
          </a:prstGeom>
          <a:noFill/>
          <a:ln/>
        </p:spPr>
        <p:txBody>
          <a:bodyPr wrap="square" lIns="0" tIns="0" rIns="0" bIns="0" rtlCol="0" anchor="ctr"/>
          <a:lstStyle/>
          <a:p>
            <a:pPr algn="ctr" defTabSz="1219170"/>
            <a:r>
              <a:rPr lang="en-US" sz="1667" b="1" dirty="0">
                <a:solidFill>
                  <a:srgbClr val="FFFFFF"/>
                </a:solidFill>
                <a:latin typeface="Calibri" pitchFamily="34" charset="0"/>
                <a:ea typeface="Calibri" pitchFamily="34" charset="-122"/>
                <a:cs typeface="Calibri" pitchFamily="34" charset="-120"/>
              </a:rPr>
              <a:t>Perfective</a:t>
            </a:r>
            <a:endParaRPr lang="en-US" sz="1667" dirty="0">
              <a:solidFill>
                <a:prstClr val="black"/>
              </a:solidFill>
              <a:latin typeface="Calibri" panose="020F0502020204030204"/>
            </a:endParaRPr>
          </a:p>
        </p:txBody>
      </p:sp>
      <p:sp>
        <p:nvSpPr>
          <p:cNvPr id="22" name="Text 20"/>
          <p:cNvSpPr/>
          <p:nvPr/>
        </p:nvSpPr>
        <p:spPr>
          <a:xfrm>
            <a:off x="6169152" y="2414016"/>
            <a:ext cx="2682240" cy="292608"/>
          </a:xfrm>
          <a:prstGeom prst="rect">
            <a:avLst/>
          </a:prstGeom>
          <a:noFill/>
          <a:ln/>
        </p:spPr>
        <p:txBody>
          <a:bodyPr wrap="square" lIns="0" tIns="0" rIns="0" bIns="0" rtlCol="0" anchor="ctr"/>
          <a:lstStyle/>
          <a:p>
            <a:pPr algn="ctr" defTabSz="1219170"/>
            <a:r>
              <a:rPr lang="en-US" sz="1333" dirty="0">
                <a:solidFill>
                  <a:srgbClr val="DDDDDD"/>
                </a:solidFill>
                <a:latin typeface="Calibri" pitchFamily="34" charset="0"/>
                <a:ea typeface="Calibri" pitchFamily="34" charset="-122"/>
                <a:cs typeface="Calibri" pitchFamily="34" charset="-120"/>
              </a:rPr>
              <a:t>Maintenance</a:t>
            </a:r>
            <a:endParaRPr lang="en-US" sz="1333" dirty="0">
              <a:solidFill>
                <a:prstClr val="black"/>
              </a:solidFill>
              <a:latin typeface="Calibri" panose="020F0502020204030204"/>
            </a:endParaRPr>
          </a:p>
        </p:txBody>
      </p:sp>
      <p:sp>
        <p:nvSpPr>
          <p:cNvPr id="23" name="Text 21"/>
          <p:cNvSpPr/>
          <p:nvPr/>
        </p:nvSpPr>
        <p:spPr>
          <a:xfrm>
            <a:off x="6315456" y="2828544"/>
            <a:ext cx="2389632"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Enhancing performance or adding minor features requested by users.</a:t>
            </a:r>
            <a:endParaRPr lang="en-US" sz="1533" dirty="0">
              <a:solidFill>
                <a:prstClr val="black"/>
              </a:solidFill>
              <a:latin typeface="Calibri" panose="020F0502020204030204"/>
            </a:endParaRPr>
          </a:p>
        </p:txBody>
      </p:sp>
      <p:sp>
        <p:nvSpPr>
          <p:cNvPr id="24" name="Shape 22"/>
          <p:cNvSpPr/>
          <p:nvPr/>
        </p:nvSpPr>
        <p:spPr>
          <a:xfrm>
            <a:off x="9070848" y="2072640"/>
            <a:ext cx="2682240" cy="2926080"/>
          </a:xfrm>
          <a:prstGeom prst="rect">
            <a:avLst/>
          </a:prstGeom>
          <a:solidFill>
            <a:srgbClr val="F4F6F9"/>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Shape 23"/>
          <p:cNvSpPr/>
          <p:nvPr/>
        </p:nvSpPr>
        <p:spPr>
          <a:xfrm>
            <a:off x="9070848" y="2072640"/>
            <a:ext cx="2682240" cy="67056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9070848" y="2097024"/>
            <a:ext cx="2682240" cy="365760"/>
          </a:xfrm>
          <a:prstGeom prst="rect">
            <a:avLst/>
          </a:prstGeom>
          <a:noFill/>
          <a:ln/>
        </p:spPr>
        <p:txBody>
          <a:bodyPr wrap="square" lIns="0" tIns="0" rIns="0" bIns="0" rtlCol="0" anchor="ctr"/>
          <a:lstStyle/>
          <a:p>
            <a:pPr algn="ctr" defTabSz="1219170"/>
            <a:r>
              <a:rPr lang="en-US" sz="1667" b="1" dirty="0">
                <a:solidFill>
                  <a:srgbClr val="FFFFFF"/>
                </a:solidFill>
                <a:latin typeface="Calibri" pitchFamily="34" charset="0"/>
                <a:ea typeface="Calibri" pitchFamily="34" charset="-122"/>
                <a:cs typeface="Calibri" pitchFamily="34" charset="-120"/>
              </a:rPr>
              <a:t>Preventive</a:t>
            </a:r>
            <a:endParaRPr lang="en-US" sz="1667" dirty="0">
              <a:solidFill>
                <a:prstClr val="black"/>
              </a:solidFill>
              <a:latin typeface="Calibri" panose="020F0502020204030204"/>
            </a:endParaRPr>
          </a:p>
        </p:txBody>
      </p:sp>
      <p:sp>
        <p:nvSpPr>
          <p:cNvPr id="27" name="Text 25"/>
          <p:cNvSpPr/>
          <p:nvPr/>
        </p:nvSpPr>
        <p:spPr>
          <a:xfrm>
            <a:off x="9070848" y="2414016"/>
            <a:ext cx="2682240" cy="292608"/>
          </a:xfrm>
          <a:prstGeom prst="rect">
            <a:avLst/>
          </a:prstGeom>
          <a:noFill/>
          <a:ln/>
        </p:spPr>
        <p:txBody>
          <a:bodyPr wrap="square" lIns="0" tIns="0" rIns="0" bIns="0" rtlCol="0" anchor="ctr"/>
          <a:lstStyle/>
          <a:p>
            <a:pPr algn="ctr" defTabSz="1219170"/>
            <a:r>
              <a:rPr lang="en-US" sz="1333" dirty="0">
                <a:solidFill>
                  <a:srgbClr val="DDDDDD"/>
                </a:solidFill>
                <a:latin typeface="Calibri" pitchFamily="34" charset="0"/>
                <a:ea typeface="Calibri" pitchFamily="34" charset="-122"/>
                <a:cs typeface="Calibri" pitchFamily="34" charset="-120"/>
              </a:rPr>
              <a:t>Maintenance</a:t>
            </a:r>
            <a:endParaRPr lang="en-US" sz="1333" dirty="0">
              <a:solidFill>
                <a:prstClr val="black"/>
              </a:solidFill>
              <a:latin typeface="Calibri" panose="020F0502020204030204"/>
            </a:endParaRPr>
          </a:p>
        </p:txBody>
      </p:sp>
      <p:sp>
        <p:nvSpPr>
          <p:cNvPr id="28" name="Text 26"/>
          <p:cNvSpPr/>
          <p:nvPr/>
        </p:nvSpPr>
        <p:spPr>
          <a:xfrm>
            <a:off x="9217152" y="2828544"/>
            <a:ext cx="2389632"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Refactoring or restructuring code to prevent future failures and reduce technical debt.</a:t>
            </a:r>
            <a:endParaRPr lang="en-US" sz="1533" dirty="0">
              <a:solidFill>
                <a:prstClr val="black"/>
              </a:solidFill>
              <a:latin typeface="Calibri" panose="020F0502020204030204"/>
            </a:endParaRPr>
          </a:p>
        </p:txBody>
      </p:sp>
      <p:sp>
        <p:nvSpPr>
          <p:cNvPr id="29" name="Text 27"/>
          <p:cNvSpPr/>
          <p:nvPr/>
        </p:nvSpPr>
        <p:spPr>
          <a:xfrm>
            <a:off x="365760" y="5120640"/>
            <a:ext cx="11460480" cy="365760"/>
          </a:xfrm>
          <a:prstGeom prst="rect">
            <a:avLst/>
          </a:prstGeom>
          <a:noFill/>
          <a:ln/>
        </p:spPr>
        <p:txBody>
          <a:bodyPr wrap="square" lIns="67733" tIns="67733" rIns="67733" bIns="67733" rtlCol="0" anchor="ctr"/>
          <a:lstStyle/>
          <a:p>
            <a:pPr defTabSz="1219170"/>
            <a:r>
              <a:rPr lang="en-US" sz="1600" b="1" dirty="0">
                <a:solidFill>
                  <a:srgbClr val="1B3A6B"/>
                </a:solidFill>
                <a:latin typeface="Calibri" pitchFamily="34" charset="0"/>
                <a:ea typeface="Calibri" pitchFamily="34" charset="-122"/>
                <a:cs typeface="Calibri" pitchFamily="34" charset="-120"/>
              </a:rPr>
              <a:t>Key outputs: </a:t>
            </a:r>
            <a:r>
              <a:rPr lang="en-US" sz="1600" b="1" dirty="0">
                <a:solidFill>
                  <a:srgbClr val="2E75B6"/>
                </a:solidFill>
                <a:latin typeface="Calibri" pitchFamily="34" charset="0"/>
                <a:ea typeface="Calibri" pitchFamily="34" charset="-122"/>
                <a:cs typeface="Calibri" pitchFamily="34" charset="-120"/>
              </a:rPr>
              <a:t>maintenance logs</a:t>
            </a:r>
            <a:r>
              <a:rPr lang="en-US" sz="1600" dirty="0">
                <a:solidFill>
                  <a:srgbClr val="1A1A2E"/>
                </a:solidFill>
                <a:latin typeface="Calibri" pitchFamily="34" charset="0"/>
                <a:ea typeface="Calibri" pitchFamily="34" charset="-122"/>
                <a:cs typeface="Calibri" pitchFamily="34" charset="-120"/>
              </a:rPr>
              <a:t>,  </a:t>
            </a:r>
            <a:r>
              <a:rPr lang="en-US" sz="1600" b="1" dirty="0">
                <a:solidFill>
                  <a:srgbClr val="2E75B6"/>
                </a:solidFill>
                <a:latin typeface="Calibri" pitchFamily="34" charset="0"/>
                <a:ea typeface="Calibri" pitchFamily="34" charset="-122"/>
                <a:cs typeface="Calibri" pitchFamily="34" charset="-120"/>
              </a:rPr>
              <a:t>updated documentation</a:t>
            </a:r>
            <a:r>
              <a:rPr lang="en-US" sz="1600" dirty="0">
                <a:solidFill>
                  <a:srgbClr val="1A1A2E"/>
                </a:solidFill>
                <a:latin typeface="Calibri" pitchFamily="34" charset="0"/>
                <a:ea typeface="Calibri" pitchFamily="34" charset="-122"/>
                <a:cs typeface="Calibri" pitchFamily="34" charset="-120"/>
              </a:rPr>
              <a:t>, and  </a:t>
            </a:r>
            <a:r>
              <a:rPr lang="en-US" sz="1600" b="1" dirty="0">
                <a:solidFill>
                  <a:srgbClr val="2E75B6"/>
                </a:solidFill>
                <a:latin typeface="Calibri" pitchFamily="34" charset="0"/>
                <a:ea typeface="Calibri" pitchFamily="34" charset="-122"/>
                <a:cs typeface="Calibri" pitchFamily="34" charset="-120"/>
              </a:rPr>
              <a:t>patched releases</a:t>
            </a:r>
            <a:r>
              <a:rPr lang="en-US" sz="1600" dirty="0">
                <a:solidFill>
                  <a:srgbClr val="1A1A2E"/>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30" name="Shape 28"/>
          <p:cNvSpPr/>
          <p:nvPr/>
        </p:nvSpPr>
        <p:spPr>
          <a:xfrm>
            <a:off x="365760" y="5583936"/>
            <a:ext cx="11460480" cy="829056"/>
          </a:xfrm>
          <a:prstGeom prst="rect">
            <a:avLst/>
          </a:prstGeom>
          <a:solidFill>
            <a:srgbClr val="D6E4F0"/>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609600" y="5583936"/>
            <a:ext cx="11094720" cy="829056"/>
          </a:xfrm>
          <a:prstGeom prst="rect">
            <a:avLst/>
          </a:prstGeom>
          <a:noFill/>
          <a:ln/>
        </p:spPr>
        <p:txBody>
          <a:bodyPr wrap="square" lIns="101600" tIns="101600" rIns="101600" bIns="101600" rtlCol="0" anchor="ctr"/>
          <a:lstStyle/>
          <a:p>
            <a:pPr defTabSz="1219170"/>
            <a:r>
              <a:rPr lang="en-US" sz="1600" b="1" dirty="0">
                <a:solidFill>
                  <a:srgbClr val="1B3A6B"/>
                </a:solidFill>
                <a:latin typeface="Calibri" pitchFamily="34" charset="0"/>
                <a:ea typeface="Calibri" pitchFamily="34" charset="-122"/>
                <a:cs typeface="Calibri" pitchFamily="34" charset="-120"/>
              </a:rPr>
              <a:t>Important:  </a:t>
            </a:r>
            <a:r>
              <a:rPr lang="en-US" sz="1600" dirty="0">
                <a:solidFill>
                  <a:srgbClr val="1A1A2E"/>
                </a:solidFill>
                <a:latin typeface="Calibri" pitchFamily="34" charset="0"/>
                <a:ea typeface="Calibri" pitchFamily="34" charset="-122"/>
                <a:cs typeface="Calibri" pitchFamily="34" charset="-120"/>
              </a:rPr>
              <a:t>In Waterfall, significant maintenance requests that require new features effectively </a:t>
            </a:r>
            <a:r>
              <a:rPr lang="en-US" sz="1600" b="1" dirty="0">
                <a:solidFill>
                  <a:srgbClr val="1B3A6B"/>
                </a:solidFill>
                <a:latin typeface="Calibri" pitchFamily="34" charset="0"/>
                <a:ea typeface="Calibri" pitchFamily="34" charset="-122"/>
                <a:cs typeface="Calibri" pitchFamily="34" charset="-120"/>
              </a:rPr>
              <a:t>restart the life cycle</a:t>
            </a:r>
            <a:r>
              <a:rPr lang="en-US" sz="1600" dirty="0">
                <a:solidFill>
                  <a:srgbClr val="1A1A2E"/>
                </a:solidFill>
                <a:latin typeface="Calibri" pitchFamily="34" charset="0"/>
                <a:ea typeface="Calibri" pitchFamily="34" charset="-122"/>
                <a:cs typeface="Calibri" pitchFamily="34" charset="-120"/>
              </a:rPr>
              <a:t> from the Requirements Definition stage, making major post-deployment changes costly.</a:t>
            </a:r>
            <a:endParaRPr lang="en-US" sz="1600"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Advantages and Disadvantages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Evaluating the strengths and limitations of the Waterfall model</a:t>
            </a:r>
            <a:endParaRPr lang="en-US" sz="1333" dirty="0">
              <a:solidFill>
                <a:prstClr val="black"/>
              </a:solidFill>
              <a:latin typeface="Calibri" panose="020F0502020204030204"/>
            </a:endParaRPr>
          </a:p>
        </p:txBody>
      </p:sp>
      <p:graphicFrame>
        <p:nvGraphicFramePr>
          <p:cNvPr id="13" name="Table 0"/>
          <p:cNvGraphicFramePr>
            <a:graphicFrameLocks noGrp="1"/>
          </p:cNvGraphicFramePr>
          <p:nvPr>
            <p:extLst>
              <p:ext uri="{D42A27DB-BD31-4B8C-83A1-F6EECF244321}">
                <p14:modId xmlns:p14="http://schemas.microsoft.com/office/powerpoint/2010/main" val="3733329078"/>
              </p:ext>
            </p:extLst>
          </p:nvPr>
        </p:nvGraphicFramePr>
        <p:xfrm>
          <a:off x="365760" y="1428037"/>
          <a:ext cx="11460480" cy="5035296"/>
        </p:xfrm>
        <a:graphic>
          <a:graphicData uri="http://schemas.openxmlformats.org/drawingml/2006/table">
            <a:tbl>
              <a:tblPr/>
              <a:tblGrid>
                <a:gridCol w="19507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719328">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Aspect</a:t>
                      </a:r>
                      <a:endParaRPr lang="en-US" sz="20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6B"/>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Advantage</a:t>
                      </a:r>
                      <a:endParaRPr lang="en-US" sz="20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6A3A"/>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Disadvantage</a:t>
                      </a:r>
                      <a:endParaRPr lang="en-US" sz="20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Structure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Clear, defined phases with formal sign-off at each stage.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Rigid — difficult to accommodate changes mid-project.</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Documentation</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Comprehensive documentation is produced at every stage.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Heavy documentation overhead increases time and cost.</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Planning</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Full scope defined upfront; timelines and costs are predictable.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Requirements must be complete and stable from the outset.</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3"/>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Client Involvement</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Clients approve formal deliverables at each stage.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Clients see no working software until the Installation stage.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Testing</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Testing is systematically planned against requirements.</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Testing occurs too late; defects discovered here are costly to fix.</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5"/>
                  </a:ext>
                </a:extLst>
              </a:tr>
              <a:tr h="719328">
                <a:tc>
                  <a:txBody>
                    <a:bodyPr/>
                    <a:lstStyle/>
                    <a:p>
                      <a:pPr marL="0" indent="0" algn="ctr">
                        <a:buNone/>
                      </a:pPr>
                      <a:r>
                        <a:rPr lang="en-US" sz="1800" b="1" dirty="0">
                          <a:solidFill>
                            <a:srgbClr val="1B3A6B"/>
                          </a:solidFill>
                          <a:latin typeface="Calibri" pitchFamily="34" charset="0"/>
                          <a:ea typeface="Calibri" pitchFamily="34" charset="-122"/>
                          <a:cs typeface="Calibri" pitchFamily="34" charset="-120"/>
                        </a:rPr>
                        <a:t>Risk</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Low risk when requirements are stable and well-understood.</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High risk if initial requirements are incorrect or incomplete.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Scale and Types of Development</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987552"/>
            <a:ext cx="11338560" cy="341376"/>
          </a:xfrm>
          <a:prstGeom prst="rect">
            <a:avLst/>
          </a:prstGeom>
          <a:noFill/>
          <a:ln/>
        </p:spPr>
        <p:txBody>
          <a:bodyPr wrap="square" lIns="0" tIns="0" rIns="0" bIns="0" rtlCol="0" anchor="ctr"/>
          <a:lstStyle/>
          <a:p>
            <a:pPr algn="ctr" defTabSz="1219170"/>
            <a:r>
              <a:rPr lang="en-US" sz="1600" i="1" dirty="0">
                <a:solidFill>
                  <a:srgbClr val="1B3A6B"/>
                </a:solidFill>
                <a:latin typeface="Calibri" pitchFamily="34" charset="0"/>
                <a:ea typeface="Calibri" pitchFamily="34" charset="-122"/>
                <a:cs typeface="Calibri" pitchFamily="34" charset="-120"/>
              </a:rPr>
              <a:t>Identifying when the Waterfall model is and is not appropriate</a:t>
            </a:r>
            <a:endParaRPr lang="en-US" sz="1600" dirty="0">
              <a:solidFill>
                <a:prstClr val="black"/>
              </a:solidFill>
              <a:latin typeface="Calibri" panose="020F0502020204030204"/>
            </a:endParaRPr>
          </a:p>
        </p:txBody>
      </p:sp>
      <p:sp>
        <p:nvSpPr>
          <p:cNvPr id="6" name="Shape 4"/>
          <p:cNvSpPr/>
          <p:nvPr/>
        </p:nvSpPr>
        <p:spPr>
          <a:xfrm>
            <a:off x="365760" y="1280160"/>
            <a:ext cx="5608320" cy="463296"/>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365760" y="1280160"/>
            <a:ext cx="5608320" cy="463296"/>
          </a:xfrm>
          <a:prstGeom prst="rect">
            <a:avLst/>
          </a:prstGeom>
          <a:noFill/>
          <a:ln/>
        </p:spPr>
        <p:txBody>
          <a:bodyPr wrap="square" lIns="0" tIns="0" rIns="0" bIns="0" rtlCol="0" anchor="ctr"/>
          <a:lstStyle/>
          <a:p>
            <a:pPr algn="ctr" defTabSz="1219170"/>
            <a:r>
              <a:rPr lang="en-US" sz="1600" b="1" kern="0" spc="267" dirty="0">
                <a:solidFill>
                  <a:srgbClr val="FFFFFF"/>
                </a:solidFill>
                <a:latin typeface="Calibri" pitchFamily="34" charset="0"/>
                <a:ea typeface="Calibri" pitchFamily="34" charset="-122"/>
                <a:cs typeface="Calibri" pitchFamily="34" charset="-120"/>
              </a:rPr>
              <a:t>BEST SUITED TO</a:t>
            </a:r>
            <a:endParaRPr lang="en-US" sz="1600" dirty="0">
              <a:solidFill>
                <a:prstClr val="black"/>
              </a:solidFill>
              <a:latin typeface="Calibri" panose="020F0502020204030204"/>
            </a:endParaRPr>
          </a:p>
        </p:txBody>
      </p:sp>
      <p:sp>
        <p:nvSpPr>
          <p:cNvPr id="8" name="Shape 6"/>
          <p:cNvSpPr/>
          <p:nvPr/>
        </p:nvSpPr>
        <p:spPr>
          <a:xfrm>
            <a:off x="365760" y="1743456"/>
            <a:ext cx="5608320" cy="377952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609600" y="1828800"/>
            <a:ext cx="5120640" cy="3535680"/>
          </a:xfrm>
          <a:prstGeom prst="rect">
            <a:avLst/>
          </a:prstGeom>
          <a:noFill/>
          <a:ln/>
        </p:spPr>
        <p:txBody>
          <a:bodyPr wrap="square" lIns="101600" tIns="101600" rIns="101600" bIns="101600" rtlCol="0" anchor="t"/>
          <a:lstStyle/>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Large-scale, complex projects</a:t>
            </a:r>
            <a:endParaRPr lang="en-US" sz="1667"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where requirements are well-understood, stable, and unlikely to change during development.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Projects with strict contractual, regulatory, or compliance obligations</a:t>
            </a:r>
            <a:r>
              <a:rPr lang="en-US" sz="1600" dirty="0">
                <a:solidFill>
                  <a:srgbClr val="1A1A2E"/>
                </a:solidFill>
                <a:latin typeface="Calibri" pitchFamily="34" charset="0"/>
                <a:ea typeface="Calibri" pitchFamily="34" charset="-122"/>
                <a:cs typeface="Calibri" pitchFamily="34" charset="-120"/>
              </a:rPr>
              <a:t> such as government, banking, and medical device software.</a:t>
            </a:r>
          </a:p>
          <a:p>
            <a:pPr marL="457189" indent="-457189" defTabSz="1219170">
              <a:buSzPct val="100000"/>
              <a:buFontTx/>
              <a:buChar char="•"/>
            </a:pP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Environments where formal documentation and stage-by-stage sign-off are mandatory.</a:t>
            </a:r>
            <a:endParaRPr lang="en-US" sz="1667" dirty="0">
              <a:solidFill>
                <a:prstClr val="black"/>
              </a:solidFill>
              <a:latin typeface="Calibri" panose="020F0502020204030204"/>
            </a:endParaRPr>
          </a:p>
        </p:txBody>
      </p:sp>
      <p:sp>
        <p:nvSpPr>
          <p:cNvPr id="10" name="Shape 8"/>
          <p:cNvSpPr/>
          <p:nvPr/>
        </p:nvSpPr>
        <p:spPr>
          <a:xfrm>
            <a:off x="365760" y="5608320"/>
            <a:ext cx="5608320" cy="877824"/>
          </a:xfrm>
          <a:prstGeom prst="rect">
            <a:avLst/>
          </a:prstGeom>
          <a:solidFill>
            <a:srgbClr val="FFFFFF"/>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Text 9"/>
          <p:cNvSpPr/>
          <p:nvPr/>
        </p:nvSpPr>
        <p:spPr>
          <a:xfrm>
            <a:off x="548640" y="5608320"/>
            <a:ext cx="5242560" cy="877824"/>
          </a:xfrm>
          <a:prstGeom prst="rect">
            <a:avLst/>
          </a:prstGeom>
          <a:noFill/>
          <a:ln/>
        </p:spPr>
        <p:txBody>
          <a:bodyPr wrap="square" lIns="101600" tIns="101600" rIns="101600" bIns="101600" rtlCol="0" anchor="ctr"/>
          <a:lstStyle/>
          <a:p>
            <a:pPr defTabSz="1219170"/>
            <a:r>
              <a:rPr lang="en-US" sz="1467" b="1" dirty="0">
                <a:solidFill>
                  <a:srgbClr val="1D6A3A"/>
                </a:solidFill>
                <a:latin typeface="Calibri" pitchFamily="34" charset="0"/>
                <a:ea typeface="Calibri" pitchFamily="34" charset="-122"/>
                <a:cs typeface="Calibri" pitchFamily="34" charset="-120"/>
              </a:rPr>
              <a:t>Examples:  </a:t>
            </a:r>
            <a:r>
              <a:rPr lang="en-US" sz="1467" dirty="0">
                <a:solidFill>
                  <a:srgbClr val="1A1A2E"/>
                </a:solidFill>
                <a:latin typeface="Calibri" pitchFamily="34" charset="0"/>
                <a:ea typeface="Calibri" pitchFamily="34" charset="-122"/>
                <a:cs typeface="Calibri" pitchFamily="34" charset="-120"/>
              </a:rPr>
              <a:t>Government payroll systems  |  Medical monitoring device software  |  Banking transaction infrastructure</a:t>
            </a:r>
            <a:endParaRPr lang="en-US" sz="1467" dirty="0">
              <a:solidFill>
                <a:prstClr val="black"/>
              </a:solidFill>
              <a:latin typeface="Calibri" panose="020F0502020204030204"/>
            </a:endParaRPr>
          </a:p>
        </p:txBody>
      </p:sp>
      <p:sp>
        <p:nvSpPr>
          <p:cNvPr id="12" name="Shape 10"/>
          <p:cNvSpPr/>
          <p:nvPr/>
        </p:nvSpPr>
        <p:spPr>
          <a:xfrm>
            <a:off x="6217920" y="1280160"/>
            <a:ext cx="5608320" cy="463296"/>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6217920" y="1280160"/>
            <a:ext cx="5608320" cy="463296"/>
          </a:xfrm>
          <a:prstGeom prst="rect">
            <a:avLst/>
          </a:prstGeom>
          <a:noFill/>
          <a:ln/>
        </p:spPr>
        <p:txBody>
          <a:bodyPr wrap="square" lIns="0" tIns="0" rIns="0" bIns="0" rtlCol="0" anchor="ctr"/>
          <a:lstStyle/>
          <a:p>
            <a:pPr algn="ctr" defTabSz="1219170"/>
            <a:r>
              <a:rPr lang="en-US" sz="1600" b="1" kern="0" spc="267" dirty="0">
                <a:solidFill>
                  <a:srgbClr val="FFFFFF"/>
                </a:solidFill>
                <a:latin typeface="Calibri" pitchFamily="34" charset="0"/>
                <a:ea typeface="Calibri" pitchFamily="34" charset="-122"/>
                <a:cs typeface="Calibri" pitchFamily="34" charset="-120"/>
              </a:rPr>
              <a:t>NOT WELL SUITED TO</a:t>
            </a:r>
            <a:endParaRPr lang="en-US" sz="1600" dirty="0">
              <a:solidFill>
                <a:prstClr val="black"/>
              </a:solidFill>
              <a:latin typeface="Calibri" panose="020F0502020204030204"/>
            </a:endParaRPr>
          </a:p>
        </p:txBody>
      </p:sp>
      <p:sp>
        <p:nvSpPr>
          <p:cNvPr id="14" name="Shape 12"/>
          <p:cNvSpPr/>
          <p:nvPr/>
        </p:nvSpPr>
        <p:spPr>
          <a:xfrm>
            <a:off x="6217920" y="1743456"/>
            <a:ext cx="5608320" cy="3779520"/>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6400800" y="1828800"/>
            <a:ext cx="5120640" cy="3535680"/>
          </a:xfrm>
          <a:prstGeom prst="rect">
            <a:avLst/>
          </a:prstGeom>
          <a:noFill/>
          <a:ln/>
        </p:spPr>
        <p:txBody>
          <a:bodyPr wrap="square" lIns="101600" tIns="101600" rIns="101600" bIns="101600" rtlCol="0" anchor="t"/>
          <a:lstStyle/>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Projects with evolving or unclear requirements</a:t>
            </a:r>
            <a:endParaRPr lang="en-US" sz="1667"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where scope is likely to change during development.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Web and mobile application development</a:t>
            </a:r>
            <a:r>
              <a:rPr lang="en-US" sz="1600" dirty="0">
                <a:solidFill>
                  <a:srgbClr val="1A1A2E"/>
                </a:solidFill>
                <a:latin typeface="Calibri" pitchFamily="34" charset="0"/>
                <a:ea typeface="Calibri" pitchFamily="34" charset="-122"/>
                <a:cs typeface="Calibri" pitchFamily="34" charset="-120"/>
              </a:rPr>
              <a:t> where market conditions and user needs may shift rapidly.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Start-up environments</a:t>
            </a:r>
            <a:r>
              <a:rPr lang="en-US" sz="1600" dirty="0">
                <a:solidFill>
                  <a:srgbClr val="1A1A2E"/>
                </a:solidFill>
                <a:latin typeface="Calibri" pitchFamily="34" charset="0"/>
                <a:ea typeface="Calibri" pitchFamily="34" charset="-122"/>
                <a:cs typeface="Calibri" pitchFamily="34" charset="-120"/>
              </a:rPr>
              <a:t> requiring frequent iteration and ongoing client feedback on working software.</a:t>
            </a:r>
            <a:endParaRPr lang="en-US" sz="1667" dirty="0">
              <a:solidFill>
                <a:prstClr val="black"/>
              </a:solidFill>
              <a:latin typeface="Calibri" panose="020F0502020204030204"/>
            </a:endParaRPr>
          </a:p>
        </p:txBody>
      </p:sp>
      <p:sp>
        <p:nvSpPr>
          <p:cNvPr id="16" name="Shape 14"/>
          <p:cNvSpPr/>
          <p:nvPr/>
        </p:nvSpPr>
        <p:spPr>
          <a:xfrm>
            <a:off x="6217920" y="5608320"/>
            <a:ext cx="5608320" cy="877824"/>
          </a:xfrm>
          <a:prstGeom prst="rect">
            <a:avLst/>
          </a:prstGeom>
          <a:solidFill>
            <a:srgbClr val="FFFFFF"/>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Text 15"/>
          <p:cNvSpPr/>
          <p:nvPr/>
        </p:nvSpPr>
        <p:spPr>
          <a:xfrm>
            <a:off x="6400800" y="5608320"/>
            <a:ext cx="5242560" cy="877824"/>
          </a:xfrm>
          <a:prstGeom prst="rect">
            <a:avLst/>
          </a:prstGeom>
          <a:noFill/>
          <a:ln/>
        </p:spPr>
        <p:txBody>
          <a:bodyPr wrap="square" lIns="101600" tIns="101600" rIns="101600" bIns="101600" rtlCol="0" anchor="ctr"/>
          <a:lstStyle/>
          <a:p>
            <a:pPr defTabSz="1219170"/>
            <a:r>
              <a:rPr lang="en-US" sz="1467" b="1" dirty="0">
                <a:solidFill>
                  <a:srgbClr val="C0392B"/>
                </a:solidFill>
                <a:latin typeface="Calibri" pitchFamily="34" charset="0"/>
                <a:ea typeface="Calibri" pitchFamily="34" charset="-122"/>
                <a:cs typeface="Calibri" pitchFamily="34" charset="-120"/>
              </a:rPr>
              <a:t>Better approach:  </a:t>
            </a:r>
            <a:r>
              <a:rPr lang="en-US" sz="1467" dirty="0">
                <a:solidFill>
                  <a:srgbClr val="1A1A2E"/>
                </a:solidFill>
                <a:latin typeface="Calibri" pitchFamily="34" charset="0"/>
                <a:ea typeface="Calibri" pitchFamily="34" charset="-122"/>
                <a:cs typeface="Calibri" pitchFamily="34" charset="-120"/>
              </a:rPr>
              <a:t>These environments are better served by iterative approaches such as Agile or WAgile.</a:t>
            </a:r>
            <a:endParaRPr lang="en-US" sz="14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Common Mistakes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Errors frequently made by students when discussing the Waterfall model</a:t>
            </a:r>
            <a:endParaRPr lang="en-US" sz="1333" dirty="0">
              <a:solidFill>
                <a:prstClr val="black"/>
              </a:solidFill>
              <a:latin typeface="Calibri" panose="020F0502020204030204"/>
            </a:endParaRPr>
          </a:p>
        </p:txBody>
      </p:sp>
      <p:sp>
        <p:nvSpPr>
          <p:cNvPr id="6" name="Shape 4"/>
          <p:cNvSpPr/>
          <p:nvPr/>
        </p:nvSpPr>
        <p:spPr>
          <a:xfrm>
            <a:off x="365760" y="1341120"/>
            <a:ext cx="5486400" cy="2560320"/>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341120"/>
            <a:ext cx="670560" cy="256032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365760" y="1341120"/>
            <a:ext cx="670560" cy="25603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01</a:t>
            </a:r>
            <a:endParaRPr lang="en-US" sz="2400" dirty="0">
              <a:solidFill>
                <a:prstClr val="black"/>
              </a:solidFill>
              <a:latin typeface="Calibri" panose="020F0502020204030204"/>
            </a:endParaRPr>
          </a:p>
        </p:txBody>
      </p:sp>
      <p:sp>
        <p:nvSpPr>
          <p:cNvPr id="9" name="Text 7"/>
          <p:cNvSpPr/>
          <p:nvPr/>
        </p:nvSpPr>
        <p:spPr>
          <a:xfrm>
            <a:off x="1121664" y="1463040"/>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0" name="Text 8"/>
          <p:cNvSpPr/>
          <p:nvPr/>
        </p:nvSpPr>
        <p:spPr>
          <a:xfrm>
            <a:off x="1121664" y="1706880"/>
            <a:ext cx="4572000" cy="487680"/>
          </a:xfrm>
          <a:prstGeom prst="rect">
            <a:avLst/>
          </a:prstGeom>
          <a:noFill/>
          <a:ln/>
        </p:spPr>
        <p:txBody>
          <a:bodyPr wrap="square" rtlCol="0" anchor="ctr"/>
          <a:lstStyle/>
          <a:p>
            <a:pPr defTabSz="1219170"/>
            <a:r>
              <a:rPr lang="en-US" sz="1667" b="1" dirty="0">
                <a:solidFill>
                  <a:srgbClr val="1B3A6B"/>
                </a:solidFill>
                <a:latin typeface="Calibri" pitchFamily="34" charset="0"/>
                <a:ea typeface="Calibri" pitchFamily="34" charset="-122"/>
                <a:cs typeface="Calibri" pitchFamily="34" charset="-120"/>
              </a:rPr>
              <a:t>Stages can be freely revisited</a:t>
            </a:r>
            <a:endParaRPr lang="en-US" sz="1667" dirty="0">
              <a:solidFill>
                <a:prstClr val="black"/>
              </a:solidFill>
              <a:latin typeface="Calibri" panose="020F0502020204030204"/>
            </a:endParaRPr>
          </a:p>
        </p:txBody>
      </p:sp>
      <p:sp>
        <p:nvSpPr>
          <p:cNvPr id="11" name="Text 9"/>
          <p:cNvSpPr/>
          <p:nvPr/>
        </p:nvSpPr>
        <p:spPr>
          <a:xfrm>
            <a:off x="1121664" y="2218944"/>
            <a:ext cx="4572000" cy="158496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Returning to a previous stage is a significant, costly event that disrupts the project schedule. The model is explicitly designed to avoid this.</a:t>
            </a:r>
            <a:endParaRPr lang="en-US" sz="1533" dirty="0">
              <a:solidFill>
                <a:prstClr val="black"/>
              </a:solidFill>
              <a:latin typeface="Calibri" panose="020F0502020204030204"/>
            </a:endParaRPr>
          </a:p>
        </p:txBody>
      </p:sp>
      <p:sp>
        <p:nvSpPr>
          <p:cNvPr id="12" name="Shape 10"/>
          <p:cNvSpPr/>
          <p:nvPr/>
        </p:nvSpPr>
        <p:spPr>
          <a:xfrm>
            <a:off x="6156960" y="1341120"/>
            <a:ext cx="5486400" cy="2560320"/>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Shape 11"/>
          <p:cNvSpPr/>
          <p:nvPr/>
        </p:nvSpPr>
        <p:spPr>
          <a:xfrm>
            <a:off x="6156960" y="1341120"/>
            <a:ext cx="670560" cy="256032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6156960" y="1341120"/>
            <a:ext cx="670560" cy="25603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02</a:t>
            </a:r>
            <a:endParaRPr lang="en-US" sz="2400" dirty="0">
              <a:solidFill>
                <a:prstClr val="black"/>
              </a:solidFill>
              <a:latin typeface="Calibri" panose="020F0502020204030204"/>
            </a:endParaRPr>
          </a:p>
        </p:txBody>
      </p:sp>
      <p:sp>
        <p:nvSpPr>
          <p:cNvPr id="15" name="Text 13"/>
          <p:cNvSpPr/>
          <p:nvPr/>
        </p:nvSpPr>
        <p:spPr>
          <a:xfrm>
            <a:off x="6912864" y="1463040"/>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6" name="Text 14"/>
          <p:cNvSpPr/>
          <p:nvPr/>
        </p:nvSpPr>
        <p:spPr>
          <a:xfrm>
            <a:off x="6912864" y="1706880"/>
            <a:ext cx="4572000" cy="487680"/>
          </a:xfrm>
          <a:prstGeom prst="rect">
            <a:avLst/>
          </a:prstGeom>
          <a:noFill/>
          <a:ln/>
        </p:spPr>
        <p:txBody>
          <a:bodyPr wrap="square" rtlCol="0" anchor="ctr"/>
          <a:lstStyle/>
          <a:p>
            <a:pPr defTabSz="1219170"/>
            <a:r>
              <a:rPr lang="en-US" sz="1667" b="1" dirty="0">
                <a:solidFill>
                  <a:srgbClr val="1B3A6B"/>
                </a:solidFill>
                <a:latin typeface="Calibri" pitchFamily="34" charset="0"/>
                <a:ea typeface="Calibri" pitchFamily="34" charset="-122"/>
                <a:cs typeface="Calibri" pitchFamily="34" charset="-120"/>
              </a:rPr>
              <a:t>Confusing Waterfall with a project management tool</a:t>
            </a:r>
            <a:endParaRPr lang="en-US" sz="1667" dirty="0">
              <a:solidFill>
                <a:prstClr val="black"/>
              </a:solidFill>
              <a:latin typeface="Calibri" panose="020F0502020204030204"/>
            </a:endParaRPr>
          </a:p>
        </p:txBody>
      </p:sp>
      <p:sp>
        <p:nvSpPr>
          <p:cNvPr id="17" name="Text 15"/>
          <p:cNvSpPr/>
          <p:nvPr/>
        </p:nvSpPr>
        <p:spPr>
          <a:xfrm>
            <a:off x="6912864" y="2218944"/>
            <a:ext cx="4572000" cy="158496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A Gantt chart is a scheduling tool that may be used within a Waterfall project. It is not the methodology itself.</a:t>
            </a:r>
            <a:endParaRPr lang="en-US" sz="1533" dirty="0">
              <a:solidFill>
                <a:prstClr val="black"/>
              </a:solidFill>
              <a:latin typeface="Calibri" panose="020F0502020204030204"/>
            </a:endParaRPr>
          </a:p>
        </p:txBody>
      </p:sp>
      <p:sp>
        <p:nvSpPr>
          <p:cNvPr id="18" name="Shape 16"/>
          <p:cNvSpPr/>
          <p:nvPr/>
        </p:nvSpPr>
        <p:spPr>
          <a:xfrm>
            <a:off x="365760" y="4047744"/>
            <a:ext cx="5486400" cy="2560320"/>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365760" y="4047744"/>
            <a:ext cx="670560" cy="256032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365760" y="4047744"/>
            <a:ext cx="670560" cy="25603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03</a:t>
            </a:r>
            <a:endParaRPr lang="en-US" sz="2400" dirty="0">
              <a:solidFill>
                <a:prstClr val="black"/>
              </a:solidFill>
              <a:latin typeface="Calibri" panose="020F0502020204030204"/>
            </a:endParaRPr>
          </a:p>
        </p:txBody>
      </p:sp>
      <p:sp>
        <p:nvSpPr>
          <p:cNvPr id="21" name="Text 19"/>
          <p:cNvSpPr/>
          <p:nvPr/>
        </p:nvSpPr>
        <p:spPr>
          <a:xfrm>
            <a:off x="1121664" y="4169664"/>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2" name="Text 20"/>
          <p:cNvSpPr/>
          <p:nvPr/>
        </p:nvSpPr>
        <p:spPr>
          <a:xfrm>
            <a:off x="1121664" y="4413504"/>
            <a:ext cx="4572000" cy="487680"/>
          </a:xfrm>
          <a:prstGeom prst="rect">
            <a:avLst/>
          </a:prstGeom>
          <a:noFill/>
          <a:ln/>
        </p:spPr>
        <p:txBody>
          <a:bodyPr wrap="square" rtlCol="0" anchor="ctr"/>
          <a:lstStyle/>
          <a:p>
            <a:pPr defTabSz="1219170"/>
            <a:r>
              <a:rPr lang="en-US" sz="1667" b="1" dirty="0">
                <a:solidFill>
                  <a:srgbClr val="1B3A6B"/>
                </a:solidFill>
                <a:latin typeface="Calibri" pitchFamily="34" charset="0"/>
                <a:ea typeface="Calibri" pitchFamily="34" charset="-122"/>
                <a:cs typeface="Calibri" pitchFamily="34" charset="-120"/>
              </a:rPr>
              <a:t>Claiming Waterfall is always the wrong choice</a:t>
            </a:r>
            <a:endParaRPr lang="en-US" sz="1667" dirty="0">
              <a:solidFill>
                <a:prstClr val="black"/>
              </a:solidFill>
              <a:latin typeface="Calibri" panose="020F0502020204030204"/>
            </a:endParaRPr>
          </a:p>
        </p:txBody>
      </p:sp>
      <p:sp>
        <p:nvSpPr>
          <p:cNvPr id="23" name="Text 21"/>
          <p:cNvSpPr/>
          <p:nvPr/>
        </p:nvSpPr>
        <p:spPr>
          <a:xfrm>
            <a:off x="1121664" y="4925568"/>
            <a:ext cx="4572000" cy="158496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Waterfall is superior for regulated industries and projects with fixed, well-defined requirements. Both models have appropriate contexts.</a:t>
            </a:r>
            <a:endParaRPr lang="en-US" sz="1533" dirty="0">
              <a:solidFill>
                <a:prstClr val="black"/>
              </a:solidFill>
              <a:latin typeface="Calibri" panose="020F0502020204030204"/>
            </a:endParaRPr>
          </a:p>
        </p:txBody>
      </p:sp>
      <p:sp>
        <p:nvSpPr>
          <p:cNvPr id="24" name="Shape 22"/>
          <p:cNvSpPr/>
          <p:nvPr/>
        </p:nvSpPr>
        <p:spPr>
          <a:xfrm>
            <a:off x="6156960" y="4047744"/>
            <a:ext cx="5486400" cy="2560320"/>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Shape 23"/>
          <p:cNvSpPr/>
          <p:nvPr/>
        </p:nvSpPr>
        <p:spPr>
          <a:xfrm>
            <a:off x="6156960" y="4047744"/>
            <a:ext cx="670560" cy="2560320"/>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6156960" y="4047744"/>
            <a:ext cx="670560" cy="25603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04</a:t>
            </a:r>
            <a:endParaRPr lang="en-US" sz="2400" dirty="0">
              <a:solidFill>
                <a:prstClr val="black"/>
              </a:solidFill>
              <a:latin typeface="Calibri" panose="020F0502020204030204"/>
            </a:endParaRPr>
          </a:p>
        </p:txBody>
      </p:sp>
      <p:sp>
        <p:nvSpPr>
          <p:cNvPr id="27" name="Text 25"/>
          <p:cNvSpPr/>
          <p:nvPr/>
        </p:nvSpPr>
        <p:spPr>
          <a:xfrm>
            <a:off x="6912864" y="4169664"/>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8" name="Text 26"/>
          <p:cNvSpPr/>
          <p:nvPr/>
        </p:nvSpPr>
        <p:spPr>
          <a:xfrm>
            <a:off x="6912864" y="4413504"/>
            <a:ext cx="4572000" cy="487680"/>
          </a:xfrm>
          <a:prstGeom prst="rect">
            <a:avLst/>
          </a:prstGeom>
          <a:noFill/>
          <a:ln/>
        </p:spPr>
        <p:txBody>
          <a:bodyPr wrap="square" rtlCol="0" anchor="ctr"/>
          <a:lstStyle/>
          <a:p>
            <a:pPr defTabSz="1219170"/>
            <a:r>
              <a:rPr lang="en-US" sz="1667" b="1" dirty="0">
                <a:solidFill>
                  <a:srgbClr val="1B3A6B"/>
                </a:solidFill>
                <a:latin typeface="Calibri" pitchFamily="34" charset="0"/>
                <a:ea typeface="Calibri" pitchFamily="34" charset="-122"/>
                <a:cs typeface="Calibri" pitchFamily="34" charset="-120"/>
              </a:rPr>
              <a:t>Omitting non-functional requirements</a:t>
            </a:r>
            <a:endParaRPr lang="en-US" sz="1667" dirty="0">
              <a:solidFill>
                <a:prstClr val="black"/>
              </a:solidFill>
              <a:latin typeface="Calibri" panose="020F0502020204030204"/>
            </a:endParaRPr>
          </a:p>
        </p:txBody>
      </p:sp>
      <p:sp>
        <p:nvSpPr>
          <p:cNvPr id="29" name="Text 27"/>
          <p:cNvSpPr/>
          <p:nvPr/>
        </p:nvSpPr>
        <p:spPr>
          <a:xfrm>
            <a:off x="6912864" y="4925568"/>
            <a:ext cx="4572000" cy="158496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When discussing the Requirements Definition stage, students must address both functional and non-functional requirements to demonstrate full understanding.</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Exam Tip</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243840"/>
          </a:xfrm>
          <a:prstGeom prst="rect">
            <a:avLst/>
          </a:prstGeom>
          <a:noFill/>
          <a:ln/>
        </p:spPr>
        <p:txBody>
          <a:bodyPr wrap="square" lIns="0" tIns="0" rIns="0" bIns="0" rtlCol="0" anchor="ctr"/>
          <a:lstStyle/>
          <a:p>
            <a:pPr algn="ctr" defTabSz="1219170"/>
            <a:r>
              <a:rPr lang="en-US" sz="1600" i="1" dirty="0">
                <a:solidFill>
                  <a:srgbClr val="1B3A6B"/>
                </a:solidFill>
                <a:latin typeface="Calibri" pitchFamily="34" charset="0"/>
                <a:ea typeface="Calibri" pitchFamily="34" charset="-122"/>
                <a:cs typeface="Calibri" pitchFamily="34" charset="-120"/>
              </a:rPr>
              <a:t>How to maximise marks when answering questions about the Waterfall model</a:t>
            </a:r>
            <a:endParaRPr lang="en-US" sz="1600" dirty="0">
              <a:solidFill>
                <a:prstClr val="black"/>
              </a:solidFill>
              <a:latin typeface="Calibri" panose="020F0502020204030204"/>
            </a:endParaRPr>
          </a:p>
        </p:txBody>
      </p:sp>
      <p:sp>
        <p:nvSpPr>
          <p:cNvPr id="6" name="Shape 4"/>
          <p:cNvSpPr/>
          <p:nvPr/>
        </p:nvSpPr>
        <p:spPr>
          <a:xfrm>
            <a:off x="0" y="1036320"/>
            <a:ext cx="219456" cy="5827776"/>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28016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Shape 6"/>
          <p:cNvSpPr/>
          <p:nvPr/>
        </p:nvSpPr>
        <p:spPr>
          <a:xfrm>
            <a:off x="365760" y="128016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609600" y="128016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Stage Relationships:  </a:t>
            </a:r>
            <a:r>
              <a:rPr lang="en-US" sz="1600" dirty="0">
                <a:solidFill>
                  <a:srgbClr val="1A1A2E"/>
                </a:solidFill>
                <a:latin typeface="Calibri" pitchFamily="34" charset="0"/>
                <a:ea typeface="Calibri" pitchFamily="34" charset="-122"/>
                <a:cs typeface="Calibri" pitchFamily="34" charset="-120"/>
              </a:rPr>
              <a:t>Always connect each stage to its purpose and its relationship to adjacent stages. Examiners reward responses that explain why stages occur in a particular order.</a:t>
            </a:r>
            <a:endParaRPr lang="en-US" sz="1667" dirty="0">
              <a:solidFill>
                <a:prstClr val="black"/>
              </a:solidFill>
              <a:latin typeface="Calibri" panose="020F0502020204030204"/>
            </a:endParaRPr>
          </a:p>
        </p:txBody>
      </p:sp>
      <p:sp>
        <p:nvSpPr>
          <p:cNvPr id="10" name="Shape 8"/>
          <p:cNvSpPr/>
          <p:nvPr/>
        </p:nvSpPr>
        <p:spPr>
          <a:xfrm>
            <a:off x="365760" y="262128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Shape 9"/>
          <p:cNvSpPr/>
          <p:nvPr/>
        </p:nvSpPr>
        <p:spPr>
          <a:xfrm>
            <a:off x="365760" y="262128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609600" y="262128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Consequences of Incomplete Stages:  </a:t>
            </a:r>
            <a:r>
              <a:rPr lang="en-US" sz="1600" dirty="0">
                <a:solidFill>
                  <a:srgbClr val="1A1A2E"/>
                </a:solidFill>
                <a:latin typeface="Calibri" pitchFamily="34" charset="0"/>
                <a:ea typeface="Calibri" pitchFamily="34" charset="-122"/>
                <a:cs typeface="Calibri" pitchFamily="34" charset="-120"/>
              </a:rPr>
              <a:t>Discuss the consequences of not completing a stage thoroughly — for example, incomplete requirements leading to incorrect design decisions.</a:t>
            </a:r>
            <a:endParaRPr lang="en-US" sz="1667" dirty="0">
              <a:solidFill>
                <a:prstClr val="black"/>
              </a:solidFill>
              <a:latin typeface="Calibri" panose="020F0502020204030204"/>
            </a:endParaRPr>
          </a:p>
        </p:txBody>
      </p:sp>
      <p:sp>
        <p:nvSpPr>
          <p:cNvPr id="13" name="Shape 11"/>
          <p:cNvSpPr/>
          <p:nvPr/>
        </p:nvSpPr>
        <p:spPr>
          <a:xfrm>
            <a:off x="365760" y="396240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Shape 12"/>
          <p:cNvSpPr/>
          <p:nvPr/>
        </p:nvSpPr>
        <p:spPr>
          <a:xfrm>
            <a:off x="365760" y="396240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609600" y="396240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Evaluate Questions:  </a:t>
            </a:r>
            <a:r>
              <a:rPr lang="en-US" sz="1600" dirty="0">
                <a:solidFill>
                  <a:srgbClr val="1A1A2E"/>
                </a:solidFill>
                <a:latin typeface="Calibri" pitchFamily="34" charset="0"/>
                <a:ea typeface="Calibri" pitchFamily="34" charset="-122"/>
                <a:cs typeface="Calibri" pitchFamily="34" charset="-120"/>
              </a:rPr>
              <a:t>For evaluate questions, use specific examples and explicitly link advantages or disadvantages to the characteristics of the project type in the question.</a:t>
            </a:r>
            <a:endParaRPr lang="en-US" sz="1667" dirty="0">
              <a:solidFill>
                <a:prstClr val="black"/>
              </a:solidFill>
              <a:latin typeface="Calibri" panose="020F0502020204030204"/>
            </a:endParaRPr>
          </a:p>
        </p:txBody>
      </p:sp>
      <p:sp>
        <p:nvSpPr>
          <p:cNvPr id="16" name="Shape 14"/>
          <p:cNvSpPr/>
          <p:nvPr/>
        </p:nvSpPr>
        <p:spPr>
          <a:xfrm>
            <a:off x="365760" y="530352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Shape 15"/>
          <p:cNvSpPr/>
          <p:nvPr/>
        </p:nvSpPr>
        <p:spPr>
          <a:xfrm>
            <a:off x="365760" y="530352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609600" y="530352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Scenario-Specific Responses:  </a:t>
            </a:r>
            <a:r>
              <a:rPr lang="en-US" sz="1600" dirty="0">
                <a:solidFill>
                  <a:srgbClr val="1A1A2E"/>
                </a:solidFill>
                <a:latin typeface="Calibri" pitchFamily="34" charset="0"/>
                <a:ea typeface="Calibri" pitchFamily="34" charset="-122"/>
                <a:cs typeface="Calibri" pitchFamily="34" charset="-120"/>
              </a:rPr>
              <a:t>Avoid generic statements. Always relate your answer back to the scenario provided in the question — examiners look for context-specific application.</a:t>
            </a:r>
            <a:endParaRPr lang="en-US" sz="16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HSC Exam Practice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6E4F0"/>
          </a:solidFill>
          <a:ln w="12700">
            <a:solidFill>
              <a:srgbClr val="D6E4F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207264"/>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Model Band 6 response — 6-mark question</a:t>
            </a:r>
            <a:endParaRPr lang="en-US" sz="1333" dirty="0">
              <a:solidFill>
                <a:prstClr val="black"/>
              </a:solidFill>
              <a:latin typeface="Calibri" panose="020F0502020204030204"/>
            </a:endParaRPr>
          </a:p>
        </p:txBody>
      </p:sp>
      <p:sp>
        <p:nvSpPr>
          <p:cNvPr id="6" name="Shape 4"/>
          <p:cNvSpPr/>
          <p:nvPr/>
        </p:nvSpPr>
        <p:spPr>
          <a:xfrm>
            <a:off x="365760" y="1243584"/>
            <a:ext cx="11460480" cy="999744"/>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548640" y="1243584"/>
            <a:ext cx="11094720" cy="999744"/>
          </a:xfrm>
          <a:prstGeom prst="rect">
            <a:avLst/>
          </a:prstGeom>
          <a:noFill/>
          <a:ln/>
        </p:spPr>
        <p:txBody>
          <a:bodyPr wrap="square" lIns="135467" tIns="135467" rIns="135467" bIns="135467" rtlCol="0" anchor="ctr"/>
          <a:lstStyle/>
          <a:p>
            <a:pPr defTabSz="1219170"/>
            <a:r>
              <a:rPr lang="en-US" sz="1600" b="1" dirty="0">
                <a:solidFill>
                  <a:srgbClr val="A8C8F0"/>
                </a:solidFill>
                <a:latin typeface="Calibri" pitchFamily="34" charset="0"/>
                <a:ea typeface="Calibri" pitchFamily="34" charset="-122"/>
                <a:cs typeface="Calibri" pitchFamily="34" charset="-120"/>
              </a:rPr>
              <a:t>Question (6 marks):  </a:t>
            </a:r>
            <a:r>
              <a:rPr lang="en-US" sz="1600" dirty="0">
                <a:solidFill>
                  <a:srgbClr val="FFFFFF"/>
                </a:solidFill>
                <a:latin typeface="Calibri" pitchFamily="34" charset="0"/>
                <a:ea typeface="Calibri" pitchFamily="34" charset="-122"/>
                <a:cs typeface="Calibri" pitchFamily="34" charset="-120"/>
              </a:rPr>
              <a:t>Evaluate the suitability of the Waterfall software development approach for a large-scale government payroll system. In your response, refer to the stages of the Waterfall model and discuss both its advantages and limitations in this context.</a:t>
            </a:r>
            <a:endParaRPr lang="en-US" sz="1600" dirty="0">
              <a:solidFill>
                <a:prstClr val="black"/>
              </a:solidFill>
              <a:latin typeface="Calibri" panose="020F0502020204030204"/>
            </a:endParaRPr>
          </a:p>
        </p:txBody>
      </p:sp>
      <p:sp>
        <p:nvSpPr>
          <p:cNvPr id="8" name="Shape 6"/>
          <p:cNvSpPr/>
          <p:nvPr/>
        </p:nvSpPr>
        <p:spPr>
          <a:xfrm>
            <a:off x="365760" y="2340864"/>
            <a:ext cx="11460480" cy="4206240"/>
          </a:xfrm>
          <a:prstGeom prst="rect">
            <a:avLst/>
          </a:prstGeom>
          <a:solidFill>
            <a:srgbClr val="F4F6F9"/>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Shape 7"/>
          <p:cNvSpPr/>
          <p:nvPr/>
        </p:nvSpPr>
        <p:spPr>
          <a:xfrm>
            <a:off x="365760" y="2340864"/>
            <a:ext cx="85344" cy="420624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585216" y="2414016"/>
            <a:ext cx="11094720" cy="4047744"/>
          </a:xfrm>
          <a:prstGeom prst="rect">
            <a:avLst/>
          </a:prstGeom>
          <a:noFill/>
          <a:ln/>
        </p:spPr>
        <p:txBody>
          <a:bodyPr wrap="square" lIns="135467" tIns="135467" rIns="135467" bIns="135467" rtlCol="0" anchor="t"/>
          <a:lstStyle/>
          <a:p>
            <a:pPr defTabSz="1219170"/>
            <a:r>
              <a:rPr lang="en-US" sz="1467" dirty="0">
                <a:solidFill>
                  <a:srgbClr val="1A1A2E"/>
                </a:solidFill>
                <a:latin typeface="Calibri" pitchFamily="34" charset="0"/>
                <a:ea typeface="Calibri" pitchFamily="34" charset="-122"/>
                <a:cs typeface="Calibri" pitchFamily="34" charset="-120"/>
              </a:rPr>
              <a:t>The Waterfall model is well suited to a large-scale government payroll system because its requirements are </a:t>
            </a:r>
            <a:r>
              <a:rPr lang="en-US" sz="1467" b="1" dirty="0">
                <a:solidFill>
                  <a:srgbClr val="1B3A6B"/>
                </a:solidFill>
                <a:latin typeface="Calibri" pitchFamily="34" charset="0"/>
                <a:ea typeface="Calibri" pitchFamily="34" charset="-122"/>
                <a:cs typeface="Calibri" pitchFamily="34" charset="-120"/>
              </a:rPr>
              <a:t>stable and legally defined</a:t>
            </a:r>
            <a:r>
              <a:rPr lang="en-US" sz="1467" dirty="0">
                <a:solidFill>
                  <a:srgbClr val="1A1A2E"/>
                </a:solidFill>
                <a:latin typeface="Calibri" pitchFamily="34" charset="0"/>
                <a:ea typeface="Calibri" pitchFamily="34" charset="-122"/>
                <a:cs typeface="Calibri" pitchFamily="34" charset="-120"/>
              </a:rPr>
              <a:t>, making the model's sequential, document-heavy structure a clear advantage. During the </a:t>
            </a:r>
            <a:r>
              <a:rPr lang="en-US" sz="1467" b="1" dirty="0">
                <a:solidFill>
                  <a:srgbClr val="1B3A6B"/>
                </a:solidFill>
                <a:latin typeface="Calibri" pitchFamily="34" charset="0"/>
                <a:ea typeface="Calibri" pitchFamily="34" charset="-122"/>
                <a:cs typeface="Calibri" pitchFamily="34" charset="-120"/>
              </a:rPr>
              <a:t>Requirements Definition</a:t>
            </a:r>
            <a:r>
              <a:rPr lang="en-US" sz="1467" dirty="0">
                <a:solidFill>
                  <a:srgbClr val="1A1A2E"/>
                </a:solidFill>
                <a:latin typeface="Calibri" pitchFamily="34" charset="0"/>
                <a:ea typeface="Calibri" pitchFamily="34" charset="-122"/>
                <a:cs typeface="Calibri" pitchFamily="34" charset="-120"/>
              </a:rPr>
              <a:t> stage, all payroll obligations — including tax calculations and leave entitlements — can be comprehensively captured before development begins, as these are governed by legislation. The mandatory </a:t>
            </a:r>
            <a:r>
              <a:rPr lang="en-US" sz="1467" b="1" dirty="0">
                <a:solidFill>
                  <a:srgbClr val="1B3A6B"/>
                </a:solidFill>
                <a:latin typeface="Calibri" pitchFamily="34" charset="0"/>
                <a:ea typeface="Calibri" pitchFamily="34" charset="-122"/>
                <a:cs typeface="Calibri" pitchFamily="34" charset="-120"/>
              </a:rPr>
              <a:t>sign-off at each stage</a:t>
            </a:r>
            <a:r>
              <a:rPr lang="en-US" sz="1467" dirty="0">
                <a:solidFill>
                  <a:srgbClr val="1A1A2E"/>
                </a:solidFill>
                <a:latin typeface="Calibri" pitchFamily="34" charset="0"/>
                <a:ea typeface="Calibri" pitchFamily="34" charset="-122"/>
                <a:cs typeface="Calibri" pitchFamily="34" charset="-120"/>
              </a:rPr>
              <a:t> satisfies government </a:t>
            </a:r>
            <a:r>
              <a:rPr lang="en-US" sz="1467" b="1" dirty="0">
                <a:solidFill>
                  <a:srgbClr val="1B3A6B"/>
                </a:solidFill>
                <a:latin typeface="Calibri" pitchFamily="34" charset="0"/>
                <a:ea typeface="Calibri" pitchFamily="34" charset="-122"/>
                <a:cs typeface="Calibri" pitchFamily="34" charset="-120"/>
              </a:rPr>
              <a:t>auditability</a:t>
            </a:r>
            <a:r>
              <a:rPr lang="en-US" sz="1467" dirty="0">
                <a:solidFill>
                  <a:srgbClr val="1A1A2E"/>
                </a:solidFill>
                <a:latin typeface="Calibri" pitchFamily="34" charset="0"/>
                <a:ea typeface="Calibri" pitchFamily="34" charset="-122"/>
                <a:cs typeface="Calibri" pitchFamily="34" charset="-120"/>
              </a:rPr>
              <a:t> and </a:t>
            </a:r>
            <a:r>
              <a:rPr lang="en-US" sz="1467" b="1" dirty="0">
                <a:solidFill>
                  <a:srgbClr val="1B3A6B"/>
                </a:solidFill>
                <a:latin typeface="Calibri" pitchFamily="34" charset="0"/>
                <a:ea typeface="Calibri" pitchFamily="34" charset="-122"/>
                <a:cs typeface="Calibri" pitchFamily="34" charset="-120"/>
              </a:rPr>
              <a:t>accountability</a:t>
            </a:r>
            <a:r>
              <a:rPr lang="en-US" sz="1467" dirty="0">
                <a:solidFill>
                  <a:srgbClr val="1A1A2E"/>
                </a:solidFill>
                <a:latin typeface="Calibri" pitchFamily="34" charset="0"/>
                <a:ea typeface="Calibri" pitchFamily="34" charset="-122"/>
                <a:cs typeface="Calibri" pitchFamily="34" charset="-120"/>
              </a:rPr>
              <a:t> requirements, producing a documented trail across the entire development life cycle.
However, the model presents significant limitations. Because </a:t>
            </a:r>
            <a:r>
              <a:rPr lang="en-US" sz="1467" b="1" dirty="0">
                <a:solidFill>
                  <a:srgbClr val="C0392B"/>
                </a:solidFill>
                <a:latin typeface="Calibri" pitchFamily="34" charset="0"/>
                <a:ea typeface="Calibri" pitchFamily="34" charset="-122"/>
                <a:cs typeface="Calibri" pitchFamily="34" charset="-120"/>
              </a:rPr>
              <a:t>testing occurs only after development is complete</a:t>
            </a:r>
            <a:r>
              <a:rPr lang="en-US" sz="1467" dirty="0">
                <a:solidFill>
                  <a:srgbClr val="1A1A2E"/>
                </a:solidFill>
                <a:latin typeface="Calibri" pitchFamily="34" charset="0"/>
                <a:ea typeface="Calibri" pitchFamily="34" charset="-122"/>
                <a:cs typeface="Calibri" pitchFamily="34" charset="-120"/>
              </a:rPr>
              <a:t>, design flaws — such as incorrect tax rate logic — are discovered late, at considerable cost. Additionally, </a:t>
            </a:r>
            <a:r>
              <a:rPr lang="en-US" sz="1467" b="1" dirty="0">
                <a:solidFill>
                  <a:srgbClr val="C0392B"/>
                </a:solidFill>
                <a:latin typeface="Calibri" pitchFamily="34" charset="0"/>
                <a:ea typeface="Calibri" pitchFamily="34" charset="-122"/>
                <a:cs typeface="Calibri" pitchFamily="34" charset="-120"/>
              </a:rPr>
              <a:t>no working software is delivered to stakeholders</a:t>
            </a:r>
            <a:r>
              <a:rPr lang="en-US" sz="1467" dirty="0">
                <a:solidFill>
                  <a:srgbClr val="1A1A2E"/>
                </a:solidFill>
                <a:latin typeface="Calibri" pitchFamily="34" charset="0"/>
                <a:ea typeface="Calibri" pitchFamily="34" charset="-122"/>
                <a:cs typeface="Calibri" pitchFamily="34" charset="-120"/>
              </a:rPr>
              <a:t> until the Installation stage, preventing payroll officers from validating the system against real operational needs.
Despite these limitations, the Waterfall model remains the </a:t>
            </a:r>
            <a:r>
              <a:rPr lang="en-US" sz="1467" b="1" dirty="0">
                <a:solidFill>
                  <a:srgbClr val="1D6A3A"/>
                </a:solidFill>
                <a:latin typeface="Calibri" pitchFamily="34" charset="0"/>
                <a:ea typeface="Calibri" pitchFamily="34" charset="-122"/>
                <a:cs typeface="Calibri" pitchFamily="34" charset="-120"/>
              </a:rPr>
              <a:t>most appropriate choice</a:t>
            </a:r>
            <a:r>
              <a:rPr lang="en-US" sz="1467" dirty="0">
                <a:solidFill>
                  <a:srgbClr val="1A1A2E"/>
                </a:solidFill>
                <a:latin typeface="Calibri" pitchFamily="34" charset="0"/>
                <a:ea typeface="Calibri" pitchFamily="34" charset="-122"/>
                <a:cs typeface="Calibri" pitchFamily="34" charset="-120"/>
              </a:rPr>
              <a:t> for this context. The high requirement stability and regulatory demand for formal documentation align closely with the model's core strengths.</a:t>
            </a:r>
            <a:endParaRPr lang="en-US" sz="1467" dirty="0">
              <a:solidFill>
                <a:prstClr val="black"/>
              </a:solidFill>
              <a:latin typeface="Calibri" panose="020F0502020204030204"/>
            </a:endParaRPr>
          </a:p>
        </p:txBody>
      </p:sp>
      <p:sp>
        <p:nvSpPr>
          <p:cNvPr id="11" name="Shape 9"/>
          <p:cNvSpPr/>
          <p:nvPr/>
        </p:nvSpPr>
        <p:spPr>
          <a:xfrm>
            <a:off x="9144000" y="6608064"/>
            <a:ext cx="2682240" cy="36576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9144000" y="6608064"/>
            <a:ext cx="2682240" cy="3657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Band 6 Model Response</a:t>
            </a:r>
            <a:endParaRPr lang="en-US" sz="12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8290560" y="0"/>
            <a:ext cx="3901440" cy="6858000"/>
          </a:xfrm>
          <a:prstGeom prst="rect">
            <a:avLst/>
          </a:prstGeom>
          <a:solidFill>
            <a:srgbClr val="16305A"/>
          </a:solidFill>
          <a:ln w="12700">
            <a:solidFill>
              <a:srgbClr val="16305A"/>
            </a:solidFill>
            <a:prstDash val="solid"/>
          </a:ln>
        </p:spPr>
        <p:txBody>
          <a:bodyPr/>
          <a:lstStyle/>
          <a:p>
            <a:endParaRPr lang="zh-CN" altLang="en-US"/>
          </a:p>
        </p:txBody>
      </p:sp>
      <p:sp>
        <p:nvSpPr>
          <p:cNvPr id="3" name="Shape 1"/>
          <p:cNvSpPr/>
          <p:nvPr/>
        </p:nvSpPr>
        <p:spPr>
          <a:xfrm>
            <a:off x="8656320" y="0"/>
            <a:ext cx="3535680" cy="6858000"/>
          </a:xfrm>
          <a:prstGeom prst="rect">
            <a:avLst/>
          </a:prstGeom>
          <a:solidFill>
            <a:srgbClr val="0F2344"/>
          </a:solidFill>
          <a:ln w="12700">
            <a:solidFill>
              <a:srgbClr val="0F2344"/>
            </a:solidFill>
            <a:prstDash val="solid"/>
          </a:ln>
        </p:spPr>
        <p:txBody>
          <a:bodyPr/>
          <a:lstStyle/>
          <a:p>
            <a:endParaRPr lang="zh-CN" altLang="en-US"/>
          </a:p>
        </p:txBody>
      </p:sp>
      <p:sp>
        <p:nvSpPr>
          <p:cNvPr id="4" name="Shape 2"/>
          <p:cNvSpPr/>
          <p:nvPr/>
        </p:nvSpPr>
        <p:spPr>
          <a:xfrm>
            <a:off x="8839200" y="487680"/>
            <a:ext cx="1036320" cy="341376"/>
          </a:xfrm>
          <a:prstGeom prst="rect">
            <a:avLst/>
          </a:prstGeom>
          <a:solidFill>
            <a:srgbClr val="0D7C6B"/>
          </a:solidFill>
          <a:ln w="12700">
            <a:solidFill>
              <a:srgbClr val="0D7C6B"/>
            </a:solidFill>
            <a:prstDash val="solid"/>
          </a:ln>
        </p:spPr>
        <p:txBody>
          <a:bodyPr/>
          <a:lstStyle/>
          <a:p>
            <a:endParaRPr lang="zh-CN" altLang="en-US"/>
          </a:p>
        </p:txBody>
      </p:sp>
      <p:sp>
        <p:nvSpPr>
          <p:cNvPr id="5" name="Shape 3"/>
          <p:cNvSpPr/>
          <p:nvPr/>
        </p:nvSpPr>
        <p:spPr>
          <a:xfrm>
            <a:off x="9058656" y="1158240"/>
            <a:ext cx="1036320" cy="341376"/>
          </a:xfrm>
          <a:prstGeom prst="rect">
            <a:avLst/>
          </a:prstGeom>
          <a:solidFill>
            <a:srgbClr val="0F9680"/>
          </a:solidFill>
          <a:ln w="12700">
            <a:solidFill>
              <a:srgbClr val="0F9680"/>
            </a:solidFill>
            <a:prstDash val="solid"/>
          </a:ln>
        </p:spPr>
        <p:txBody>
          <a:bodyPr/>
          <a:lstStyle/>
          <a:p>
            <a:endParaRPr lang="zh-CN" altLang="en-US"/>
          </a:p>
        </p:txBody>
      </p:sp>
      <p:sp>
        <p:nvSpPr>
          <p:cNvPr id="6" name="Shape 4"/>
          <p:cNvSpPr/>
          <p:nvPr/>
        </p:nvSpPr>
        <p:spPr>
          <a:xfrm>
            <a:off x="9278112" y="1828800"/>
            <a:ext cx="1036320" cy="341376"/>
          </a:xfrm>
          <a:prstGeom prst="rect">
            <a:avLst/>
          </a:prstGeom>
          <a:solidFill>
            <a:srgbClr val="12B096"/>
          </a:solidFill>
          <a:ln w="12700">
            <a:solidFill>
              <a:srgbClr val="12B096"/>
            </a:solidFill>
            <a:prstDash val="solid"/>
          </a:ln>
        </p:spPr>
        <p:txBody>
          <a:bodyPr/>
          <a:lstStyle/>
          <a:p>
            <a:endParaRPr lang="zh-CN" altLang="en-US"/>
          </a:p>
        </p:txBody>
      </p:sp>
      <p:sp>
        <p:nvSpPr>
          <p:cNvPr id="7" name="Shape 5"/>
          <p:cNvSpPr/>
          <p:nvPr/>
        </p:nvSpPr>
        <p:spPr>
          <a:xfrm>
            <a:off x="9497568" y="2499360"/>
            <a:ext cx="1036320" cy="341376"/>
          </a:xfrm>
          <a:prstGeom prst="rect">
            <a:avLst/>
          </a:prstGeom>
          <a:solidFill>
            <a:srgbClr val="14C8A8"/>
          </a:solidFill>
          <a:ln w="12700">
            <a:solidFill>
              <a:srgbClr val="14C8A8"/>
            </a:solidFill>
            <a:prstDash val="solid"/>
          </a:ln>
        </p:spPr>
        <p:txBody>
          <a:bodyPr/>
          <a:lstStyle/>
          <a:p>
            <a:endParaRPr lang="zh-CN" altLang="en-US"/>
          </a:p>
        </p:txBody>
      </p:sp>
      <p:sp>
        <p:nvSpPr>
          <p:cNvPr id="8" name="Shape 6"/>
          <p:cNvSpPr/>
          <p:nvPr/>
        </p:nvSpPr>
        <p:spPr>
          <a:xfrm>
            <a:off x="9717024" y="3169920"/>
            <a:ext cx="1036320" cy="341376"/>
          </a:xfrm>
          <a:prstGeom prst="rect">
            <a:avLst/>
          </a:prstGeom>
          <a:solidFill>
            <a:srgbClr val="17E0BA"/>
          </a:solidFill>
          <a:ln w="12700">
            <a:solidFill>
              <a:srgbClr val="17E0BA"/>
            </a:solidFill>
            <a:prstDash val="solid"/>
          </a:ln>
        </p:spPr>
        <p:txBody>
          <a:bodyPr/>
          <a:lstStyle/>
          <a:p>
            <a:endParaRPr lang="zh-CN" altLang="en-US"/>
          </a:p>
        </p:txBody>
      </p:sp>
      <p:sp>
        <p:nvSpPr>
          <p:cNvPr id="9" name="Text 7"/>
          <p:cNvSpPr/>
          <p:nvPr/>
        </p:nvSpPr>
        <p:spPr>
          <a:xfrm>
            <a:off x="731520" y="1463040"/>
            <a:ext cx="7315200" cy="1097280"/>
          </a:xfrm>
          <a:prstGeom prst="rect">
            <a:avLst/>
          </a:prstGeom>
          <a:noFill/>
          <a:ln/>
        </p:spPr>
        <p:txBody>
          <a:bodyPr wrap="square" rtlCol="0" anchor="ctr"/>
          <a:lstStyle/>
          <a:p>
            <a:pPr defTabSz="1219170"/>
            <a:r>
              <a:rPr lang="en-US" sz="5333" b="1" dirty="0">
                <a:solidFill>
                  <a:srgbClr val="FFFFFF"/>
                </a:solidFill>
                <a:latin typeface="Calibri" pitchFamily="34" charset="0"/>
                <a:ea typeface="Calibri" pitchFamily="34" charset="-122"/>
                <a:cs typeface="Calibri" pitchFamily="34" charset="-120"/>
              </a:rPr>
              <a:t>The Agile</a:t>
            </a:r>
            <a:endParaRPr lang="en-US" sz="5333" dirty="0">
              <a:solidFill>
                <a:prstClr val="black"/>
              </a:solidFill>
              <a:latin typeface="Calibri" panose="020F0502020204030204"/>
            </a:endParaRPr>
          </a:p>
        </p:txBody>
      </p:sp>
      <p:sp>
        <p:nvSpPr>
          <p:cNvPr id="10" name="Text 8"/>
          <p:cNvSpPr/>
          <p:nvPr/>
        </p:nvSpPr>
        <p:spPr>
          <a:xfrm>
            <a:off x="731520" y="2377440"/>
            <a:ext cx="7559040" cy="914400"/>
          </a:xfrm>
          <a:prstGeom prst="rect">
            <a:avLst/>
          </a:prstGeom>
          <a:noFill/>
          <a:ln/>
        </p:spPr>
        <p:txBody>
          <a:bodyPr wrap="square" rtlCol="0" anchor="ctr"/>
          <a:lstStyle/>
          <a:p>
            <a:pPr defTabSz="1219170"/>
            <a:r>
              <a:rPr lang="en-US" sz="4800" b="1" dirty="0">
                <a:solidFill>
                  <a:srgbClr val="9ADBD2"/>
                </a:solidFill>
                <a:latin typeface="Calibri" pitchFamily="34" charset="0"/>
                <a:ea typeface="Calibri" pitchFamily="34" charset="-122"/>
                <a:cs typeface="Calibri" pitchFamily="34" charset="-120"/>
              </a:rPr>
              <a:t>Software Development</a:t>
            </a:r>
            <a:endParaRPr lang="en-US" sz="4800" dirty="0">
              <a:solidFill>
                <a:prstClr val="black"/>
              </a:solidFill>
              <a:latin typeface="Calibri" panose="020F0502020204030204"/>
            </a:endParaRPr>
          </a:p>
        </p:txBody>
      </p:sp>
      <p:sp>
        <p:nvSpPr>
          <p:cNvPr id="11" name="Text 9"/>
          <p:cNvSpPr/>
          <p:nvPr/>
        </p:nvSpPr>
        <p:spPr>
          <a:xfrm>
            <a:off x="731520" y="3169920"/>
            <a:ext cx="7315200" cy="914400"/>
          </a:xfrm>
          <a:prstGeom prst="rect">
            <a:avLst/>
          </a:prstGeom>
          <a:noFill/>
          <a:ln/>
        </p:spPr>
        <p:txBody>
          <a:bodyPr wrap="square" rtlCol="0" anchor="ctr"/>
          <a:lstStyle/>
          <a:p>
            <a:pPr defTabSz="1219170"/>
            <a:r>
              <a:rPr lang="en-US" sz="4800" b="1" dirty="0">
                <a:solidFill>
                  <a:srgbClr val="9ADBD2"/>
                </a:solidFill>
                <a:latin typeface="Calibri" pitchFamily="34" charset="0"/>
                <a:ea typeface="Calibri" pitchFamily="34" charset="-122"/>
                <a:cs typeface="Calibri" pitchFamily="34" charset="-120"/>
              </a:rPr>
              <a:t>Approach</a:t>
            </a:r>
            <a:endParaRPr lang="en-US" sz="4800" dirty="0">
              <a:solidFill>
                <a:prstClr val="black"/>
              </a:solidFill>
              <a:latin typeface="Calibri" panose="020F0502020204030204"/>
            </a:endParaRPr>
          </a:p>
        </p:txBody>
      </p:sp>
      <p:sp>
        <p:nvSpPr>
          <p:cNvPr id="12" name="Shape 10"/>
          <p:cNvSpPr/>
          <p:nvPr/>
        </p:nvSpPr>
        <p:spPr>
          <a:xfrm>
            <a:off x="731520" y="4206240"/>
            <a:ext cx="4267200" cy="48768"/>
          </a:xfrm>
          <a:prstGeom prst="rect">
            <a:avLst/>
          </a:prstGeom>
          <a:solidFill>
            <a:srgbClr val="0D7C6B"/>
          </a:solidFill>
          <a:ln w="12700">
            <a:solidFill>
              <a:srgbClr val="0D7C6B"/>
            </a:solidFill>
            <a:prstDash val="solid"/>
          </a:ln>
        </p:spPr>
        <p:txBody>
          <a:bodyPr/>
          <a:lstStyle/>
          <a:p>
            <a:endParaRPr lang="zh-CN" altLang="en-US"/>
          </a:p>
        </p:txBody>
      </p:sp>
      <p:sp>
        <p:nvSpPr>
          <p:cNvPr id="13" name="Text 11"/>
          <p:cNvSpPr/>
          <p:nvPr/>
        </p:nvSpPr>
        <p:spPr>
          <a:xfrm>
            <a:off x="731520" y="4389120"/>
            <a:ext cx="7315200" cy="426720"/>
          </a:xfrm>
          <a:prstGeom prst="rect">
            <a:avLst/>
          </a:prstGeom>
          <a:noFill/>
          <a:ln/>
        </p:spPr>
        <p:txBody>
          <a:bodyPr wrap="square" rtlCol="0" anchor="ctr"/>
          <a:lstStyle/>
          <a:p>
            <a:pPr defTabSz="1219170"/>
            <a:r>
              <a:rPr lang="en-US" sz="1733" dirty="0">
                <a:solidFill>
                  <a:srgbClr val="7ACFC6"/>
                </a:solidFill>
                <a:latin typeface="Calibri" pitchFamily="34" charset="0"/>
                <a:ea typeface="Calibri" pitchFamily="34" charset="-122"/>
                <a:cs typeface="Calibri" pitchFamily="34" charset="-120"/>
              </a:rPr>
              <a:t>NSW HSC Software Engineering  |  Year 12</a:t>
            </a:r>
            <a:endParaRPr lang="en-US" sz="1733" dirty="0">
              <a:solidFill>
                <a:prstClr val="black"/>
              </a:solidFill>
              <a:latin typeface="Calibri" panose="020F0502020204030204"/>
            </a:endParaRPr>
          </a:p>
        </p:txBody>
      </p:sp>
      <p:sp>
        <p:nvSpPr>
          <p:cNvPr id="14" name="Text 12"/>
          <p:cNvSpPr/>
          <p:nvPr/>
        </p:nvSpPr>
        <p:spPr>
          <a:xfrm>
            <a:off x="731520" y="4815840"/>
            <a:ext cx="7315200" cy="365760"/>
          </a:xfrm>
          <a:prstGeom prst="rect">
            <a:avLst/>
          </a:prstGeom>
          <a:noFill/>
          <a:ln/>
        </p:spPr>
        <p:txBody>
          <a:bodyPr wrap="square" rtlCol="0" anchor="ctr"/>
          <a:lstStyle/>
          <a:p>
            <a:pPr defTabSz="1219170"/>
            <a:r>
              <a:rPr lang="en-US" sz="1600" i="1" dirty="0">
                <a:solidFill>
                  <a:srgbClr val="5AB0A8"/>
                </a:solidFill>
                <a:latin typeface="Calibri" pitchFamily="34" charset="0"/>
                <a:ea typeface="Calibri" pitchFamily="34" charset="-122"/>
                <a:cs typeface="Calibri" pitchFamily="34" charset="-120"/>
              </a:rPr>
              <a:t>Research and Planning</a:t>
            </a:r>
            <a:endParaRPr lang="en-US" sz="1600" dirty="0">
              <a:solidFill>
                <a:prstClr val="black"/>
              </a:solidFill>
              <a:latin typeface="Calibri" panose="020F0502020204030204"/>
            </a:endParaRPr>
          </a:p>
        </p:txBody>
      </p:sp>
      <p:sp>
        <p:nvSpPr>
          <p:cNvPr id="15" name="Shape 13"/>
          <p:cNvSpPr/>
          <p:nvPr/>
        </p:nvSpPr>
        <p:spPr>
          <a:xfrm>
            <a:off x="731520" y="5608320"/>
            <a:ext cx="4267200" cy="390144"/>
          </a:xfrm>
          <a:prstGeom prst="rect">
            <a:avLst/>
          </a:prstGeom>
          <a:solidFill>
            <a:srgbClr val="0F2344"/>
          </a:solidFill>
          <a:ln w="12700">
            <a:solidFill>
              <a:srgbClr val="0D7C6B"/>
            </a:solidFill>
            <a:prstDash val="solid"/>
          </a:ln>
        </p:spPr>
        <p:txBody>
          <a:bodyPr/>
          <a:lstStyle/>
          <a:p>
            <a:endParaRPr lang="zh-CN" altLang="en-US"/>
          </a:p>
        </p:txBody>
      </p:sp>
      <p:sp>
        <p:nvSpPr>
          <p:cNvPr id="16" name="Text 14"/>
          <p:cNvSpPr/>
          <p:nvPr/>
        </p:nvSpPr>
        <p:spPr>
          <a:xfrm>
            <a:off x="731520" y="5608320"/>
            <a:ext cx="4267200" cy="390144"/>
          </a:xfrm>
          <a:prstGeom prst="rect">
            <a:avLst/>
          </a:prstGeom>
          <a:noFill/>
          <a:ln/>
        </p:spPr>
        <p:txBody>
          <a:bodyPr wrap="square" lIns="0" tIns="0" rIns="0" bIns="0" rtlCol="0" anchor="ctr"/>
          <a:lstStyle/>
          <a:p>
            <a:pPr algn="ctr" defTabSz="1219170"/>
            <a:r>
              <a:rPr lang="en-US" sz="1333" dirty="0">
                <a:solidFill>
                  <a:srgbClr val="7ACFC6"/>
                </a:solidFill>
                <a:latin typeface="Calibri" pitchFamily="34" charset="0"/>
                <a:ea typeface="Calibri" pitchFamily="34" charset="-122"/>
                <a:cs typeface="Calibri" pitchFamily="34" charset="-120"/>
              </a:rPr>
              <a:t>Outcomes: SE-12-04 | SE-12-05</a:t>
            </a:r>
            <a:endParaRPr lang="en-US" sz="1333" dirty="0">
              <a:solidFill>
                <a:prstClr val="black"/>
              </a:solidFill>
              <a:latin typeface="Calibri" panose="020F050202020403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What is the Agile Model?</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Syllabus: Research and use the Agile software development approach</a:t>
            </a:r>
            <a:endParaRPr lang="en-US" sz="1333" dirty="0">
              <a:solidFill>
                <a:prstClr val="black"/>
              </a:solidFill>
              <a:latin typeface="Calibri" panose="020F0502020204030204"/>
            </a:endParaRPr>
          </a:p>
        </p:txBody>
      </p:sp>
      <p:sp>
        <p:nvSpPr>
          <p:cNvPr id="6" name="Shape 4"/>
          <p:cNvSpPr/>
          <p:nvPr/>
        </p:nvSpPr>
        <p:spPr>
          <a:xfrm>
            <a:off x="365760" y="1280160"/>
            <a:ext cx="11460480" cy="99974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7" name="Shape 5"/>
          <p:cNvSpPr/>
          <p:nvPr/>
        </p:nvSpPr>
        <p:spPr>
          <a:xfrm>
            <a:off x="365760" y="1280160"/>
            <a:ext cx="85344" cy="999744"/>
          </a:xfrm>
          <a:prstGeom prst="rect">
            <a:avLst/>
          </a:prstGeom>
          <a:solidFill>
            <a:srgbClr val="1B3A6B"/>
          </a:solidFill>
          <a:ln w="12700">
            <a:solidFill>
              <a:srgbClr val="1B3A6B"/>
            </a:solidFill>
            <a:prstDash val="solid"/>
          </a:ln>
        </p:spPr>
        <p:txBody>
          <a:bodyPr/>
          <a:lstStyle/>
          <a:p>
            <a:endParaRPr lang="zh-CN" altLang="en-US"/>
          </a:p>
        </p:txBody>
      </p:sp>
      <p:sp>
        <p:nvSpPr>
          <p:cNvPr id="8" name="Text 6"/>
          <p:cNvSpPr/>
          <p:nvPr/>
        </p:nvSpPr>
        <p:spPr>
          <a:xfrm>
            <a:off x="585216" y="1280160"/>
            <a:ext cx="11094720" cy="999744"/>
          </a:xfrm>
          <a:prstGeom prst="rect">
            <a:avLst/>
          </a:prstGeom>
          <a:noFill/>
          <a:ln/>
        </p:spPr>
        <p:txBody>
          <a:bodyPr wrap="square" lIns="84667" tIns="84667" rIns="84667" bIns="84667" rtlCol="0" anchor="ctr"/>
          <a:lstStyle/>
          <a:p>
            <a:pPr defTabSz="1219170"/>
            <a:r>
              <a:rPr lang="en-US" sz="1600" b="1" dirty="0">
                <a:solidFill>
                  <a:srgbClr val="1B3A6B"/>
                </a:solidFill>
                <a:latin typeface="Calibri" pitchFamily="34" charset="0"/>
                <a:ea typeface="Calibri" pitchFamily="34" charset="-122"/>
                <a:cs typeface="Calibri" pitchFamily="34" charset="-120"/>
              </a:rPr>
              <a:t>Definition:  </a:t>
            </a:r>
            <a:r>
              <a:rPr lang="en-US" sz="1600" dirty="0">
                <a:solidFill>
                  <a:srgbClr val="1A1A2E"/>
                </a:solidFill>
                <a:latin typeface="Calibri" pitchFamily="34" charset="0"/>
                <a:ea typeface="Calibri" pitchFamily="34" charset="-122"/>
                <a:cs typeface="Calibri" pitchFamily="34" charset="-120"/>
              </a:rPr>
              <a:t>The </a:t>
            </a:r>
            <a:r>
              <a:rPr lang="en-US" sz="1600" b="1" dirty="0">
                <a:solidFill>
                  <a:srgbClr val="1B3A6B"/>
                </a:solidFill>
                <a:latin typeface="Calibri" pitchFamily="34" charset="0"/>
                <a:ea typeface="Calibri" pitchFamily="34" charset="-122"/>
                <a:cs typeface="Calibri" pitchFamily="34" charset="-120"/>
              </a:rPr>
              <a:t>Agile model</a:t>
            </a:r>
            <a:r>
              <a:rPr lang="en-US" sz="1600" dirty="0">
                <a:solidFill>
                  <a:srgbClr val="1A1A2E"/>
                </a:solidFill>
                <a:latin typeface="Calibri" pitchFamily="34" charset="0"/>
                <a:ea typeface="Calibri" pitchFamily="34" charset="-122"/>
                <a:cs typeface="Calibri" pitchFamily="34" charset="-120"/>
              </a:rPr>
              <a:t> is an </a:t>
            </a:r>
            <a:r>
              <a:rPr lang="en-US" sz="1600" b="1" dirty="0">
                <a:solidFill>
                  <a:srgbClr val="1B3A6B"/>
                </a:solidFill>
                <a:latin typeface="Calibri" pitchFamily="34" charset="0"/>
                <a:ea typeface="Calibri" pitchFamily="34" charset="-122"/>
                <a:cs typeface="Calibri" pitchFamily="34" charset="-120"/>
              </a:rPr>
              <a:t>iterative, incremental</a:t>
            </a:r>
            <a:r>
              <a:rPr lang="en-US" sz="1600" dirty="0">
                <a:solidFill>
                  <a:srgbClr val="1A1A2E"/>
                </a:solidFill>
                <a:latin typeface="Calibri" pitchFamily="34" charset="0"/>
                <a:ea typeface="Calibri" pitchFamily="34" charset="-122"/>
                <a:cs typeface="Calibri" pitchFamily="34" charset="-120"/>
              </a:rPr>
              <a:t> software development methodology in which software is built and delivered in small, working segments called </a:t>
            </a:r>
            <a:r>
              <a:rPr lang="en-US" sz="1600" b="1" dirty="0">
                <a:solidFill>
                  <a:srgbClr val="1B3A6B"/>
                </a:solidFill>
                <a:latin typeface="Calibri" pitchFamily="34" charset="0"/>
                <a:ea typeface="Calibri" pitchFamily="34" charset="-122"/>
                <a:cs typeface="Calibri" pitchFamily="34" charset="-120"/>
              </a:rPr>
              <a:t>iterations</a:t>
            </a:r>
            <a:r>
              <a:rPr lang="en-US" sz="1600" dirty="0">
                <a:solidFill>
                  <a:srgbClr val="1A1A2E"/>
                </a:solidFill>
                <a:latin typeface="Calibri" pitchFamily="34" charset="0"/>
                <a:ea typeface="Calibri" pitchFamily="34" charset="-122"/>
                <a:cs typeface="Calibri" pitchFamily="34" charset="-120"/>
              </a:rPr>
              <a:t> or </a:t>
            </a:r>
            <a:r>
              <a:rPr lang="en-US" sz="1600" b="1" dirty="0">
                <a:solidFill>
                  <a:srgbClr val="1B3A6B"/>
                </a:solidFill>
                <a:latin typeface="Calibri" pitchFamily="34" charset="0"/>
                <a:ea typeface="Calibri" pitchFamily="34" charset="-122"/>
                <a:cs typeface="Calibri" pitchFamily="34" charset="-120"/>
              </a:rPr>
              <a:t>sprints</a:t>
            </a:r>
            <a:r>
              <a:rPr lang="en-US" sz="1600" dirty="0">
                <a:solidFill>
                  <a:srgbClr val="1A1A2E"/>
                </a:solidFill>
                <a:latin typeface="Calibri" pitchFamily="34" charset="0"/>
                <a:ea typeface="Calibri" pitchFamily="34" charset="-122"/>
                <a:cs typeface="Calibri" pitchFamily="34" charset="-120"/>
              </a:rPr>
              <a:t>, allowing continuous improvement based on </a:t>
            </a:r>
            <a:r>
              <a:rPr lang="en-US" sz="1600" b="1" dirty="0">
                <a:solidFill>
                  <a:srgbClr val="1B3A6B"/>
                </a:solidFill>
                <a:latin typeface="Calibri" pitchFamily="34" charset="0"/>
                <a:ea typeface="Calibri" pitchFamily="34" charset="-122"/>
                <a:cs typeface="Calibri" pitchFamily="34" charset="-120"/>
              </a:rPr>
              <a:t>stakeholder feedback</a:t>
            </a:r>
            <a:r>
              <a:rPr lang="en-US" sz="1600" dirty="0">
                <a:solidFill>
                  <a:srgbClr val="1A1A2E"/>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9" name="Shape 7"/>
          <p:cNvSpPr/>
          <p:nvPr/>
        </p:nvSpPr>
        <p:spPr>
          <a:xfrm>
            <a:off x="365760" y="2438400"/>
            <a:ext cx="3048000" cy="316992"/>
          </a:xfrm>
          <a:prstGeom prst="rect">
            <a:avLst/>
          </a:prstGeom>
          <a:solidFill>
            <a:srgbClr val="1B3A6B"/>
          </a:solidFill>
          <a:ln w="12700">
            <a:solidFill>
              <a:srgbClr val="1B3A6B"/>
            </a:solidFill>
            <a:prstDash val="solid"/>
          </a:ln>
        </p:spPr>
        <p:txBody>
          <a:bodyPr/>
          <a:lstStyle/>
          <a:p>
            <a:endParaRPr lang="zh-CN" altLang="en-US"/>
          </a:p>
        </p:txBody>
      </p:sp>
      <p:sp>
        <p:nvSpPr>
          <p:cNvPr id="10" name="Text 8"/>
          <p:cNvSpPr/>
          <p:nvPr/>
        </p:nvSpPr>
        <p:spPr>
          <a:xfrm>
            <a:off x="365760" y="2438400"/>
            <a:ext cx="304800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KEY CHARACTERISTICS</a:t>
            </a:r>
            <a:endParaRPr lang="en-US" sz="1133" dirty="0">
              <a:solidFill>
                <a:prstClr val="black"/>
              </a:solidFill>
              <a:latin typeface="Calibri" panose="020F0502020204030204"/>
            </a:endParaRPr>
          </a:p>
        </p:txBody>
      </p:sp>
      <p:sp>
        <p:nvSpPr>
          <p:cNvPr id="11" name="Shape 9"/>
          <p:cNvSpPr/>
          <p:nvPr/>
        </p:nvSpPr>
        <p:spPr>
          <a:xfrm>
            <a:off x="365760" y="2877312"/>
            <a:ext cx="2682240" cy="353568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2" name="Shape 10"/>
          <p:cNvSpPr/>
          <p:nvPr/>
        </p:nvSpPr>
        <p:spPr>
          <a:xfrm>
            <a:off x="365760" y="2877312"/>
            <a:ext cx="2682240" cy="438912"/>
          </a:xfrm>
          <a:prstGeom prst="rect">
            <a:avLst/>
          </a:prstGeom>
          <a:solidFill>
            <a:srgbClr val="0D7C6B"/>
          </a:solidFill>
          <a:ln w="12700">
            <a:solidFill>
              <a:srgbClr val="0D7C6B"/>
            </a:solidFill>
            <a:prstDash val="solid"/>
          </a:ln>
        </p:spPr>
        <p:txBody>
          <a:bodyPr/>
          <a:lstStyle/>
          <a:p>
            <a:endParaRPr lang="zh-CN" altLang="en-US"/>
          </a:p>
        </p:txBody>
      </p:sp>
      <p:sp>
        <p:nvSpPr>
          <p:cNvPr id="13" name="Text 11"/>
          <p:cNvSpPr/>
          <p:nvPr/>
        </p:nvSpPr>
        <p:spPr>
          <a:xfrm>
            <a:off x="365760" y="2877312"/>
            <a:ext cx="2682240" cy="43891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Repeated Cycles</a:t>
            </a:r>
            <a:endParaRPr lang="en-US" sz="1533" dirty="0">
              <a:solidFill>
                <a:prstClr val="black"/>
              </a:solidFill>
              <a:latin typeface="Calibri" panose="020F0502020204030204"/>
            </a:endParaRPr>
          </a:p>
        </p:txBody>
      </p:sp>
      <p:sp>
        <p:nvSpPr>
          <p:cNvPr id="14" name="Text 12"/>
          <p:cNvSpPr/>
          <p:nvPr/>
        </p:nvSpPr>
        <p:spPr>
          <a:xfrm>
            <a:off x="487680" y="3364992"/>
            <a:ext cx="2438400" cy="2987040"/>
          </a:xfrm>
          <a:prstGeom prst="rect">
            <a:avLst/>
          </a:prstGeom>
          <a:noFill/>
          <a:ln/>
        </p:spPr>
        <p:txBody>
          <a:bodyPr wrap="square" lIns="67733" tIns="67733" rIns="67733" bIns="67733" rtlCol="0" anchor="t"/>
          <a:lstStyle/>
          <a:p>
            <a:pPr defTabSz="1219170"/>
            <a:r>
              <a:rPr lang="en-US" sz="1533" dirty="0">
                <a:solidFill>
                  <a:srgbClr val="1A1A2E"/>
                </a:solidFill>
                <a:latin typeface="Calibri" pitchFamily="34" charset="0"/>
                <a:ea typeface="Calibri" pitchFamily="34" charset="-122"/>
                <a:cs typeface="Calibri" pitchFamily="34" charset="-120"/>
              </a:rPr>
              <a:t>Development proceeds through repeated iterations rather than a single linear sequence of stages.</a:t>
            </a:r>
            <a:endParaRPr lang="en-US" sz="1533" dirty="0">
              <a:solidFill>
                <a:prstClr val="black"/>
              </a:solidFill>
              <a:latin typeface="Calibri" panose="020F0502020204030204"/>
            </a:endParaRPr>
          </a:p>
        </p:txBody>
      </p:sp>
      <p:sp>
        <p:nvSpPr>
          <p:cNvPr id="15" name="Shape 13"/>
          <p:cNvSpPr/>
          <p:nvPr/>
        </p:nvSpPr>
        <p:spPr>
          <a:xfrm>
            <a:off x="3267456" y="2877312"/>
            <a:ext cx="2682240" cy="353568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6" name="Shape 14"/>
          <p:cNvSpPr/>
          <p:nvPr/>
        </p:nvSpPr>
        <p:spPr>
          <a:xfrm>
            <a:off x="3267456" y="2877312"/>
            <a:ext cx="2682240" cy="438912"/>
          </a:xfrm>
          <a:prstGeom prst="rect">
            <a:avLst/>
          </a:prstGeom>
          <a:solidFill>
            <a:srgbClr val="0D7C6B"/>
          </a:solidFill>
          <a:ln w="12700">
            <a:solidFill>
              <a:srgbClr val="0D7C6B"/>
            </a:solidFill>
            <a:prstDash val="solid"/>
          </a:ln>
        </p:spPr>
        <p:txBody>
          <a:bodyPr/>
          <a:lstStyle/>
          <a:p>
            <a:endParaRPr lang="zh-CN" altLang="en-US"/>
          </a:p>
        </p:txBody>
      </p:sp>
      <p:sp>
        <p:nvSpPr>
          <p:cNvPr id="17" name="Text 15"/>
          <p:cNvSpPr/>
          <p:nvPr/>
        </p:nvSpPr>
        <p:spPr>
          <a:xfrm>
            <a:off x="3267456" y="2877312"/>
            <a:ext cx="2682240" cy="43891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Flexible Requirements</a:t>
            </a:r>
            <a:endParaRPr lang="en-US" sz="1533" dirty="0">
              <a:solidFill>
                <a:prstClr val="black"/>
              </a:solidFill>
              <a:latin typeface="Calibri" panose="020F0502020204030204"/>
            </a:endParaRPr>
          </a:p>
        </p:txBody>
      </p:sp>
      <p:sp>
        <p:nvSpPr>
          <p:cNvPr id="18" name="Text 16"/>
          <p:cNvSpPr/>
          <p:nvPr/>
        </p:nvSpPr>
        <p:spPr>
          <a:xfrm>
            <a:off x="3389376" y="3364992"/>
            <a:ext cx="2438400" cy="2987040"/>
          </a:xfrm>
          <a:prstGeom prst="rect">
            <a:avLst/>
          </a:prstGeom>
          <a:noFill/>
          <a:ln/>
        </p:spPr>
        <p:txBody>
          <a:bodyPr wrap="square" lIns="67733" tIns="67733" rIns="67733" bIns="67733" rtlCol="0" anchor="t"/>
          <a:lstStyle/>
          <a:p>
            <a:pPr defTabSz="1219170"/>
            <a:r>
              <a:rPr lang="en-US" sz="1533" dirty="0">
                <a:solidFill>
                  <a:srgbClr val="1A1A2E"/>
                </a:solidFill>
                <a:latin typeface="Calibri" pitchFamily="34" charset="0"/>
                <a:ea typeface="Calibri" pitchFamily="34" charset="-122"/>
                <a:cs typeface="Calibri" pitchFamily="34" charset="-120"/>
              </a:rPr>
              <a:t>Requirements are treated as evolving — they are expected to change throughout the project in response to feedback.</a:t>
            </a:r>
            <a:endParaRPr lang="en-US" sz="1533" dirty="0">
              <a:solidFill>
                <a:prstClr val="black"/>
              </a:solidFill>
              <a:latin typeface="Calibri" panose="020F0502020204030204"/>
            </a:endParaRPr>
          </a:p>
        </p:txBody>
      </p:sp>
      <p:sp>
        <p:nvSpPr>
          <p:cNvPr id="19" name="Shape 17"/>
          <p:cNvSpPr/>
          <p:nvPr/>
        </p:nvSpPr>
        <p:spPr>
          <a:xfrm>
            <a:off x="6169152" y="2877312"/>
            <a:ext cx="2682240" cy="353568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0" name="Shape 18"/>
          <p:cNvSpPr/>
          <p:nvPr/>
        </p:nvSpPr>
        <p:spPr>
          <a:xfrm>
            <a:off x="6169152" y="2877312"/>
            <a:ext cx="2682240" cy="438912"/>
          </a:xfrm>
          <a:prstGeom prst="rect">
            <a:avLst/>
          </a:prstGeom>
          <a:solidFill>
            <a:srgbClr val="0D7C6B"/>
          </a:solidFill>
          <a:ln w="12700">
            <a:solidFill>
              <a:srgbClr val="0D7C6B"/>
            </a:solidFill>
            <a:prstDash val="solid"/>
          </a:ln>
        </p:spPr>
        <p:txBody>
          <a:bodyPr/>
          <a:lstStyle/>
          <a:p>
            <a:endParaRPr lang="zh-CN" altLang="en-US"/>
          </a:p>
        </p:txBody>
      </p:sp>
      <p:sp>
        <p:nvSpPr>
          <p:cNvPr id="21" name="Text 19"/>
          <p:cNvSpPr/>
          <p:nvPr/>
        </p:nvSpPr>
        <p:spPr>
          <a:xfrm>
            <a:off x="6169152" y="2877312"/>
            <a:ext cx="2682240" cy="43891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Continuous Collaboration</a:t>
            </a:r>
            <a:endParaRPr lang="en-US" sz="1533" dirty="0">
              <a:solidFill>
                <a:prstClr val="black"/>
              </a:solidFill>
              <a:latin typeface="Calibri" panose="020F0502020204030204"/>
            </a:endParaRPr>
          </a:p>
        </p:txBody>
      </p:sp>
      <p:sp>
        <p:nvSpPr>
          <p:cNvPr id="22" name="Text 20"/>
          <p:cNvSpPr/>
          <p:nvPr/>
        </p:nvSpPr>
        <p:spPr>
          <a:xfrm>
            <a:off x="6291072" y="3364992"/>
            <a:ext cx="2438400" cy="2987040"/>
          </a:xfrm>
          <a:prstGeom prst="rect">
            <a:avLst/>
          </a:prstGeom>
          <a:noFill/>
          <a:ln/>
        </p:spPr>
        <p:txBody>
          <a:bodyPr wrap="square" lIns="67733" tIns="67733" rIns="67733" bIns="67733" rtlCol="0" anchor="t"/>
          <a:lstStyle/>
          <a:p>
            <a:pPr defTabSz="1219170"/>
            <a:r>
              <a:rPr lang="en-US" sz="1533" dirty="0">
                <a:solidFill>
                  <a:srgbClr val="1A1A2E"/>
                </a:solidFill>
                <a:latin typeface="Calibri" pitchFamily="34" charset="0"/>
                <a:ea typeface="Calibri" pitchFamily="34" charset="-122"/>
                <a:cs typeface="Calibri" pitchFamily="34" charset="-120"/>
              </a:rPr>
              <a:t>Developers and clients collaborate continuously, not only at formal sign-off milestones.</a:t>
            </a:r>
            <a:endParaRPr lang="en-US" sz="1533" dirty="0">
              <a:solidFill>
                <a:prstClr val="black"/>
              </a:solidFill>
              <a:latin typeface="Calibri" panose="020F0502020204030204"/>
            </a:endParaRPr>
          </a:p>
        </p:txBody>
      </p:sp>
      <p:sp>
        <p:nvSpPr>
          <p:cNvPr id="23" name="Shape 21"/>
          <p:cNvSpPr/>
          <p:nvPr/>
        </p:nvSpPr>
        <p:spPr>
          <a:xfrm>
            <a:off x="9070848" y="2877312"/>
            <a:ext cx="2682240" cy="353568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4" name="Shape 22"/>
          <p:cNvSpPr/>
          <p:nvPr/>
        </p:nvSpPr>
        <p:spPr>
          <a:xfrm>
            <a:off x="9070848" y="2877312"/>
            <a:ext cx="2682240" cy="438912"/>
          </a:xfrm>
          <a:prstGeom prst="rect">
            <a:avLst/>
          </a:prstGeom>
          <a:solidFill>
            <a:srgbClr val="0D7C6B"/>
          </a:solidFill>
          <a:ln w="12700">
            <a:solidFill>
              <a:srgbClr val="0D7C6B"/>
            </a:solidFill>
            <a:prstDash val="solid"/>
          </a:ln>
        </p:spPr>
        <p:txBody>
          <a:bodyPr/>
          <a:lstStyle/>
          <a:p>
            <a:endParaRPr lang="zh-CN" altLang="en-US"/>
          </a:p>
        </p:txBody>
      </p:sp>
      <p:sp>
        <p:nvSpPr>
          <p:cNvPr id="25" name="Text 23"/>
          <p:cNvSpPr/>
          <p:nvPr/>
        </p:nvSpPr>
        <p:spPr>
          <a:xfrm>
            <a:off x="9070848" y="2877312"/>
            <a:ext cx="2682240" cy="438912"/>
          </a:xfrm>
          <a:prstGeom prst="rect">
            <a:avLst/>
          </a:prstGeom>
          <a:noFill/>
          <a:ln/>
        </p:spPr>
        <p:txBody>
          <a:bodyPr wrap="square" lIns="0" tIns="0" rIns="0" bIns="0" rtlCol="0" anchor="ctr"/>
          <a:lstStyle/>
          <a:p>
            <a:pPr algn="ctr" defTabSz="1219170"/>
            <a:r>
              <a:rPr lang="en-US" sz="1533" b="1" dirty="0">
                <a:solidFill>
                  <a:srgbClr val="FFFFFF"/>
                </a:solidFill>
                <a:latin typeface="Calibri" pitchFamily="34" charset="0"/>
                <a:ea typeface="Calibri" pitchFamily="34" charset="-122"/>
                <a:cs typeface="Calibri" pitchFamily="34" charset="-120"/>
              </a:rPr>
              <a:t>Working Software First</a:t>
            </a:r>
            <a:endParaRPr lang="en-US" sz="1533" dirty="0">
              <a:solidFill>
                <a:prstClr val="black"/>
              </a:solidFill>
              <a:latin typeface="Calibri" panose="020F0502020204030204"/>
            </a:endParaRPr>
          </a:p>
        </p:txBody>
      </p:sp>
      <p:sp>
        <p:nvSpPr>
          <p:cNvPr id="26" name="Text 24"/>
          <p:cNvSpPr/>
          <p:nvPr/>
        </p:nvSpPr>
        <p:spPr>
          <a:xfrm>
            <a:off x="9192768" y="3364992"/>
            <a:ext cx="2438400" cy="2987040"/>
          </a:xfrm>
          <a:prstGeom prst="rect">
            <a:avLst/>
          </a:prstGeom>
          <a:noFill/>
          <a:ln/>
        </p:spPr>
        <p:txBody>
          <a:bodyPr wrap="square" lIns="67733" tIns="67733" rIns="67733" bIns="67733" rtlCol="0" anchor="t"/>
          <a:lstStyle/>
          <a:p>
            <a:pPr defTabSz="1219170"/>
            <a:r>
              <a:rPr lang="en-US" sz="1533" dirty="0">
                <a:solidFill>
                  <a:srgbClr val="1A1A2E"/>
                </a:solidFill>
                <a:latin typeface="Calibri" pitchFamily="34" charset="0"/>
                <a:ea typeface="Calibri" pitchFamily="34" charset="-122"/>
                <a:cs typeface="Calibri" pitchFamily="34" charset="-120"/>
              </a:rPr>
              <a:t>The focus is on delivering working software over comprehensive documentation at every stage.</a:t>
            </a:r>
            <a:endParaRPr lang="en-US" sz="1533" dirty="0">
              <a:solidFill>
                <a:prstClr val="black"/>
              </a:solidFill>
              <a:latin typeface="Calibri" panose="020F0502020204030204"/>
            </a:endParaRPr>
          </a:p>
        </p:txBody>
      </p:sp>
      <p:sp>
        <p:nvSpPr>
          <p:cNvPr id="27" name="Shape 25"/>
          <p:cNvSpPr/>
          <p:nvPr/>
        </p:nvSpPr>
        <p:spPr>
          <a:xfrm>
            <a:off x="365760" y="6461760"/>
            <a:ext cx="11460480" cy="0"/>
          </a:xfrm>
          <a:prstGeom prst="rect">
            <a:avLst/>
          </a:prstGeom>
          <a:solidFill>
            <a:srgbClr val="FFFFFF"/>
          </a:solidFill>
          <a:ln w="12700">
            <a:solidFill>
              <a:srgbClr val="FFFFFF"/>
            </a:solidFill>
            <a:prstDash val="soli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22" grpId="0" animBg="1"/>
      <p:bldP spid="2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Rate of Developing a Final Solution</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Continuous delivery of working software increments throughout the project</a:t>
            </a:r>
            <a:endParaRPr lang="en-US" sz="1333" dirty="0">
              <a:solidFill>
                <a:prstClr val="black"/>
              </a:solidFill>
              <a:latin typeface="Calibri" panose="020F0502020204030204"/>
            </a:endParaRPr>
          </a:p>
        </p:txBody>
      </p:sp>
      <p:sp>
        <p:nvSpPr>
          <p:cNvPr id="6" name="Text 4"/>
          <p:cNvSpPr/>
          <p:nvPr/>
        </p:nvSpPr>
        <p:spPr>
          <a:xfrm>
            <a:off x="365760" y="1359408"/>
            <a:ext cx="11460480" cy="585216"/>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Each </a:t>
            </a:r>
            <a:r>
              <a:rPr lang="en-US" sz="1667" b="1" dirty="0">
                <a:solidFill>
                  <a:srgbClr val="1B3A6B"/>
                </a:solidFill>
                <a:latin typeface="Calibri" pitchFamily="34" charset="0"/>
                <a:ea typeface="Calibri" pitchFamily="34" charset="-122"/>
                <a:cs typeface="Calibri" pitchFamily="34" charset="-120"/>
              </a:rPr>
              <a:t>iteration</a:t>
            </a:r>
            <a:r>
              <a:rPr lang="en-US" sz="1667" dirty="0">
                <a:solidFill>
                  <a:srgbClr val="1A1A2E"/>
                </a:solidFill>
                <a:latin typeface="Calibri" pitchFamily="34" charset="0"/>
                <a:ea typeface="Calibri" pitchFamily="34" charset="-122"/>
                <a:cs typeface="Calibri" pitchFamily="34" charset="-120"/>
              </a:rPr>
              <a:t> (typically two to four weeks) produces a </a:t>
            </a:r>
            <a:r>
              <a:rPr lang="en-US" sz="1667" b="1" dirty="0">
                <a:solidFill>
                  <a:srgbClr val="1B3A6B"/>
                </a:solidFill>
                <a:latin typeface="Calibri" pitchFamily="34" charset="0"/>
                <a:ea typeface="Calibri" pitchFamily="34" charset="-122"/>
                <a:cs typeface="Calibri" pitchFamily="34" charset="-120"/>
              </a:rPr>
              <a:t>potentially shippable product increment</a:t>
            </a:r>
            <a:r>
              <a:rPr lang="en-US" sz="1667" dirty="0">
                <a:solidFill>
                  <a:srgbClr val="1A1A2E"/>
                </a:solidFill>
                <a:latin typeface="Calibri" pitchFamily="34" charset="0"/>
                <a:ea typeface="Calibri" pitchFamily="34" charset="-122"/>
                <a:cs typeface="Calibri" pitchFamily="34" charset="-120"/>
              </a:rPr>
              <a:t> — a functional version of the software that can be reviewed, tested, and used.</a:t>
            </a:r>
            <a:endParaRPr lang="en-US" sz="1667" dirty="0">
              <a:solidFill>
                <a:prstClr val="black"/>
              </a:solidFill>
              <a:latin typeface="Calibri" panose="020F0502020204030204"/>
            </a:endParaRPr>
          </a:p>
        </p:txBody>
      </p:sp>
      <p:sp>
        <p:nvSpPr>
          <p:cNvPr id="7" name="Shape 5"/>
          <p:cNvSpPr/>
          <p:nvPr/>
        </p:nvSpPr>
        <p:spPr>
          <a:xfrm>
            <a:off x="365760" y="2048256"/>
            <a:ext cx="11460480" cy="48768"/>
          </a:xfrm>
          <a:prstGeom prst="rect">
            <a:avLst/>
          </a:prstGeom>
          <a:solidFill>
            <a:srgbClr val="CCCCCC"/>
          </a:solidFill>
          <a:ln w="12700">
            <a:solidFill>
              <a:srgbClr val="CCCCCC"/>
            </a:solidFill>
            <a:prstDash val="solid"/>
          </a:ln>
        </p:spPr>
        <p:txBody>
          <a:bodyPr/>
          <a:lstStyle/>
          <a:p>
            <a:endParaRPr lang="zh-CN" altLang="en-US"/>
          </a:p>
        </p:txBody>
      </p:sp>
      <p:sp>
        <p:nvSpPr>
          <p:cNvPr id="8" name="Shape 6"/>
          <p:cNvSpPr/>
          <p:nvPr/>
        </p:nvSpPr>
        <p:spPr>
          <a:xfrm>
            <a:off x="365760" y="2097024"/>
            <a:ext cx="2682240" cy="1828800"/>
          </a:xfrm>
          <a:prstGeom prst="rect">
            <a:avLst/>
          </a:prstGeom>
          <a:solidFill>
            <a:srgbClr val="EEEEEE"/>
          </a:solidFill>
          <a:ln w="12700">
            <a:solidFill>
              <a:srgbClr val="DDDDDD"/>
            </a:solidFill>
            <a:prstDash val="solid"/>
          </a:ln>
        </p:spPr>
        <p:txBody>
          <a:bodyPr/>
          <a:lstStyle/>
          <a:p>
            <a:endParaRPr lang="zh-CN" altLang="en-US"/>
          </a:p>
        </p:txBody>
      </p:sp>
      <p:sp>
        <p:nvSpPr>
          <p:cNvPr id="9" name="Shape 7"/>
          <p:cNvSpPr/>
          <p:nvPr/>
        </p:nvSpPr>
        <p:spPr>
          <a:xfrm>
            <a:off x="365760" y="3316224"/>
            <a:ext cx="2682240" cy="609600"/>
          </a:xfrm>
          <a:prstGeom prst="rect">
            <a:avLst/>
          </a:prstGeom>
          <a:solidFill>
            <a:srgbClr val="0D7C6B"/>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0" name="Text 8"/>
          <p:cNvSpPr/>
          <p:nvPr/>
        </p:nvSpPr>
        <p:spPr>
          <a:xfrm>
            <a:off x="365760" y="4023360"/>
            <a:ext cx="2682240" cy="341376"/>
          </a:xfrm>
          <a:prstGeom prst="rect">
            <a:avLst/>
          </a:prstGeom>
          <a:noFill/>
          <a:ln/>
        </p:spPr>
        <p:txBody>
          <a:bodyPr wrap="square" lIns="0" tIns="0" rIns="0" bIns="0" rtlCol="0" anchor="ctr"/>
          <a:lstStyle/>
          <a:p>
            <a:pPr algn="ctr" defTabSz="1219170"/>
            <a:r>
              <a:rPr lang="en-US" sz="1467" b="1" dirty="0">
                <a:solidFill>
                  <a:srgbClr val="1B3A6B"/>
                </a:solidFill>
                <a:latin typeface="Calibri" pitchFamily="34" charset="0"/>
                <a:ea typeface="Calibri" pitchFamily="34" charset="-122"/>
                <a:cs typeface="Calibri" pitchFamily="34" charset="-120"/>
              </a:rPr>
              <a:t>Sprint 1</a:t>
            </a:r>
            <a:endParaRPr lang="en-US" sz="1467" dirty="0">
              <a:solidFill>
                <a:prstClr val="black"/>
              </a:solidFill>
              <a:latin typeface="Calibri" panose="020F0502020204030204"/>
            </a:endParaRPr>
          </a:p>
        </p:txBody>
      </p:sp>
      <p:sp>
        <p:nvSpPr>
          <p:cNvPr id="11" name="Text 9"/>
          <p:cNvSpPr/>
          <p:nvPr/>
        </p:nvSpPr>
        <p:spPr>
          <a:xfrm>
            <a:off x="487680" y="4364736"/>
            <a:ext cx="2438400" cy="670560"/>
          </a:xfrm>
          <a:prstGeom prst="rect">
            <a:avLst/>
          </a:prstGeom>
          <a:noFill/>
          <a:ln/>
        </p:spPr>
        <p:txBody>
          <a:bodyPr wrap="square" rtlCol="0" anchor="ctr"/>
          <a:lstStyle/>
          <a:p>
            <a:pPr algn="ctr" defTabSz="1219170"/>
            <a:r>
              <a:rPr lang="en-US" sz="1400" dirty="0">
                <a:solidFill>
                  <a:srgbClr val="1A1A2E"/>
                </a:solidFill>
                <a:latin typeface="Calibri" pitchFamily="34" charset="0"/>
                <a:ea typeface="Calibri" pitchFamily="34" charset="-122"/>
                <a:cs typeface="Calibri" pitchFamily="34" charset="-120"/>
              </a:rPr>
              <a:t>Core login</a:t>
            </a:r>
            <a:endParaRPr lang="en-US" sz="1400" dirty="0">
              <a:solidFill>
                <a:prstClr val="black"/>
              </a:solidFill>
              <a:latin typeface="Calibri" panose="020F0502020204030204"/>
            </a:endParaRPr>
          </a:p>
          <a:p>
            <a:pPr algn="ctr" defTabSz="1219170"/>
            <a:r>
              <a:rPr lang="en-US" sz="1400" dirty="0">
                <a:solidFill>
                  <a:srgbClr val="1A1A2E"/>
                </a:solidFill>
                <a:latin typeface="Calibri" pitchFamily="34" charset="0"/>
                <a:ea typeface="Calibri" pitchFamily="34" charset="-122"/>
                <a:cs typeface="Calibri" pitchFamily="34" charset="-120"/>
              </a:rPr>
              <a:t>&amp; user profile</a:t>
            </a:r>
            <a:endParaRPr lang="en-US" sz="1400" dirty="0">
              <a:solidFill>
                <a:prstClr val="black"/>
              </a:solidFill>
              <a:latin typeface="Calibri" panose="020F0502020204030204"/>
            </a:endParaRPr>
          </a:p>
        </p:txBody>
      </p:sp>
      <p:sp>
        <p:nvSpPr>
          <p:cNvPr id="12" name="Shape 10"/>
          <p:cNvSpPr/>
          <p:nvPr/>
        </p:nvSpPr>
        <p:spPr>
          <a:xfrm>
            <a:off x="731520" y="3377184"/>
            <a:ext cx="1950720" cy="292608"/>
          </a:xfrm>
          <a:prstGeom prst="rect">
            <a:avLst/>
          </a:prstGeom>
          <a:solidFill>
            <a:srgbClr val="FFFFFF"/>
          </a:solidFill>
          <a:ln w="12700">
            <a:solidFill>
              <a:srgbClr val="FFFFFF"/>
            </a:solidFill>
            <a:prstDash val="solid"/>
          </a:ln>
        </p:spPr>
        <p:txBody>
          <a:bodyPr/>
          <a:lstStyle/>
          <a:p>
            <a:endParaRPr lang="zh-CN" altLang="en-US"/>
          </a:p>
        </p:txBody>
      </p:sp>
      <p:sp>
        <p:nvSpPr>
          <p:cNvPr id="13" name="Text 11"/>
          <p:cNvSpPr/>
          <p:nvPr/>
        </p:nvSpPr>
        <p:spPr>
          <a:xfrm>
            <a:off x="731520" y="3377184"/>
            <a:ext cx="1950720" cy="292608"/>
          </a:xfrm>
          <a:prstGeom prst="rect">
            <a:avLst/>
          </a:prstGeom>
          <a:noFill/>
          <a:ln/>
        </p:spPr>
        <p:txBody>
          <a:bodyPr wrap="square" lIns="0" tIns="0" rIns="0" bIns="0" rtlCol="0" anchor="ctr"/>
          <a:lstStyle/>
          <a:p>
            <a:pPr algn="ctr" defTabSz="1219170"/>
            <a:r>
              <a:rPr lang="en-US" sz="1133" b="1" dirty="0">
                <a:solidFill>
                  <a:srgbClr val="0D7C6B"/>
                </a:solidFill>
                <a:latin typeface="Calibri" pitchFamily="34" charset="0"/>
                <a:ea typeface="Calibri" pitchFamily="34" charset="-122"/>
                <a:cs typeface="Calibri" pitchFamily="34" charset="-120"/>
              </a:rPr>
              <a:t>Working software</a:t>
            </a:r>
            <a:endParaRPr lang="en-US" sz="1133" dirty="0">
              <a:solidFill>
                <a:prstClr val="black"/>
              </a:solidFill>
              <a:latin typeface="Calibri" panose="020F0502020204030204"/>
            </a:endParaRPr>
          </a:p>
        </p:txBody>
      </p:sp>
      <p:sp>
        <p:nvSpPr>
          <p:cNvPr id="14" name="Shape 12"/>
          <p:cNvSpPr/>
          <p:nvPr/>
        </p:nvSpPr>
        <p:spPr>
          <a:xfrm>
            <a:off x="3267456" y="2097024"/>
            <a:ext cx="2682240" cy="1828800"/>
          </a:xfrm>
          <a:prstGeom prst="rect">
            <a:avLst/>
          </a:prstGeom>
          <a:solidFill>
            <a:srgbClr val="EEEEEE"/>
          </a:solidFill>
          <a:ln w="12700">
            <a:solidFill>
              <a:srgbClr val="DDDDDD"/>
            </a:solidFill>
            <a:prstDash val="solid"/>
          </a:ln>
        </p:spPr>
        <p:txBody>
          <a:bodyPr/>
          <a:lstStyle/>
          <a:p>
            <a:endParaRPr lang="zh-CN" altLang="en-US"/>
          </a:p>
        </p:txBody>
      </p:sp>
      <p:sp>
        <p:nvSpPr>
          <p:cNvPr id="15" name="Shape 13"/>
          <p:cNvSpPr/>
          <p:nvPr/>
        </p:nvSpPr>
        <p:spPr>
          <a:xfrm>
            <a:off x="3267456" y="2974848"/>
            <a:ext cx="2682240" cy="950976"/>
          </a:xfrm>
          <a:prstGeom prst="rect">
            <a:avLst/>
          </a:prstGeom>
          <a:solidFill>
            <a:srgbClr val="0F9680"/>
          </a:solidFill>
          <a:ln w="12700">
            <a:solidFill>
              <a:srgbClr val="0F9680"/>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6" name="Text 14"/>
          <p:cNvSpPr/>
          <p:nvPr/>
        </p:nvSpPr>
        <p:spPr>
          <a:xfrm>
            <a:off x="3267456" y="4023360"/>
            <a:ext cx="2682240" cy="341376"/>
          </a:xfrm>
          <a:prstGeom prst="rect">
            <a:avLst/>
          </a:prstGeom>
          <a:noFill/>
          <a:ln/>
        </p:spPr>
        <p:txBody>
          <a:bodyPr wrap="square" lIns="0" tIns="0" rIns="0" bIns="0" rtlCol="0" anchor="ctr"/>
          <a:lstStyle/>
          <a:p>
            <a:pPr algn="ctr" defTabSz="1219170"/>
            <a:r>
              <a:rPr lang="en-US" sz="1467" b="1" dirty="0">
                <a:solidFill>
                  <a:srgbClr val="1B3A6B"/>
                </a:solidFill>
                <a:latin typeface="Calibri" pitchFamily="34" charset="0"/>
                <a:ea typeface="Calibri" pitchFamily="34" charset="-122"/>
                <a:cs typeface="Calibri" pitchFamily="34" charset="-120"/>
              </a:rPr>
              <a:t>Sprint 2</a:t>
            </a:r>
            <a:endParaRPr lang="en-US" sz="1467" dirty="0">
              <a:solidFill>
                <a:prstClr val="black"/>
              </a:solidFill>
              <a:latin typeface="Calibri" panose="020F0502020204030204"/>
            </a:endParaRPr>
          </a:p>
        </p:txBody>
      </p:sp>
      <p:sp>
        <p:nvSpPr>
          <p:cNvPr id="17" name="Text 15"/>
          <p:cNvSpPr/>
          <p:nvPr/>
        </p:nvSpPr>
        <p:spPr>
          <a:xfrm>
            <a:off x="3389376" y="4364736"/>
            <a:ext cx="2438400" cy="670560"/>
          </a:xfrm>
          <a:prstGeom prst="rect">
            <a:avLst/>
          </a:prstGeom>
          <a:noFill/>
          <a:ln/>
        </p:spPr>
        <p:txBody>
          <a:bodyPr wrap="square" rtlCol="0" anchor="ctr"/>
          <a:lstStyle/>
          <a:p>
            <a:pPr algn="ctr" defTabSz="1219170"/>
            <a:r>
              <a:rPr lang="en-US" sz="1400" dirty="0">
                <a:solidFill>
                  <a:srgbClr val="1A1A2E"/>
                </a:solidFill>
                <a:latin typeface="Calibri" pitchFamily="34" charset="0"/>
                <a:ea typeface="Calibri" pitchFamily="34" charset="-122"/>
                <a:cs typeface="Calibri" pitchFamily="34" charset="-120"/>
              </a:rPr>
              <a:t>Attendance</a:t>
            </a:r>
            <a:endParaRPr lang="en-US" sz="1400" dirty="0">
              <a:solidFill>
                <a:prstClr val="black"/>
              </a:solidFill>
              <a:latin typeface="Calibri" panose="020F0502020204030204"/>
            </a:endParaRPr>
          </a:p>
          <a:p>
            <a:pPr algn="ctr" defTabSz="1219170"/>
            <a:r>
              <a:rPr lang="en-US" sz="1400" dirty="0">
                <a:solidFill>
                  <a:srgbClr val="1A1A2E"/>
                </a:solidFill>
                <a:latin typeface="Calibri" pitchFamily="34" charset="0"/>
                <a:ea typeface="Calibri" pitchFamily="34" charset="-122"/>
                <a:cs typeface="Calibri" pitchFamily="34" charset="-120"/>
              </a:rPr>
              <a:t>tracking module</a:t>
            </a:r>
            <a:endParaRPr lang="en-US" sz="1400" dirty="0">
              <a:solidFill>
                <a:prstClr val="black"/>
              </a:solidFill>
              <a:latin typeface="Calibri" panose="020F0502020204030204"/>
            </a:endParaRPr>
          </a:p>
        </p:txBody>
      </p:sp>
      <p:sp>
        <p:nvSpPr>
          <p:cNvPr id="18" name="Shape 16"/>
          <p:cNvSpPr/>
          <p:nvPr/>
        </p:nvSpPr>
        <p:spPr>
          <a:xfrm>
            <a:off x="3633216" y="3035808"/>
            <a:ext cx="1950720" cy="292608"/>
          </a:xfrm>
          <a:prstGeom prst="rect">
            <a:avLst/>
          </a:prstGeom>
          <a:solidFill>
            <a:srgbClr val="FFFFFF"/>
          </a:solidFill>
          <a:ln w="12700">
            <a:solidFill>
              <a:srgbClr val="FFFFFF"/>
            </a:solidFill>
            <a:prstDash val="solid"/>
          </a:ln>
        </p:spPr>
        <p:txBody>
          <a:bodyPr/>
          <a:lstStyle/>
          <a:p>
            <a:endParaRPr lang="zh-CN" altLang="en-US"/>
          </a:p>
        </p:txBody>
      </p:sp>
      <p:sp>
        <p:nvSpPr>
          <p:cNvPr id="19" name="Text 17"/>
          <p:cNvSpPr/>
          <p:nvPr/>
        </p:nvSpPr>
        <p:spPr>
          <a:xfrm>
            <a:off x="3633216" y="3035808"/>
            <a:ext cx="1950720" cy="292608"/>
          </a:xfrm>
          <a:prstGeom prst="rect">
            <a:avLst/>
          </a:prstGeom>
          <a:noFill/>
          <a:ln/>
        </p:spPr>
        <p:txBody>
          <a:bodyPr wrap="square" lIns="0" tIns="0" rIns="0" bIns="0" rtlCol="0" anchor="ctr"/>
          <a:lstStyle/>
          <a:p>
            <a:pPr algn="ctr" defTabSz="1219170"/>
            <a:r>
              <a:rPr lang="en-US" sz="1133" b="1" dirty="0">
                <a:solidFill>
                  <a:srgbClr val="0F9680"/>
                </a:solidFill>
                <a:latin typeface="Calibri" pitchFamily="34" charset="0"/>
                <a:ea typeface="Calibri" pitchFamily="34" charset="-122"/>
                <a:cs typeface="Calibri" pitchFamily="34" charset="-120"/>
              </a:rPr>
              <a:t>Working software</a:t>
            </a:r>
            <a:endParaRPr lang="en-US" sz="1133" dirty="0">
              <a:solidFill>
                <a:prstClr val="black"/>
              </a:solidFill>
              <a:latin typeface="Calibri" panose="020F0502020204030204"/>
            </a:endParaRPr>
          </a:p>
        </p:txBody>
      </p:sp>
      <p:sp>
        <p:nvSpPr>
          <p:cNvPr id="20" name="Shape 18"/>
          <p:cNvSpPr/>
          <p:nvPr/>
        </p:nvSpPr>
        <p:spPr>
          <a:xfrm>
            <a:off x="6169152" y="2097024"/>
            <a:ext cx="2682240" cy="1828800"/>
          </a:xfrm>
          <a:prstGeom prst="rect">
            <a:avLst/>
          </a:prstGeom>
          <a:solidFill>
            <a:srgbClr val="EEEEEE"/>
          </a:solidFill>
          <a:ln w="12700">
            <a:solidFill>
              <a:srgbClr val="DDDDDD"/>
            </a:solidFill>
            <a:prstDash val="solid"/>
          </a:ln>
        </p:spPr>
        <p:txBody>
          <a:bodyPr/>
          <a:lstStyle/>
          <a:p>
            <a:endParaRPr lang="zh-CN" altLang="en-US"/>
          </a:p>
        </p:txBody>
      </p:sp>
      <p:sp>
        <p:nvSpPr>
          <p:cNvPr id="21" name="Shape 19"/>
          <p:cNvSpPr/>
          <p:nvPr/>
        </p:nvSpPr>
        <p:spPr>
          <a:xfrm>
            <a:off x="6169152" y="2633472"/>
            <a:ext cx="2682240" cy="1292352"/>
          </a:xfrm>
          <a:prstGeom prst="rect">
            <a:avLst/>
          </a:prstGeom>
          <a:solidFill>
            <a:srgbClr val="0D7C6B"/>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2" name="Text 20"/>
          <p:cNvSpPr/>
          <p:nvPr/>
        </p:nvSpPr>
        <p:spPr>
          <a:xfrm>
            <a:off x="6169152" y="4023360"/>
            <a:ext cx="2682240" cy="341376"/>
          </a:xfrm>
          <a:prstGeom prst="rect">
            <a:avLst/>
          </a:prstGeom>
          <a:noFill/>
          <a:ln/>
        </p:spPr>
        <p:txBody>
          <a:bodyPr wrap="square" lIns="0" tIns="0" rIns="0" bIns="0" rtlCol="0" anchor="ctr"/>
          <a:lstStyle/>
          <a:p>
            <a:pPr algn="ctr" defTabSz="1219170"/>
            <a:r>
              <a:rPr lang="en-US" sz="1467" b="1" dirty="0">
                <a:solidFill>
                  <a:srgbClr val="1B3A6B"/>
                </a:solidFill>
                <a:latin typeface="Calibri" pitchFamily="34" charset="0"/>
                <a:ea typeface="Calibri" pitchFamily="34" charset="-122"/>
                <a:cs typeface="Calibri" pitchFamily="34" charset="-120"/>
              </a:rPr>
              <a:t>Sprint 3</a:t>
            </a:r>
            <a:endParaRPr lang="en-US" sz="1467" dirty="0">
              <a:solidFill>
                <a:prstClr val="black"/>
              </a:solidFill>
              <a:latin typeface="Calibri" panose="020F0502020204030204"/>
            </a:endParaRPr>
          </a:p>
        </p:txBody>
      </p:sp>
      <p:sp>
        <p:nvSpPr>
          <p:cNvPr id="23" name="Text 21"/>
          <p:cNvSpPr/>
          <p:nvPr/>
        </p:nvSpPr>
        <p:spPr>
          <a:xfrm>
            <a:off x="6291072" y="4364736"/>
            <a:ext cx="2438400" cy="670560"/>
          </a:xfrm>
          <a:prstGeom prst="rect">
            <a:avLst/>
          </a:prstGeom>
          <a:noFill/>
          <a:ln/>
        </p:spPr>
        <p:txBody>
          <a:bodyPr wrap="square" rtlCol="0" anchor="ctr"/>
          <a:lstStyle/>
          <a:p>
            <a:pPr algn="ctr" defTabSz="1219170"/>
            <a:r>
              <a:rPr lang="en-US" sz="1400" dirty="0">
                <a:solidFill>
                  <a:srgbClr val="1A1A2E"/>
                </a:solidFill>
                <a:latin typeface="Calibri" pitchFamily="34" charset="0"/>
                <a:ea typeface="Calibri" pitchFamily="34" charset="-122"/>
                <a:cs typeface="Calibri" pitchFamily="34" charset="-120"/>
              </a:rPr>
              <a:t>Report card</a:t>
            </a:r>
            <a:endParaRPr lang="en-US" sz="1400" dirty="0">
              <a:solidFill>
                <a:prstClr val="black"/>
              </a:solidFill>
              <a:latin typeface="Calibri" panose="020F0502020204030204"/>
            </a:endParaRPr>
          </a:p>
          <a:p>
            <a:pPr algn="ctr" defTabSz="1219170"/>
            <a:r>
              <a:rPr lang="en-US" sz="1400" dirty="0">
                <a:solidFill>
                  <a:srgbClr val="1A1A2E"/>
                </a:solidFill>
                <a:latin typeface="Calibri" pitchFamily="34" charset="0"/>
                <a:ea typeface="Calibri" pitchFamily="34" charset="-122"/>
                <a:cs typeface="Calibri" pitchFamily="34" charset="-120"/>
              </a:rPr>
              <a:t>generation</a:t>
            </a:r>
            <a:endParaRPr lang="en-US" sz="1400" dirty="0">
              <a:solidFill>
                <a:prstClr val="black"/>
              </a:solidFill>
              <a:latin typeface="Calibri" panose="020F0502020204030204"/>
            </a:endParaRPr>
          </a:p>
        </p:txBody>
      </p:sp>
      <p:sp>
        <p:nvSpPr>
          <p:cNvPr id="24" name="Shape 22"/>
          <p:cNvSpPr/>
          <p:nvPr/>
        </p:nvSpPr>
        <p:spPr>
          <a:xfrm>
            <a:off x="6534912" y="2694432"/>
            <a:ext cx="1950720" cy="292608"/>
          </a:xfrm>
          <a:prstGeom prst="rect">
            <a:avLst/>
          </a:prstGeom>
          <a:solidFill>
            <a:srgbClr val="FFFFFF"/>
          </a:solidFill>
          <a:ln w="12700">
            <a:solidFill>
              <a:srgbClr val="FFFFFF"/>
            </a:solidFill>
            <a:prstDash val="solid"/>
          </a:ln>
        </p:spPr>
        <p:txBody>
          <a:bodyPr/>
          <a:lstStyle/>
          <a:p>
            <a:endParaRPr lang="zh-CN" altLang="en-US"/>
          </a:p>
        </p:txBody>
      </p:sp>
      <p:sp>
        <p:nvSpPr>
          <p:cNvPr id="25" name="Text 23"/>
          <p:cNvSpPr/>
          <p:nvPr/>
        </p:nvSpPr>
        <p:spPr>
          <a:xfrm>
            <a:off x="6534912" y="2694432"/>
            <a:ext cx="1950720" cy="292608"/>
          </a:xfrm>
          <a:prstGeom prst="rect">
            <a:avLst/>
          </a:prstGeom>
          <a:noFill/>
          <a:ln/>
        </p:spPr>
        <p:txBody>
          <a:bodyPr wrap="square" lIns="0" tIns="0" rIns="0" bIns="0" rtlCol="0" anchor="ctr"/>
          <a:lstStyle/>
          <a:p>
            <a:pPr algn="ctr" defTabSz="1219170"/>
            <a:r>
              <a:rPr lang="en-US" sz="1133" b="1" dirty="0">
                <a:solidFill>
                  <a:srgbClr val="0D7C6B"/>
                </a:solidFill>
                <a:latin typeface="Calibri" pitchFamily="34" charset="0"/>
                <a:ea typeface="Calibri" pitchFamily="34" charset="-122"/>
                <a:cs typeface="Calibri" pitchFamily="34" charset="-120"/>
              </a:rPr>
              <a:t>Working software</a:t>
            </a:r>
            <a:endParaRPr lang="en-US" sz="1133" dirty="0">
              <a:solidFill>
                <a:prstClr val="black"/>
              </a:solidFill>
              <a:latin typeface="Calibri" panose="020F0502020204030204"/>
            </a:endParaRPr>
          </a:p>
        </p:txBody>
      </p:sp>
      <p:sp>
        <p:nvSpPr>
          <p:cNvPr id="26" name="Shape 24"/>
          <p:cNvSpPr/>
          <p:nvPr/>
        </p:nvSpPr>
        <p:spPr>
          <a:xfrm>
            <a:off x="9070848" y="2097024"/>
            <a:ext cx="2682240" cy="1828800"/>
          </a:xfrm>
          <a:prstGeom prst="rect">
            <a:avLst/>
          </a:prstGeom>
          <a:solidFill>
            <a:srgbClr val="EEEEEE"/>
          </a:solidFill>
          <a:ln w="12700">
            <a:solidFill>
              <a:srgbClr val="DDDDDD"/>
            </a:solidFill>
            <a:prstDash val="solid"/>
          </a:ln>
        </p:spPr>
        <p:txBody>
          <a:bodyPr/>
          <a:lstStyle/>
          <a:p>
            <a:endParaRPr lang="zh-CN" altLang="en-US"/>
          </a:p>
        </p:txBody>
      </p:sp>
      <p:sp>
        <p:nvSpPr>
          <p:cNvPr id="27" name="Shape 25"/>
          <p:cNvSpPr/>
          <p:nvPr/>
        </p:nvSpPr>
        <p:spPr>
          <a:xfrm>
            <a:off x="9070848" y="2292096"/>
            <a:ext cx="2682240" cy="1633728"/>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8" name="Text 26"/>
          <p:cNvSpPr/>
          <p:nvPr/>
        </p:nvSpPr>
        <p:spPr>
          <a:xfrm>
            <a:off x="9070848" y="4023360"/>
            <a:ext cx="2682240" cy="341376"/>
          </a:xfrm>
          <a:prstGeom prst="rect">
            <a:avLst/>
          </a:prstGeom>
          <a:noFill/>
          <a:ln/>
        </p:spPr>
        <p:txBody>
          <a:bodyPr wrap="square" lIns="0" tIns="0" rIns="0" bIns="0" rtlCol="0" anchor="ctr"/>
          <a:lstStyle/>
          <a:p>
            <a:pPr algn="ctr" defTabSz="1219170"/>
            <a:r>
              <a:rPr lang="en-US" sz="1467" b="1" dirty="0">
                <a:solidFill>
                  <a:srgbClr val="1B3A6B"/>
                </a:solidFill>
                <a:latin typeface="Calibri" pitchFamily="34" charset="0"/>
                <a:ea typeface="Calibri" pitchFamily="34" charset="-122"/>
                <a:cs typeface="Calibri" pitchFamily="34" charset="-120"/>
              </a:rPr>
              <a:t>Sprint 4</a:t>
            </a:r>
            <a:endParaRPr lang="en-US" sz="1467" dirty="0">
              <a:solidFill>
                <a:prstClr val="black"/>
              </a:solidFill>
              <a:latin typeface="Calibri" panose="020F0502020204030204"/>
            </a:endParaRPr>
          </a:p>
        </p:txBody>
      </p:sp>
      <p:sp>
        <p:nvSpPr>
          <p:cNvPr id="29" name="Text 27"/>
          <p:cNvSpPr/>
          <p:nvPr/>
        </p:nvSpPr>
        <p:spPr>
          <a:xfrm>
            <a:off x="9192768" y="4364736"/>
            <a:ext cx="2438400" cy="670560"/>
          </a:xfrm>
          <a:prstGeom prst="rect">
            <a:avLst/>
          </a:prstGeom>
          <a:noFill/>
          <a:ln/>
        </p:spPr>
        <p:txBody>
          <a:bodyPr wrap="square" rtlCol="0" anchor="ctr"/>
          <a:lstStyle/>
          <a:p>
            <a:pPr algn="ctr" defTabSz="1219170"/>
            <a:r>
              <a:rPr lang="en-US" sz="1400" dirty="0">
                <a:solidFill>
                  <a:srgbClr val="1A1A2E"/>
                </a:solidFill>
                <a:latin typeface="Calibri" pitchFamily="34" charset="0"/>
                <a:ea typeface="Calibri" pitchFamily="34" charset="-122"/>
                <a:cs typeface="Calibri" pitchFamily="34" charset="-120"/>
              </a:rPr>
              <a:t>Parent portal</a:t>
            </a:r>
            <a:endParaRPr lang="en-US" sz="1400" dirty="0">
              <a:solidFill>
                <a:prstClr val="black"/>
              </a:solidFill>
              <a:latin typeface="Calibri" panose="020F0502020204030204"/>
            </a:endParaRPr>
          </a:p>
          <a:p>
            <a:pPr algn="ctr" defTabSz="1219170"/>
            <a:r>
              <a:rPr lang="en-US" sz="1400" dirty="0">
                <a:solidFill>
                  <a:srgbClr val="1A1A2E"/>
                </a:solidFill>
                <a:latin typeface="Calibri" pitchFamily="34" charset="0"/>
                <a:ea typeface="Calibri" pitchFamily="34" charset="-122"/>
                <a:cs typeface="Calibri" pitchFamily="34" charset="-120"/>
              </a:rPr>
              <a:t>&amp; notifications</a:t>
            </a:r>
            <a:endParaRPr lang="en-US" sz="1400" dirty="0">
              <a:solidFill>
                <a:prstClr val="black"/>
              </a:solidFill>
              <a:latin typeface="Calibri" panose="020F0502020204030204"/>
            </a:endParaRPr>
          </a:p>
        </p:txBody>
      </p:sp>
      <p:sp>
        <p:nvSpPr>
          <p:cNvPr id="30" name="Shape 28"/>
          <p:cNvSpPr/>
          <p:nvPr/>
        </p:nvSpPr>
        <p:spPr>
          <a:xfrm>
            <a:off x="9436608" y="2353056"/>
            <a:ext cx="1950720" cy="292608"/>
          </a:xfrm>
          <a:prstGeom prst="rect">
            <a:avLst/>
          </a:prstGeom>
          <a:solidFill>
            <a:srgbClr val="FFFFFF"/>
          </a:solidFill>
          <a:ln w="12700">
            <a:solidFill>
              <a:srgbClr val="FFFFFF"/>
            </a:solidFill>
            <a:prstDash val="solid"/>
          </a:ln>
        </p:spPr>
        <p:txBody>
          <a:bodyPr/>
          <a:lstStyle/>
          <a:p>
            <a:endParaRPr lang="zh-CN" altLang="en-US"/>
          </a:p>
        </p:txBody>
      </p:sp>
      <p:sp>
        <p:nvSpPr>
          <p:cNvPr id="31" name="Text 29"/>
          <p:cNvSpPr/>
          <p:nvPr/>
        </p:nvSpPr>
        <p:spPr>
          <a:xfrm>
            <a:off x="9436608" y="2353056"/>
            <a:ext cx="1950720" cy="292608"/>
          </a:xfrm>
          <a:prstGeom prst="rect">
            <a:avLst/>
          </a:prstGeom>
          <a:noFill/>
          <a:ln/>
        </p:spPr>
        <p:txBody>
          <a:bodyPr wrap="square" lIns="0" tIns="0" rIns="0" bIns="0" rtlCol="0" anchor="ctr"/>
          <a:lstStyle/>
          <a:p>
            <a:pPr algn="ctr" defTabSz="1219170"/>
            <a:r>
              <a:rPr lang="en-US" sz="1133" b="1" dirty="0">
                <a:solidFill>
                  <a:srgbClr val="1B3A6B"/>
                </a:solidFill>
                <a:latin typeface="Calibri" pitchFamily="34" charset="0"/>
                <a:ea typeface="Calibri" pitchFamily="34" charset="-122"/>
                <a:cs typeface="Calibri" pitchFamily="34" charset="-120"/>
              </a:rPr>
              <a:t>Working software</a:t>
            </a:r>
            <a:endParaRPr lang="en-US" sz="1133" dirty="0">
              <a:solidFill>
                <a:prstClr val="black"/>
              </a:solidFill>
              <a:latin typeface="Calibri" panose="020F0502020204030204"/>
            </a:endParaRPr>
          </a:p>
        </p:txBody>
      </p:sp>
      <p:sp>
        <p:nvSpPr>
          <p:cNvPr id="32" name="Text 30"/>
          <p:cNvSpPr/>
          <p:nvPr/>
        </p:nvSpPr>
        <p:spPr>
          <a:xfrm>
            <a:off x="365760" y="5145024"/>
            <a:ext cx="11460480" cy="341376"/>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Product grows with each iteration  →</a:t>
            </a:r>
            <a:endParaRPr lang="en-US" sz="1467" dirty="0">
              <a:solidFill>
                <a:prstClr val="black"/>
              </a:solidFill>
              <a:latin typeface="Calibri" panose="020F0502020204030204"/>
            </a:endParaRPr>
          </a:p>
        </p:txBody>
      </p:sp>
      <p:sp>
        <p:nvSpPr>
          <p:cNvPr id="33" name="Text 31"/>
          <p:cNvSpPr/>
          <p:nvPr/>
        </p:nvSpPr>
        <p:spPr>
          <a:xfrm>
            <a:off x="365760" y="5547360"/>
            <a:ext cx="11460480" cy="487680"/>
          </a:xfrm>
          <a:prstGeom prst="rect">
            <a:avLst/>
          </a:prstGeom>
          <a:noFill/>
          <a:ln/>
        </p:spPr>
        <p:txBody>
          <a:bodyPr wrap="square" lIns="67733" tIns="67733" rIns="67733" bIns="67733" rtlCol="0" anchor="ctr"/>
          <a:lstStyle/>
          <a:p>
            <a:pPr defTabSz="1219170"/>
            <a:r>
              <a:rPr lang="en-US" sz="1600" dirty="0">
                <a:solidFill>
                  <a:srgbClr val="1A1A2E"/>
                </a:solidFill>
                <a:latin typeface="Calibri" pitchFamily="34" charset="0"/>
                <a:ea typeface="Calibri" pitchFamily="34" charset="-122"/>
                <a:cs typeface="Calibri" pitchFamily="34" charset="-120"/>
              </a:rPr>
              <a:t>Clients receive </a:t>
            </a:r>
            <a:r>
              <a:rPr lang="en-US" sz="1600" b="1" dirty="0">
                <a:solidFill>
                  <a:srgbClr val="1B3A6B"/>
                </a:solidFill>
                <a:latin typeface="Calibri" pitchFamily="34" charset="0"/>
                <a:ea typeface="Calibri" pitchFamily="34" charset="-122"/>
                <a:cs typeface="Calibri" pitchFamily="34" charset="-120"/>
              </a:rPr>
              <a:t>value early and continuously</a:t>
            </a:r>
            <a:r>
              <a:rPr lang="en-US" sz="1600" dirty="0">
                <a:solidFill>
                  <a:srgbClr val="1A1A2E"/>
                </a:solidFill>
                <a:latin typeface="Calibri" pitchFamily="34" charset="0"/>
                <a:ea typeface="Calibri" pitchFamily="34" charset="-122"/>
                <a:cs typeface="Calibri" pitchFamily="34" charset="-120"/>
              </a:rPr>
              <a:t> rather than waiting until all development is complete.  Defects are identified and resolved </a:t>
            </a:r>
            <a:r>
              <a:rPr lang="en-US" sz="1600" b="1" dirty="0">
                <a:solidFill>
                  <a:srgbClr val="1B3A6B"/>
                </a:solidFill>
                <a:latin typeface="Calibri" pitchFamily="34" charset="0"/>
                <a:ea typeface="Calibri" pitchFamily="34" charset="-122"/>
                <a:cs typeface="Calibri" pitchFamily="34" charset="-120"/>
              </a:rPr>
              <a:t>within each iteration</a:t>
            </a:r>
            <a:r>
              <a:rPr lang="en-US" sz="1600" dirty="0">
                <a:solidFill>
                  <a:srgbClr val="1A1A2E"/>
                </a:solidFill>
                <a:latin typeface="Calibri" pitchFamily="34" charset="0"/>
                <a:ea typeface="Calibri" pitchFamily="34" charset="-122"/>
                <a:cs typeface="Calibri" pitchFamily="34" charset="-120"/>
              </a:rPr>
              <a:t>, significantly reducing the cost of rework.</a:t>
            </a:r>
            <a:endParaRPr lang="en-US" sz="1600" dirty="0">
              <a:solidFill>
                <a:prstClr val="black"/>
              </a:solidFill>
              <a:latin typeface="Calibri" panose="020F0502020204030204"/>
            </a:endParaRPr>
          </a:p>
        </p:txBody>
      </p:sp>
      <p:sp>
        <p:nvSpPr>
          <p:cNvPr id="34" name="Shape 32"/>
          <p:cNvSpPr/>
          <p:nvPr/>
        </p:nvSpPr>
        <p:spPr>
          <a:xfrm>
            <a:off x="365760" y="6120384"/>
            <a:ext cx="11460480" cy="682752"/>
          </a:xfrm>
          <a:prstGeom prst="rect">
            <a:avLst/>
          </a:prstGeom>
          <a:solidFill>
            <a:srgbClr val="D6E4F0"/>
          </a:solidFill>
          <a:ln w="12700">
            <a:solidFill>
              <a:srgbClr val="2E75B6"/>
            </a:solidFill>
            <a:prstDash val="solid"/>
          </a:ln>
        </p:spPr>
        <p:txBody>
          <a:bodyPr/>
          <a:lstStyle/>
          <a:p>
            <a:endParaRPr lang="zh-CN" altLang="en-US"/>
          </a:p>
        </p:txBody>
      </p:sp>
      <p:sp>
        <p:nvSpPr>
          <p:cNvPr id="35" name="Text 33"/>
          <p:cNvSpPr/>
          <p:nvPr/>
        </p:nvSpPr>
        <p:spPr>
          <a:xfrm>
            <a:off x="609600" y="6120384"/>
            <a:ext cx="11094720" cy="682752"/>
          </a:xfrm>
          <a:prstGeom prst="rect">
            <a:avLst/>
          </a:prstGeom>
          <a:noFill/>
          <a:ln/>
        </p:spPr>
        <p:txBody>
          <a:bodyPr wrap="square" lIns="101600" tIns="101600" rIns="101600" bIns="101600" rtlCol="0" anchor="ctr"/>
          <a:lstStyle/>
          <a:p>
            <a:pPr defTabSz="1219170"/>
            <a:r>
              <a:rPr lang="en-US" sz="1533" b="1" dirty="0">
                <a:solidFill>
                  <a:srgbClr val="1B3A6B"/>
                </a:solidFill>
                <a:latin typeface="Calibri" pitchFamily="34" charset="0"/>
                <a:ea typeface="Calibri" pitchFamily="34" charset="-122"/>
                <a:cs typeface="Calibri" pitchFamily="34" charset="-120"/>
              </a:rPr>
              <a:t>Contrast with Waterfall:  </a:t>
            </a:r>
            <a:r>
              <a:rPr lang="en-US" sz="1533" dirty="0">
                <a:solidFill>
                  <a:srgbClr val="1A1A2E"/>
                </a:solidFill>
                <a:latin typeface="Calibri" pitchFamily="34" charset="0"/>
                <a:ea typeface="Calibri" pitchFamily="34" charset="-122"/>
                <a:cs typeface="Calibri" pitchFamily="34" charset="-120"/>
              </a:rPr>
              <a:t>In Waterfall, the final product is delivered only at the Installation stage. In Agile, a </a:t>
            </a:r>
            <a:r>
              <a:rPr lang="en-US" sz="1533" b="1" dirty="0">
                <a:solidFill>
                  <a:srgbClr val="1B3A6B"/>
                </a:solidFill>
                <a:latin typeface="Calibri" pitchFamily="34" charset="0"/>
                <a:ea typeface="Calibri" pitchFamily="34" charset="-122"/>
                <a:cs typeface="Calibri" pitchFamily="34" charset="-120"/>
              </a:rPr>
              <a:t>working product exists from the first iteration</a:t>
            </a:r>
            <a:r>
              <a:rPr lang="en-US" sz="1533" dirty="0">
                <a:solidFill>
                  <a:srgbClr val="1A1A2E"/>
                </a:solidFill>
                <a:latin typeface="Calibri" pitchFamily="34" charset="0"/>
                <a:ea typeface="Calibri" pitchFamily="34" charset="-122"/>
                <a:cs typeface="Calibri" pitchFamily="34" charset="-120"/>
              </a:rPr>
              <a:t>, improving with each cycle.</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5" grpId="0" animBg="1"/>
      <p:bldP spid="16" grpId="0" animBg="1"/>
      <p:bldP spid="17" grpId="0" animBg="1"/>
      <p:bldP spid="21" grpId="0" animBg="1"/>
      <p:bldP spid="22" grpId="0" animBg="1"/>
      <p:bldP spid="23" grpId="0" animBg="1"/>
      <p:bldP spid="27" grpId="0" animBg="1"/>
      <p:bldP spid="28" grpId="0" animBg="1"/>
      <p:bldP spid="29" grpId="0" animBg="1"/>
      <p:bldP spid="3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Iteration Workflow</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Each sprint follows a structured cycle — typically two to four weeks in length</a:t>
            </a:r>
            <a:endParaRPr lang="en-US" sz="1333" dirty="0">
              <a:solidFill>
                <a:prstClr val="black"/>
              </a:solidFill>
              <a:latin typeface="Calibri" panose="020F0502020204030204"/>
            </a:endParaRPr>
          </a:p>
        </p:txBody>
      </p:sp>
      <p:sp>
        <p:nvSpPr>
          <p:cNvPr id="6" name="Text 4"/>
          <p:cNvSpPr/>
          <p:nvPr/>
        </p:nvSpPr>
        <p:spPr>
          <a:xfrm>
            <a:off x="365760" y="1243584"/>
            <a:ext cx="11460480" cy="609600"/>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An </a:t>
            </a:r>
            <a:r>
              <a:rPr lang="en-US" sz="1667" b="1" dirty="0">
                <a:solidFill>
                  <a:srgbClr val="1B3A6B"/>
                </a:solidFill>
                <a:latin typeface="Calibri" pitchFamily="34" charset="0"/>
                <a:ea typeface="Calibri" pitchFamily="34" charset="-122"/>
                <a:cs typeface="Calibri" pitchFamily="34" charset="-120"/>
              </a:rPr>
              <a:t>iteration</a:t>
            </a:r>
            <a:r>
              <a:rPr lang="en-US" sz="1667" dirty="0">
                <a:solidFill>
                  <a:srgbClr val="1A1A2E"/>
                </a:solidFill>
                <a:latin typeface="Calibri" pitchFamily="34" charset="0"/>
                <a:ea typeface="Calibri" pitchFamily="34" charset="-122"/>
                <a:cs typeface="Calibri" pitchFamily="34" charset="-120"/>
              </a:rPr>
              <a:t> (also called a </a:t>
            </a:r>
            <a:r>
              <a:rPr lang="en-US" sz="1667" b="1" dirty="0">
                <a:solidFill>
                  <a:srgbClr val="1B3A6B"/>
                </a:solidFill>
                <a:latin typeface="Calibri" pitchFamily="34" charset="0"/>
                <a:ea typeface="Calibri" pitchFamily="34" charset="-122"/>
                <a:cs typeface="Calibri" pitchFamily="34" charset="-120"/>
              </a:rPr>
              <a:t>sprint</a:t>
            </a:r>
            <a:r>
              <a:rPr lang="en-US" sz="1667" dirty="0">
                <a:solidFill>
                  <a:srgbClr val="1A1A2E"/>
                </a:solidFill>
                <a:latin typeface="Calibri" pitchFamily="34" charset="0"/>
                <a:ea typeface="Calibri" pitchFamily="34" charset="-122"/>
                <a:cs typeface="Calibri" pitchFamily="34" charset="-120"/>
              </a:rPr>
              <a:t> in Scrum) is a fixed-length development cycle that produces a working software increment by the end of the cycle. The cycle then </a:t>
            </a:r>
            <a:r>
              <a:rPr lang="en-US" sz="1667" b="1" dirty="0">
                <a:solidFill>
                  <a:srgbClr val="1B3A6B"/>
                </a:solidFill>
                <a:latin typeface="Calibri" pitchFamily="34" charset="0"/>
                <a:ea typeface="Calibri" pitchFamily="34" charset="-122"/>
                <a:cs typeface="Calibri" pitchFamily="34" charset="-120"/>
              </a:rPr>
              <a:t>repeats</a:t>
            </a:r>
            <a:r>
              <a:rPr lang="en-US" sz="1667" dirty="0">
                <a:solidFill>
                  <a:srgbClr val="1A1A2E"/>
                </a:solidFill>
                <a:latin typeface="Calibri" pitchFamily="34" charset="0"/>
                <a:ea typeface="Calibri" pitchFamily="34" charset="-122"/>
                <a:cs typeface="Calibri" pitchFamily="34" charset="-120"/>
              </a:rPr>
              <a:t> until the product meets all agreed requirements.</a:t>
            </a:r>
            <a:endParaRPr lang="en-US" sz="1667" dirty="0">
              <a:solidFill>
                <a:prstClr val="black"/>
              </a:solidFill>
              <a:latin typeface="Calibri" panose="020F0502020204030204"/>
            </a:endParaRPr>
          </a:p>
        </p:txBody>
      </p:sp>
      <p:sp>
        <p:nvSpPr>
          <p:cNvPr id="7" name="Shape 5"/>
          <p:cNvSpPr/>
          <p:nvPr/>
        </p:nvSpPr>
        <p:spPr>
          <a:xfrm>
            <a:off x="365760" y="2011680"/>
            <a:ext cx="3633216" cy="2097024"/>
          </a:xfrm>
          <a:prstGeom prst="rect">
            <a:avLst/>
          </a:prstGeom>
          <a:solidFill>
            <a:srgbClr val="F4F6F9"/>
          </a:solidFill>
          <a:ln w="12700">
            <a:solidFill>
              <a:srgbClr val="1B3A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8" name="Shape 6"/>
          <p:cNvSpPr/>
          <p:nvPr/>
        </p:nvSpPr>
        <p:spPr>
          <a:xfrm>
            <a:off x="365760" y="2011680"/>
            <a:ext cx="3633216" cy="463296"/>
          </a:xfrm>
          <a:prstGeom prst="rect">
            <a:avLst/>
          </a:prstGeom>
          <a:solidFill>
            <a:srgbClr val="1B3A6B"/>
          </a:solidFill>
          <a:ln w="12700">
            <a:solidFill>
              <a:srgbClr val="1B3A6B"/>
            </a:solidFill>
            <a:prstDash val="solid"/>
          </a:ln>
        </p:spPr>
        <p:txBody>
          <a:bodyPr/>
          <a:lstStyle/>
          <a:p>
            <a:endParaRPr lang="zh-CN" altLang="en-US"/>
          </a:p>
        </p:txBody>
      </p:sp>
      <p:sp>
        <p:nvSpPr>
          <p:cNvPr id="9" name="Shape 7"/>
          <p:cNvSpPr/>
          <p:nvPr/>
        </p:nvSpPr>
        <p:spPr>
          <a:xfrm>
            <a:off x="365760" y="2011680"/>
            <a:ext cx="438912" cy="463296"/>
          </a:xfrm>
          <a:prstGeom prst="rect">
            <a:avLst/>
          </a:prstGeom>
          <a:solidFill>
            <a:srgbClr val="000000">
              <a:alpha val="40000"/>
            </a:srgbClr>
          </a:solidFill>
          <a:ln w="12700">
            <a:solidFill>
              <a:srgbClr val="1B3A6B"/>
            </a:solidFill>
            <a:prstDash val="solid"/>
          </a:ln>
        </p:spPr>
        <p:txBody>
          <a:bodyPr/>
          <a:lstStyle/>
          <a:p>
            <a:endParaRPr lang="zh-CN" altLang="en-US"/>
          </a:p>
        </p:txBody>
      </p:sp>
      <p:sp>
        <p:nvSpPr>
          <p:cNvPr id="10" name="Text 8"/>
          <p:cNvSpPr/>
          <p:nvPr/>
        </p:nvSpPr>
        <p:spPr>
          <a:xfrm>
            <a:off x="365760" y="201168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1</a:t>
            </a:r>
            <a:endParaRPr lang="en-US" sz="1867" dirty="0">
              <a:solidFill>
                <a:prstClr val="black"/>
              </a:solidFill>
              <a:latin typeface="Calibri" panose="020F0502020204030204"/>
            </a:endParaRPr>
          </a:p>
        </p:txBody>
      </p:sp>
      <p:sp>
        <p:nvSpPr>
          <p:cNvPr id="11" name="Text 9"/>
          <p:cNvSpPr/>
          <p:nvPr/>
        </p:nvSpPr>
        <p:spPr>
          <a:xfrm>
            <a:off x="829056" y="201168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Plan</a:t>
            </a:r>
            <a:endParaRPr lang="en-US" sz="1733" dirty="0">
              <a:solidFill>
                <a:prstClr val="black"/>
              </a:solidFill>
              <a:latin typeface="Calibri" panose="020F0502020204030204"/>
            </a:endParaRPr>
          </a:p>
        </p:txBody>
      </p:sp>
      <p:sp>
        <p:nvSpPr>
          <p:cNvPr id="12" name="Text 10"/>
          <p:cNvSpPr/>
          <p:nvPr/>
        </p:nvSpPr>
        <p:spPr>
          <a:xfrm>
            <a:off x="512064" y="252374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Select prioritised user stories from the product backlog. Estimate effort and complexity for this iteration.</a:t>
            </a:r>
            <a:endParaRPr lang="en-US" sz="1467" dirty="0">
              <a:solidFill>
                <a:prstClr val="black"/>
              </a:solidFill>
              <a:latin typeface="Calibri" panose="020F0502020204030204"/>
            </a:endParaRPr>
          </a:p>
        </p:txBody>
      </p:sp>
      <p:sp>
        <p:nvSpPr>
          <p:cNvPr id="13" name="Shape 11"/>
          <p:cNvSpPr/>
          <p:nvPr/>
        </p:nvSpPr>
        <p:spPr>
          <a:xfrm>
            <a:off x="4206240" y="2011680"/>
            <a:ext cx="3633216" cy="2097024"/>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4" name="Shape 12"/>
          <p:cNvSpPr/>
          <p:nvPr/>
        </p:nvSpPr>
        <p:spPr>
          <a:xfrm>
            <a:off x="4206240" y="2011680"/>
            <a:ext cx="3633216" cy="463296"/>
          </a:xfrm>
          <a:prstGeom prst="rect">
            <a:avLst/>
          </a:prstGeom>
          <a:solidFill>
            <a:srgbClr val="0D7C6B"/>
          </a:solidFill>
          <a:ln w="12700">
            <a:solidFill>
              <a:srgbClr val="0D7C6B"/>
            </a:solidFill>
            <a:prstDash val="solid"/>
          </a:ln>
        </p:spPr>
        <p:txBody>
          <a:bodyPr/>
          <a:lstStyle/>
          <a:p>
            <a:endParaRPr lang="zh-CN" altLang="en-US"/>
          </a:p>
        </p:txBody>
      </p:sp>
      <p:sp>
        <p:nvSpPr>
          <p:cNvPr id="15" name="Shape 13"/>
          <p:cNvSpPr/>
          <p:nvPr/>
        </p:nvSpPr>
        <p:spPr>
          <a:xfrm>
            <a:off x="4206240" y="2011680"/>
            <a:ext cx="438912" cy="463296"/>
          </a:xfrm>
          <a:prstGeom prst="rect">
            <a:avLst/>
          </a:prstGeom>
          <a:solidFill>
            <a:srgbClr val="000000">
              <a:alpha val="40000"/>
            </a:srgbClr>
          </a:solidFill>
          <a:ln w="12700">
            <a:solidFill>
              <a:srgbClr val="0D7C6B"/>
            </a:solidFill>
            <a:prstDash val="solid"/>
          </a:ln>
        </p:spPr>
        <p:txBody>
          <a:bodyPr/>
          <a:lstStyle/>
          <a:p>
            <a:endParaRPr lang="zh-CN" altLang="en-US"/>
          </a:p>
        </p:txBody>
      </p:sp>
      <p:sp>
        <p:nvSpPr>
          <p:cNvPr id="16" name="Text 14"/>
          <p:cNvSpPr/>
          <p:nvPr/>
        </p:nvSpPr>
        <p:spPr>
          <a:xfrm>
            <a:off x="4206240" y="201168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2</a:t>
            </a:r>
            <a:endParaRPr lang="en-US" sz="1867" dirty="0">
              <a:solidFill>
                <a:prstClr val="black"/>
              </a:solidFill>
              <a:latin typeface="Calibri" panose="020F0502020204030204"/>
            </a:endParaRPr>
          </a:p>
        </p:txBody>
      </p:sp>
      <p:sp>
        <p:nvSpPr>
          <p:cNvPr id="17" name="Text 15"/>
          <p:cNvSpPr/>
          <p:nvPr/>
        </p:nvSpPr>
        <p:spPr>
          <a:xfrm>
            <a:off x="4669536" y="201168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Design</a:t>
            </a:r>
            <a:endParaRPr lang="en-US" sz="1733" dirty="0">
              <a:solidFill>
                <a:prstClr val="black"/>
              </a:solidFill>
              <a:latin typeface="Calibri" panose="020F0502020204030204"/>
            </a:endParaRPr>
          </a:p>
        </p:txBody>
      </p:sp>
      <p:sp>
        <p:nvSpPr>
          <p:cNvPr id="18" name="Text 16"/>
          <p:cNvSpPr/>
          <p:nvPr/>
        </p:nvSpPr>
        <p:spPr>
          <a:xfrm>
            <a:off x="4352544" y="252374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Produce high-level design for the features selected. Only design needed for this iteration is created.</a:t>
            </a:r>
            <a:endParaRPr lang="en-US" sz="1467" dirty="0">
              <a:solidFill>
                <a:prstClr val="black"/>
              </a:solidFill>
              <a:latin typeface="Calibri" panose="020F0502020204030204"/>
            </a:endParaRPr>
          </a:p>
        </p:txBody>
      </p:sp>
      <p:sp>
        <p:nvSpPr>
          <p:cNvPr id="19" name="Shape 17"/>
          <p:cNvSpPr/>
          <p:nvPr/>
        </p:nvSpPr>
        <p:spPr>
          <a:xfrm>
            <a:off x="8046720" y="2011680"/>
            <a:ext cx="3633216" cy="2097024"/>
          </a:xfrm>
          <a:prstGeom prst="rect">
            <a:avLst/>
          </a:prstGeom>
          <a:solidFill>
            <a:srgbClr val="F4F6F9"/>
          </a:solidFill>
          <a:ln w="12700">
            <a:solidFill>
              <a:srgbClr val="0F9680"/>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0" name="Shape 18"/>
          <p:cNvSpPr/>
          <p:nvPr/>
        </p:nvSpPr>
        <p:spPr>
          <a:xfrm>
            <a:off x="8046720" y="2011680"/>
            <a:ext cx="3633216" cy="463296"/>
          </a:xfrm>
          <a:prstGeom prst="rect">
            <a:avLst/>
          </a:prstGeom>
          <a:solidFill>
            <a:srgbClr val="0F9680"/>
          </a:solidFill>
          <a:ln w="12700">
            <a:solidFill>
              <a:srgbClr val="0F9680"/>
            </a:solidFill>
            <a:prstDash val="solid"/>
          </a:ln>
        </p:spPr>
        <p:txBody>
          <a:bodyPr/>
          <a:lstStyle/>
          <a:p>
            <a:endParaRPr lang="zh-CN" altLang="en-US"/>
          </a:p>
        </p:txBody>
      </p:sp>
      <p:sp>
        <p:nvSpPr>
          <p:cNvPr id="21" name="Shape 19"/>
          <p:cNvSpPr/>
          <p:nvPr/>
        </p:nvSpPr>
        <p:spPr>
          <a:xfrm>
            <a:off x="8046720" y="2011680"/>
            <a:ext cx="438912" cy="463296"/>
          </a:xfrm>
          <a:prstGeom prst="rect">
            <a:avLst/>
          </a:prstGeom>
          <a:solidFill>
            <a:srgbClr val="000000">
              <a:alpha val="40000"/>
            </a:srgbClr>
          </a:solidFill>
          <a:ln w="12700">
            <a:solidFill>
              <a:srgbClr val="0F9680"/>
            </a:solidFill>
            <a:prstDash val="solid"/>
          </a:ln>
        </p:spPr>
        <p:txBody>
          <a:bodyPr/>
          <a:lstStyle/>
          <a:p>
            <a:endParaRPr lang="zh-CN" altLang="en-US"/>
          </a:p>
        </p:txBody>
      </p:sp>
      <p:sp>
        <p:nvSpPr>
          <p:cNvPr id="22" name="Text 20"/>
          <p:cNvSpPr/>
          <p:nvPr/>
        </p:nvSpPr>
        <p:spPr>
          <a:xfrm>
            <a:off x="8046720" y="201168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3</a:t>
            </a:r>
            <a:endParaRPr lang="en-US" sz="1867" dirty="0">
              <a:solidFill>
                <a:prstClr val="black"/>
              </a:solidFill>
              <a:latin typeface="Calibri" panose="020F0502020204030204"/>
            </a:endParaRPr>
          </a:p>
        </p:txBody>
      </p:sp>
      <p:sp>
        <p:nvSpPr>
          <p:cNvPr id="23" name="Text 21"/>
          <p:cNvSpPr/>
          <p:nvPr/>
        </p:nvSpPr>
        <p:spPr>
          <a:xfrm>
            <a:off x="8510016" y="201168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Develop</a:t>
            </a:r>
            <a:endParaRPr lang="en-US" sz="1733" dirty="0">
              <a:solidFill>
                <a:prstClr val="black"/>
              </a:solidFill>
              <a:latin typeface="Calibri" panose="020F0502020204030204"/>
            </a:endParaRPr>
          </a:p>
        </p:txBody>
      </p:sp>
      <p:sp>
        <p:nvSpPr>
          <p:cNvPr id="24" name="Text 22"/>
          <p:cNvSpPr/>
          <p:nvPr/>
        </p:nvSpPr>
        <p:spPr>
          <a:xfrm>
            <a:off x="8193024" y="252374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Write source code to implement selected features. Pair programming and collaborative techniques may be used.</a:t>
            </a:r>
            <a:endParaRPr lang="en-US" sz="1467" dirty="0">
              <a:solidFill>
                <a:prstClr val="black"/>
              </a:solidFill>
              <a:latin typeface="Calibri" panose="020F0502020204030204"/>
            </a:endParaRPr>
          </a:p>
        </p:txBody>
      </p:sp>
      <p:sp>
        <p:nvSpPr>
          <p:cNvPr id="25" name="Shape 23"/>
          <p:cNvSpPr/>
          <p:nvPr/>
        </p:nvSpPr>
        <p:spPr>
          <a:xfrm>
            <a:off x="365760" y="4267200"/>
            <a:ext cx="3633216" cy="2097024"/>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6" name="Shape 24"/>
          <p:cNvSpPr/>
          <p:nvPr/>
        </p:nvSpPr>
        <p:spPr>
          <a:xfrm>
            <a:off x="365760" y="4267200"/>
            <a:ext cx="3633216" cy="463296"/>
          </a:xfrm>
          <a:prstGeom prst="rect">
            <a:avLst/>
          </a:prstGeom>
          <a:solidFill>
            <a:srgbClr val="0D7C6B"/>
          </a:solidFill>
          <a:ln w="12700">
            <a:solidFill>
              <a:srgbClr val="0D7C6B"/>
            </a:solidFill>
            <a:prstDash val="solid"/>
          </a:ln>
        </p:spPr>
        <p:txBody>
          <a:bodyPr/>
          <a:lstStyle/>
          <a:p>
            <a:endParaRPr lang="zh-CN" altLang="en-US"/>
          </a:p>
        </p:txBody>
      </p:sp>
      <p:sp>
        <p:nvSpPr>
          <p:cNvPr id="27" name="Shape 25"/>
          <p:cNvSpPr/>
          <p:nvPr/>
        </p:nvSpPr>
        <p:spPr>
          <a:xfrm>
            <a:off x="365760" y="4267200"/>
            <a:ext cx="438912" cy="463296"/>
          </a:xfrm>
          <a:prstGeom prst="rect">
            <a:avLst/>
          </a:prstGeom>
          <a:solidFill>
            <a:srgbClr val="000000">
              <a:alpha val="40000"/>
            </a:srgbClr>
          </a:solidFill>
          <a:ln w="12700">
            <a:solidFill>
              <a:srgbClr val="0D7C6B"/>
            </a:solidFill>
            <a:prstDash val="solid"/>
          </a:ln>
        </p:spPr>
        <p:txBody>
          <a:bodyPr/>
          <a:lstStyle/>
          <a:p>
            <a:endParaRPr lang="zh-CN" altLang="en-US"/>
          </a:p>
        </p:txBody>
      </p:sp>
      <p:sp>
        <p:nvSpPr>
          <p:cNvPr id="28" name="Text 26"/>
          <p:cNvSpPr/>
          <p:nvPr/>
        </p:nvSpPr>
        <p:spPr>
          <a:xfrm>
            <a:off x="365760" y="426720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4</a:t>
            </a:r>
            <a:endParaRPr lang="en-US" sz="1867" dirty="0">
              <a:solidFill>
                <a:prstClr val="black"/>
              </a:solidFill>
              <a:latin typeface="Calibri" panose="020F0502020204030204"/>
            </a:endParaRPr>
          </a:p>
        </p:txBody>
      </p:sp>
      <p:sp>
        <p:nvSpPr>
          <p:cNvPr id="29" name="Text 27"/>
          <p:cNvSpPr/>
          <p:nvPr/>
        </p:nvSpPr>
        <p:spPr>
          <a:xfrm>
            <a:off x="829056" y="426720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Test</a:t>
            </a:r>
            <a:endParaRPr lang="en-US" sz="1733" dirty="0">
              <a:solidFill>
                <a:prstClr val="black"/>
              </a:solidFill>
              <a:latin typeface="Calibri" panose="020F0502020204030204"/>
            </a:endParaRPr>
          </a:p>
        </p:txBody>
      </p:sp>
      <p:sp>
        <p:nvSpPr>
          <p:cNvPr id="30" name="Text 28"/>
          <p:cNvSpPr/>
          <p:nvPr/>
        </p:nvSpPr>
        <p:spPr>
          <a:xfrm>
            <a:off x="512064" y="477926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Unit testing, integration testing, and regression testing are performed to ensure existing functionality is not broken.</a:t>
            </a:r>
            <a:endParaRPr lang="en-US" sz="1467" dirty="0">
              <a:solidFill>
                <a:prstClr val="black"/>
              </a:solidFill>
              <a:latin typeface="Calibri" panose="020F0502020204030204"/>
            </a:endParaRPr>
          </a:p>
        </p:txBody>
      </p:sp>
      <p:sp>
        <p:nvSpPr>
          <p:cNvPr id="31" name="Shape 29"/>
          <p:cNvSpPr/>
          <p:nvPr/>
        </p:nvSpPr>
        <p:spPr>
          <a:xfrm>
            <a:off x="4206240" y="4267200"/>
            <a:ext cx="3633216" cy="2097024"/>
          </a:xfrm>
          <a:prstGeom prst="rect">
            <a:avLst/>
          </a:prstGeom>
          <a:solidFill>
            <a:srgbClr val="F4F6F9"/>
          </a:solidFill>
          <a:ln w="12700">
            <a:solidFill>
              <a:srgbClr val="1B3A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32" name="Shape 30"/>
          <p:cNvSpPr/>
          <p:nvPr/>
        </p:nvSpPr>
        <p:spPr>
          <a:xfrm>
            <a:off x="4206240" y="4267200"/>
            <a:ext cx="3633216" cy="463296"/>
          </a:xfrm>
          <a:prstGeom prst="rect">
            <a:avLst/>
          </a:prstGeom>
          <a:solidFill>
            <a:srgbClr val="1B3A6B"/>
          </a:solidFill>
          <a:ln w="12700">
            <a:solidFill>
              <a:srgbClr val="1B3A6B"/>
            </a:solidFill>
            <a:prstDash val="solid"/>
          </a:ln>
        </p:spPr>
        <p:txBody>
          <a:bodyPr/>
          <a:lstStyle/>
          <a:p>
            <a:endParaRPr lang="zh-CN" altLang="en-US"/>
          </a:p>
        </p:txBody>
      </p:sp>
      <p:sp>
        <p:nvSpPr>
          <p:cNvPr id="33" name="Shape 31"/>
          <p:cNvSpPr/>
          <p:nvPr/>
        </p:nvSpPr>
        <p:spPr>
          <a:xfrm>
            <a:off x="4206240" y="4267200"/>
            <a:ext cx="438912" cy="463296"/>
          </a:xfrm>
          <a:prstGeom prst="rect">
            <a:avLst/>
          </a:prstGeom>
          <a:solidFill>
            <a:srgbClr val="000000">
              <a:alpha val="40000"/>
            </a:srgbClr>
          </a:solidFill>
          <a:ln w="12700">
            <a:solidFill>
              <a:srgbClr val="1B3A6B"/>
            </a:solidFill>
            <a:prstDash val="solid"/>
          </a:ln>
        </p:spPr>
        <p:txBody>
          <a:bodyPr/>
          <a:lstStyle/>
          <a:p>
            <a:endParaRPr lang="zh-CN" altLang="en-US"/>
          </a:p>
        </p:txBody>
      </p:sp>
      <p:sp>
        <p:nvSpPr>
          <p:cNvPr id="34" name="Text 32"/>
          <p:cNvSpPr/>
          <p:nvPr/>
        </p:nvSpPr>
        <p:spPr>
          <a:xfrm>
            <a:off x="4206240" y="426720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5</a:t>
            </a:r>
            <a:endParaRPr lang="en-US" sz="1867" dirty="0">
              <a:solidFill>
                <a:prstClr val="black"/>
              </a:solidFill>
              <a:latin typeface="Calibri" panose="020F0502020204030204"/>
            </a:endParaRPr>
          </a:p>
        </p:txBody>
      </p:sp>
      <p:sp>
        <p:nvSpPr>
          <p:cNvPr id="35" name="Text 33"/>
          <p:cNvSpPr/>
          <p:nvPr/>
        </p:nvSpPr>
        <p:spPr>
          <a:xfrm>
            <a:off x="4669536" y="426720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Review</a:t>
            </a:r>
            <a:endParaRPr lang="en-US" sz="1733" dirty="0">
              <a:solidFill>
                <a:prstClr val="black"/>
              </a:solidFill>
              <a:latin typeface="Calibri" panose="020F0502020204030204"/>
            </a:endParaRPr>
          </a:p>
        </p:txBody>
      </p:sp>
      <p:sp>
        <p:nvSpPr>
          <p:cNvPr id="36" name="Text 34"/>
          <p:cNvSpPr/>
          <p:nvPr/>
        </p:nvSpPr>
        <p:spPr>
          <a:xfrm>
            <a:off x="4352544" y="477926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Completed increment is demonstrated to stakeholders. Feedback is collected and used to update the product backlog.</a:t>
            </a:r>
            <a:endParaRPr lang="en-US" sz="1467" dirty="0">
              <a:solidFill>
                <a:prstClr val="black"/>
              </a:solidFill>
              <a:latin typeface="Calibri" panose="020F0502020204030204"/>
            </a:endParaRPr>
          </a:p>
        </p:txBody>
      </p:sp>
      <p:sp>
        <p:nvSpPr>
          <p:cNvPr id="37" name="Shape 35"/>
          <p:cNvSpPr/>
          <p:nvPr/>
        </p:nvSpPr>
        <p:spPr>
          <a:xfrm>
            <a:off x="8046720" y="4267200"/>
            <a:ext cx="3633216" cy="2097024"/>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38" name="Shape 36"/>
          <p:cNvSpPr/>
          <p:nvPr/>
        </p:nvSpPr>
        <p:spPr>
          <a:xfrm>
            <a:off x="8046720" y="4267200"/>
            <a:ext cx="3633216" cy="463296"/>
          </a:xfrm>
          <a:prstGeom prst="rect">
            <a:avLst/>
          </a:prstGeom>
          <a:solidFill>
            <a:srgbClr val="0D7C6B"/>
          </a:solidFill>
          <a:ln w="12700">
            <a:solidFill>
              <a:srgbClr val="0D7C6B"/>
            </a:solidFill>
            <a:prstDash val="solid"/>
          </a:ln>
        </p:spPr>
        <p:txBody>
          <a:bodyPr/>
          <a:lstStyle/>
          <a:p>
            <a:endParaRPr lang="zh-CN" altLang="en-US"/>
          </a:p>
        </p:txBody>
      </p:sp>
      <p:sp>
        <p:nvSpPr>
          <p:cNvPr id="39" name="Shape 37"/>
          <p:cNvSpPr/>
          <p:nvPr/>
        </p:nvSpPr>
        <p:spPr>
          <a:xfrm>
            <a:off x="8046720" y="4267200"/>
            <a:ext cx="438912" cy="463296"/>
          </a:xfrm>
          <a:prstGeom prst="rect">
            <a:avLst/>
          </a:prstGeom>
          <a:solidFill>
            <a:srgbClr val="000000">
              <a:alpha val="40000"/>
            </a:srgbClr>
          </a:solidFill>
          <a:ln w="12700">
            <a:solidFill>
              <a:srgbClr val="0D7C6B"/>
            </a:solidFill>
            <a:prstDash val="solid"/>
          </a:ln>
        </p:spPr>
        <p:txBody>
          <a:bodyPr/>
          <a:lstStyle/>
          <a:p>
            <a:endParaRPr lang="zh-CN" altLang="en-US"/>
          </a:p>
        </p:txBody>
      </p:sp>
      <p:sp>
        <p:nvSpPr>
          <p:cNvPr id="40" name="Text 38"/>
          <p:cNvSpPr/>
          <p:nvPr/>
        </p:nvSpPr>
        <p:spPr>
          <a:xfrm>
            <a:off x="8046720" y="4267200"/>
            <a:ext cx="438912"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6</a:t>
            </a:r>
            <a:endParaRPr lang="en-US" sz="1867" dirty="0">
              <a:solidFill>
                <a:prstClr val="black"/>
              </a:solidFill>
              <a:latin typeface="Calibri" panose="020F0502020204030204"/>
            </a:endParaRPr>
          </a:p>
        </p:txBody>
      </p:sp>
      <p:sp>
        <p:nvSpPr>
          <p:cNvPr id="41" name="Text 39"/>
          <p:cNvSpPr/>
          <p:nvPr/>
        </p:nvSpPr>
        <p:spPr>
          <a:xfrm>
            <a:off x="8510016" y="4267200"/>
            <a:ext cx="3048000" cy="463296"/>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Retrospect</a:t>
            </a:r>
            <a:endParaRPr lang="en-US" sz="1733" dirty="0">
              <a:solidFill>
                <a:prstClr val="black"/>
              </a:solidFill>
              <a:latin typeface="Calibri" panose="020F0502020204030204"/>
            </a:endParaRPr>
          </a:p>
        </p:txBody>
      </p:sp>
      <p:sp>
        <p:nvSpPr>
          <p:cNvPr id="42" name="Text 40"/>
          <p:cNvSpPr/>
          <p:nvPr/>
        </p:nvSpPr>
        <p:spPr>
          <a:xfrm>
            <a:off x="8193024" y="4779264"/>
            <a:ext cx="3340608" cy="152400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The team reflects on the iteration process — identifying what worked well and what should improve in the next cycle.</a:t>
            </a:r>
            <a:endParaRPr lang="en-US" sz="1467" dirty="0">
              <a:solidFill>
                <a:prstClr val="black"/>
              </a:solidFill>
              <a:latin typeface="Calibri" panose="020F0502020204030204"/>
            </a:endParaRPr>
          </a:p>
        </p:txBody>
      </p:sp>
      <p:sp>
        <p:nvSpPr>
          <p:cNvPr id="43" name="Shape 41"/>
          <p:cNvSpPr/>
          <p:nvPr/>
        </p:nvSpPr>
        <p:spPr>
          <a:xfrm>
            <a:off x="365760" y="6437376"/>
            <a:ext cx="11460480" cy="365760"/>
          </a:xfrm>
          <a:prstGeom prst="rect">
            <a:avLst/>
          </a:prstGeom>
          <a:solidFill>
            <a:srgbClr val="D4EDE9"/>
          </a:solidFill>
          <a:ln w="12700">
            <a:solidFill>
              <a:srgbClr val="0D7C6B"/>
            </a:solidFill>
            <a:prstDash val="solid"/>
          </a:ln>
        </p:spPr>
        <p:txBody>
          <a:bodyPr/>
          <a:lstStyle/>
          <a:p>
            <a:endParaRPr lang="zh-CN" altLang="en-US"/>
          </a:p>
        </p:txBody>
      </p:sp>
      <p:sp>
        <p:nvSpPr>
          <p:cNvPr id="44" name="Text 42"/>
          <p:cNvSpPr/>
          <p:nvPr/>
        </p:nvSpPr>
        <p:spPr>
          <a:xfrm>
            <a:off x="585216" y="6437376"/>
            <a:ext cx="11094720" cy="365760"/>
          </a:xfrm>
          <a:prstGeom prst="rect">
            <a:avLst/>
          </a:prstGeom>
          <a:noFill/>
          <a:ln/>
        </p:spPr>
        <p:txBody>
          <a:bodyPr wrap="square" lIns="67733" tIns="67733" rIns="67733" bIns="67733" rtlCol="0" anchor="ctr"/>
          <a:lstStyle/>
          <a:p>
            <a:pPr defTabSz="1219170"/>
            <a:r>
              <a:rPr lang="en-US" sz="1467" b="1" dirty="0">
                <a:solidFill>
                  <a:srgbClr val="0D7C6B"/>
                </a:solidFill>
                <a:latin typeface="Calibri" pitchFamily="34" charset="0"/>
                <a:ea typeface="Calibri" pitchFamily="34" charset="-122"/>
                <a:cs typeface="Calibri" pitchFamily="34" charset="-120"/>
              </a:rPr>
              <a:t>After Retrospect, the cycle repeats — </a:t>
            </a:r>
            <a:r>
              <a:rPr lang="en-US" sz="1467" dirty="0">
                <a:solidFill>
                  <a:srgbClr val="1A1A2E"/>
                </a:solidFill>
                <a:latin typeface="Calibri" pitchFamily="34" charset="0"/>
                <a:ea typeface="Calibri" pitchFamily="34" charset="-122"/>
                <a:cs typeface="Calibri" pitchFamily="34" charset="-120"/>
              </a:rPr>
              <a:t>each iteration builds on the previous, incrementally growing the product toward completion.</a:t>
            </a:r>
            <a:endParaRPr lang="en-US" sz="1467" dirty="0">
              <a:solidFill>
                <a:prstClr val="black"/>
              </a:solidFill>
              <a:latin typeface="Calibri" panose="020F050202020403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Product Backlog and User Stories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243840"/>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Managing and expressing requirements in the Agile model</a:t>
            </a:r>
            <a:endParaRPr lang="en-US" sz="1333" dirty="0">
              <a:solidFill>
                <a:prstClr val="black"/>
              </a:solidFill>
              <a:latin typeface="Calibri" panose="020F0502020204030204"/>
            </a:endParaRPr>
          </a:p>
        </p:txBody>
      </p:sp>
      <p:sp>
        <p:nvSpPr>
          <p:cNvPr id="6" name="Shape 4"/>
          <p:cNvSpPr/>
          <p:nvPr/>
        </p:nvSpPr>
        <p:spPr>
          <a:xfrm>
            <a:off x="365760" y="1280160"/>
            <a:ext cx="5486400" cy="438912"/>
          </a:xfrm>
          <a:prstGeom prst="rect">
            <a:avLst/>
          </a:prstGeom>
          <a:solidFill>
            <a:srgbClr val="1B3A6B"/>
          </a:solidFill>
          <a:ln w="12700">
            <a:solidFill>
              <a:srgbClr val="1B3A6B"/>
            </a:solidFill>
            <a:prstDash val="solid"/>
          </a:ln>
        </p:spPr>
        <p:txBody>
          <a:bodyPr/>
          <a:lstStyle/>
          <a:p>
            <a:endParaRPr lang="zh-CN" altLang="en-US"/>
          </a:p>
        </p:txBody>
      </p:sp>
      <p:sp>
        <p:nvSpPr>
          <p:cNvPr id="7" name="Text 5"/>
          <p:cNvSpPr/>
          <p:nvPr/>
        </p:nvSpPr>
        <p:spPr>
          <a:xfrm>
            <a:off x="365760" y="1280160"/>
            <a:ext cx="5486400" cy="438912"/>
          </a:xfrm>
          <a:prstGeom prst="rect">
            <a:avLst/>
          </a:prstGeom>
          <a:noFill/>
          <a:ln/>
        </p:spPr>
        <p:txBody>
          <a:bodyPr wrap="square" lIns="0" tIns="0" rIns="0" bIns="0" rtlCol="0" anchor="ctr"/>
          <a:lstStyle/>
          <a:p>
            <a:pPr algn="ctr" defTabSz="1219170"/>
            <a:r>
              <a:rPr lang="en-US" sz="1467" b="1" kern="0" spc="267" dirty="0">
                <a:solidFill>
                  <a:srgbClr val="FFFFFF"/>
                </a:solidFill>
                <a:latin typeface="Calibri" pitchFamily="34" charset="0"/>
                <a:ea typeface="Calibri" pitchFamily="34" charset="-122"/>
                <a:cs typeface="Calibri" pitchFamily="34" charset="-120"/>
              </a:rPr>
              <a:t>PRODUCT BACKLOG</a:t>
            </a:r>
            <a:endParaRPr lang="en-US" sz="1467" dirty="0">
              <a:solidFill>
                <a:prstClr val="black"/>
              </a:solidFill>
              <a:latin typeface="Calibri" panose="020F0502020204030204"/>
            </a:endParaRPr>
          </a:p>
        </p:txBody>
      </p:sp>
      <p:sp>
        <p:nvSpPr>
          <p:cNvPr id="8" name="Shape 6"/>
          <p:cNvSpPr/>
          <p:nvPr/>
        </p:nvSpPr>
        <p:spPr>
          <a:xfrm>
            <a:off x="365760" y="1719072"/>
            <a:ext cx="5486400" cy="3048000"/>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9" name="Text 7"/>
          <p:cNvSpPr/>
          <p:nvPr/>
        </p:nvSpPr>
        <p:spPr>
          <a:xfrm>
            <a:off x="585216" y="1804416"/>
            <a:ext cx="5059680" cy="2901696"/>
          </a:xfrm>
          <a:prstGeom prst="rect">
            <a:avLst/>
          </a:prstGeom>
          <a:noFill/>
          <a:ln/>
        </p:spPr>
        <p:txBody>
          <a:bodyPr wrap="square" lIns="84667" tIns="84667" rIns="84667" bIns="84667" rtlCol="0" anchor="t"/>
          <a:lstStyle/>
          <a:p>
            <a:pPr defTabSz="1219170"/>
            <a:r>
              <a:rPr lang="en-US" sz="1600" dirty="0">
                <a:solidFill>
                  <a:srgbClr val="1A1A2E"/>
                </a:solidFill>
                <a:latin typeface="Calibri" pitchFamily="34" charset="0"/>
                <a:ea typeface="Calibri" pitchFamily="34" charset="-122"/>
                <a:cs typeface="Calibri" pitchFamily="34" charset="-120"/>
              </a:rPr>
              <a:t>A </a:t>
            </a:r>
            <a:r>
              <a:rPr lang="en-US" sz="1600" b="1" dirty="0">
                <a:solidFill>
                  <a:srgbClr val="1B3A6B"/>
                </a:solidFill>
                <a:latin typeface="Calibri" pitchFamily="34" charset="0"/>
                <a:ea typeface="Calibri" pitchFamily="34" charset="-122"/>
                <a:cs typeface="Calibri" pitchFamily="34" charset="-120"/>
              </a:rPr>
              <a:t>product backlog</a:t>
            </a:r>
            <a:r>
              <a:rPr lang="en-US" sz="1600" dirty="0">
                <a:solidFill>
                  <a:srgbClr val="1A1A2E"/>
                </a:solidFill>
                <a:latin typeface="Calibri" pitchFamily="34" charset="0"/>
                <a:ea typeface="Calibri" pitchFamily="34" charset="-122"/>
                <a:cs typeface="Calibri" pitchFamily="34" charset="-120"/>
              </a:rPr>
              <a:t> is a prioritised list of all </a:t>
            </a:r>
            <a:r>
              <a:rPr lang="en-US" sz="1600" b="1" dirty="0">
                <a:solidFill>
                  <a:srgbClr val="1B3A6B"/>
                </a:solidFill>
                <a:latin typeface="Calibri" pitchFamily="34" charset="0"/>
                <a:ea typeface="Calibri" pitchFamily="34" charset="-122"/>
                <a:cs typeface="Calibri" pitchFamily="34" charset="-120"/>
              </a:rPr>
              <a:t>features, requirements, enhancements,</a:t>
            </a:r>
            <a:r>
              <a:rPr lang="en-US" sz="1600" dirty="0">
                <a:solidFill>
                  <a:srgbClr val="1A1A2E"/>
                </a:solidFill>
                <a:latin typeface="Calibri" pitchFamily="34" charset="0"/>
                <a:ea typeface="Calibri" pitchFamily="34" charset="-122"/>
                <a:cs typeface="Calibri" pitchFamily="34" charset="-120"/>
              </a:rPr>
              <a:t> and </a:t>
            </a:r>
            <a:r>
              <a:rPr lang="en-US" sz="1600" b="1" dirty="0">
                <a:solidFill>
                  <a:srgbClr val="1B3A6B"/>
                </a:solidFill>
                <a:latin typeface="Calibri" pitchFamily="34" charset="0"/>
                <a:ea typeface="Calibri" pitchFamily="34" charset="-122"/>
                <a:cs typeface="Calibri" pitchFamily="34" charset="-120"/>
              </a:rPr>
              <a:t>fixes</a:t>
            </a:r>
            <a:r>
              <a:rPr lang="en-US" sz="1600" dirty="0">
                <a:solidFill>
                  <a:srgbClr val="1A1A2E"/>
                </a:solidFill>
                <a:latin typeface="Calibri" pitchFamily="34" charset="0"/>
                <a:ea typeface="Calibri" pitchFamily="34" charset="-122"/>
                <a:cs typeface="Calibri" pitchFamily="34" charset="-120"/>
              </a:rPr>
              <a:t> to be incorporated into the software.</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It is owned by the </a:t>
            </a:r>
            <a:endParaRPr lang="en-US" sz="1600" dirty="0">
              <a:solidFill>
                <a:prstClr val="black"/>
              </a:solidFill>
              <a:latin typeface="Calibri" panose="020F0502020204030204"/>
            </a:endParaRPr>
          </a:p>
          <a:p>
            <a:pPr defTabSz="1219170"/>
            <a:r>
              <a:rPr lang="en-US" sz="1600" b="1" dirty="0">
                <a:solidFill>
                  <a:srgbClr val="1B3A6B"/>
                </a:solidFill>
                <a:latin typeface="Calibri" pitchFamily="34" charset="0"/>
                <a:ea typeface="Calibri" pitchFamily="34" charset="-122"/>
                <a:cs typeface="Calibri" pitchFamily="34" charset="-120"/>
              </a:rPr>
              <a:t>product owner</a:t>
            </a:r>
            <a:r>
              <a:rPr lang="en-US" sz="1600" dirty="0">
                <a:solidFill>
                  <a:srgbClr val="1A1A2E"/>
                </a:solidFill>
                <a:latin typeface="Calibri" pitchFamily="34" charset="0"/>
                <a:ea typeface="Calibri" pitchFamily="34" charset="-122"/>
                <a:cs typeface="Calibri" pitchFamily="34" charset="-120"/>
              </a:rPr>
              <a:t> and is continuously updated as requirements evolve.</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Highest-priority stories are selected for each iteration. Lower-priority items remain in the backlog for future sprints.</a:t>
            </a:r>
            <a:endParaRPr lang="en-US" sz="1600" dirty="0">
              <a:solidFill>
                <a:prstClr val="black"/>
              </a:solidFill>
              <a:latin typeface="Calibri" panose="020F0502020204030204"/>
            </a:endParaRPr>
          </a:p>
        </p:txBody>
      </p:sp>
      <p:sp>
        <p:nvSpPr>
          <p:cNvPr id="10" name="Shape 8"/>
          <p:cNvSpPr/>
          <p:nvPr/>
        </p:nvSpPr>
        <p:spPr>
          <a:xfrm>
            <a:off x="6096000" y="1280160"/>
            <a:ext cx="5730240" cy="438912"/>
          </a:xfrm>
          <a:prstGeom prst="rect">
            <a:avLst/>
          </a:prstGeom>
          <a:solidFill>
            <a:srgbClr val="0D7C6B"/>
          </a:solidFill>
          <a:ln w="12700">
            <a:solidFill>
              <a:srgbClr val="0D7C6B"/>
            </a:solidFill>
            <a:prstDash val="solid"/>
          </a:ln>
        </p:spPr>
        <p:txBody>
          <a:bodyPr/>
          <a:lstStyle/>
          <a:p>
            <a:endParaRPr lang="zh-CN" altLang="en-US"/>
          </a:p>
        </p:txBody>
      </p:sp>
      <p:sp>
        <p:nvSpPr>
          <p:cNvPr id="11" name="Text 9"/>
          <p:cNvSpPr/>
          <p:nvPr/>
        </p:nvSpPr>
        <p:spPr>
          <a:xfrm>
            <a:off x="6096000" y="1280160"/>
            <a:ext cx="5730240" cy="438912"/>
          </a:xfrm>
          <a:prstGeom prst="rect">
            <a:avLst/>
          </a:prstGeom>
          <a:noFill/>
          <a:ln/>
        </p:spPr>
        <p:txBody>
          <a:bodyPr wrap="square" lIns="0" tIns="0" rIns="0" bIns="0" rtlCol="0" anchor="ctr"/>
          <a:lstStyle/>
          <a:p>
            <a:pPr algn="ctr" defTabSz="1219170"/>
            <a:r>
              <a:rPr lang="en-US" sz="1467" b="1" kern="0" spc="267" dirty="0">
                <a:solidFill>
                  <a:srgbClr val="FFFFFF"/>
                </a:solidFill>
                <a:latin typeface="Calibri" pitchFamily="34" charset="0"/>
                <a:ea typeface="Calibri" pitchFamily="34" charset="-122"/>
                <a:cs typeface="Calibri" pitchFamily="34" charset="-120"/>
              </a:rPr>
              <a:t>USER STORIES</a:t>
            </a:r>
            <a:endParaRPr lang="en-US" sz="1467" dirty="0">
              <a:solidFill>
                <a:prstClr val="black"/>
              </a:solidFill>
              <a:latin typeface="Calibri" panose="020F0502020204030204"/>
            </a:endParaRPr>
          </a:p>
        </p:txBody>
      </p:sp>
      <p:sp>
        <p:nvSpPr>
          <p:cNvPr id="12" name="Shape 10"/>
          <p:cNvSpPr/>
          <p:nvPr/>
        </p:nvSpPr>
        <p:spPr>
          <a:xfrm>
            <a:off x="6096000" y="1719072"/>
            <a:ext cx="5730240" cy="975360"/>
          </a:xfrm>
          <a:prstGeom prst="rect">
            <a:avLst/>
          </a:prstGeom>
          <a:solidFill>
            <a:srgbClr val="F4F6F9"/>
          </a:solidFill>
          <a:ln w="12700">
            <a:solidFill>
              <a:srgbClr val="0D7C6B"/>
            </a:solidFill>
            <a:prstDash val="solid"/>
          </a:ln>
        </p:spPr>
        <p:txBody>
          <a:bodyPr/>
          <a:lstStyle/>
          <a:p>
            <a:endParaRPr lang="zh-CN" altLang="en-US"/>
          </a:p>
        </p:txBody>
      </p:sp>
      <p:sp>
        <p:nvSpPr>
          <p:cNvPr id="13" name="Text 11"/>
          <p:cNvSpPr/>
          <p:nvPr/>
        </p:nvSpPr>
        <p:spPr>
          <a:xfrm>
            <a:off x="6278880" y="1755648"/>
            <a:ext cx="5364480" cy="487680"/>
          </a:xfrm>
          <a:prstGeom prst="rect">
            <a:avLst/>
          </a:prstGeom>
          <a:noFill/>
          <a:ln/>
        </p:spPr>
        <p:txBody>
          <a:bodyPr wrap="square" lIns="67733" tIns="67733" rIns="67733" bIns="67733" rtlCol="0" anchor="ctr"/>
          <a:lstStyle/>
          <a:p>
            <a:pPr defTabSz="1219170"/>
            <a:r>
              <a:rPr lang="en-US" sz="1600" dirty="0">
                <a:solidFill>
                  <a:srgbClr val="1A1A2E"/>
                </a:solidFill>
                <a:latin typeface="Calibri" pitchFamily="34" charset="0"/>
                <a:ea typeface="Calibri" pitchFamily="34" charset="-122"/>
                <a:cs typeface="Calibri" pitchFamily="34" charset="-120"/>
              </a:rPr>
              <a:t>Requirements in Agile are expressed as </a:t>
            </a:r>
            <a:r>
              <a:rPr lang="en-US" sz="1600" b="1" dirty="0">
                <a:solidFill>
                  <a:srgbClr val="1B3A6B"/>
                </a:solidFill>
                <a:latin typeface="Calibri" pitchFamily="34" charset="0"/>
                <a:ea typeface="Calibri" pitchFamily="34" charset="-122"/>
                <a:cs typeface="Calibri" pitchFamily="34" charset="-120"/>
              </a:rPr>
              <a:t>user stories</a:t>
            </a:r>
            <a:r>
              <a:rPr lang="en-US" sz="1600" dirty="0">
                <a:solidFill>
                  <a:srgbClr val="1A1A2E"/>
                </a:solidFill>
                <a:latin typeface="Calibri" pitchFamily="34" charset="0"/>
                <a:ea typeface="Calibri" pitchFamily="34" charset="-122"/>
                <a:cs typeface="Calibri" pitchFamily="34" charset="-120"/>
              </a:rPr>
              <a:t> in the format:</a:t>
            </a:r>
            <a:endParaRPr lang="en-US" sz="1600" dirty="0">
              <a:solidFill>
                <a:prstClr val="black"/>
              </a:solidFill>
              <a:latin typeface="Calibri" panose="020F0502020204030204"/>
            </a:endParaRPr>
          </a:p>
        </p:txBody>
      </p:sp>
      <p:sp>
        <p:nvSpPr>
          <p:cNvPr id="14" name="Text 12"/>
          <p:cNvSpPr/>
          <p:nvPr/>
        </p:nvSpPr>
        <p:spPr>
          <a:xfrm>
            <a:off x="6096000" y="2170176"/>
            <a:ext cx="5730240" cy="512064"/>
          </a:xfrm>
          <a:prstGeom prst="rect">
            <a:avLst/>
          </a:prstGeom>
          <a:noFill/>
          <a:ln/>
        </p:spPr>
        <p:txBody>
          <a:bodyPr wrap="square" rtlCol="0" anchor="ctr"/>
          <a:lstStyle/>
          <a:p>
            <a:pPr algn="ctr" defTabSz="1219170"/>
            <a:r>
              <a:rPr lang="en-US" sz="1600" b="1" i="1" dirty="0">
                <a:solidFill>
                  <a:srgbClr val="1B3A6B"/>
                </a:solidFill>
                <a:latin typeface="Calibri" pitchFamily="34" charset="0"/>
                <a:ea typeface="Calibri" pitchFamily="34" charset="-122"/>
                <a:cs typeface="Calibri" pitchFamily="34" charset="-120"/>
              </a:rPr>
              <a:t>"As a [user], I want [feature] so that [benefit]."</a:t>
            </a:r>
            <a:endParaRPr lang="en-US" sz="1600" dirty="0">
              <a:solidFill>
                <a:prstClr val="black"/>
              </a:solidFill>
              <a:latin typeface="Calibri" panose="020F0502020204030204"/>
            </a:endParaRPr>
          </a:p>
        </p:txBody>
      </p:sp>
      <p:sp>
        <p:nvSpPr>
          <p:cNvPr id="15" name="Shape 13"/>
          <p:cNvSpPr/>
          <p:nvPr/>
        </p:nvSpPr>
        <p:spPr>
          <a:xfrm>
            <a:off x="6096000" y="2804160"/>
            <a:ext cx="5730240" cy="975360"/>
          </a:xfrm>
          <a:prstGeom prst="rect">
            <a:avLst/>
          </a:prstGeom>
          <a:solidFill>
            <a:srgbClr val="D4EDE9"/>
          </a:solidFill>
          <a:ln w="12700">
            <a:solidFill>
              <a:srgbClr val="0D7C6B"/>
            </a:solidFill>
            <a:prstDash val="solid"/>
          </a:ln>
        </p:spPr>
        <p:txBody>
          <a:bodyPr/>
          <a:lstStyle/>
          <a:p>
            <a:endParaRPr lang="zh-CN" altLang="en-US"/>
          </a:p>
        </p:txBody>
      </p:sp>
      <p:sp>
        <p:nvSpPr>
          <p:cNvPr id="16" name="Text 14"/>
          <p:cNvSpPr/>
          <p:nvPr/>
        </p:nvSpPr>
        <p:spPr>
          <a:xfrm>
            <a:off x="6242304" y="2804160"/>
            <a:ext cx="5437632" cy="975360"/>
          </a:xfrm>
          <a:prstGeom prst="rect">
            <a:avLst/>
          </a:prstGeom>
          <a:noFill/>
          <a:ln/>
        </p:spPr>
        <p:txBody>
          <a:bodyPr wrap="square" lIns="84667" tIns="84667" rIns="84667" bIns="84667" rtlCol="0" anchor="ctr"/>
          <a:lstStyle/>
          <a:p>
            <a:pPr defTabSz="1219170"/>
            <a:r>
              <a:rPr lang="en-US" sz="1467" i="1" dirty="0">
                <a:solidFill>
                  <a:srgbClr val="1A1A2E"/>
                </a:solidFill>
                <a:latin typeface="Calibri" pitchFamily="34" charset="0"/>
                <a:ea typeface="Calibri" pitchFamily="34" charset="-122"/>
                <a:cs typeface="Calibri" pitchFamily="34" charset="-120"/>
              </a:rPr>
              <a:t>"As a </a:t>
            </a:r>
            <a:r>
              <a:rPr lang="en-US" sz="1467" b="1" i="1" dirty="0">
                <a:solidFill>
                  <a:srgbClr val="1B3A6B"/>
                </a:solidFill>
                <a:latin typeface="Calibri" pitchFamily="34" charset="0"/>
                <a:ea typeface="Calibri" pitchFamily="34" charset="-122"/>
                <a:cs typeface="Calibri" pitchFamily="34" charset="-120"/>
              </a:rPr>
              <a:t>Teacher</a:t>
            </a:r>
            <a:r>
              <a:rPr lang="en-US" sz="1467" i="1" dirty="0">
                <a:solidFill>
                  <a:srgbClr val="1A1A2E"/>
                </a:solidFill>
                <a:latin typeface="Calibri" pitchFamily="34" charset="0"/>
                <a:ea typeface="Calibri" pitchFamily="34" charset="-122"/>
                <a:cs typeface="Calibri" pitchFamily="34" charset="-120"/>
              </a:rPr>
              <a:t>, I want to </a:t>
            </a:r>
            <a:r>
              <a:rPr lang="en-US" sz="1467" b="1" i="1" dirty="0">
                <a:solidFill>
                  <a:srgbClr val="0D7C6B"/>
                </a:solidFill>
                <a:latin typeface="Calibri" pitchFamily="34" charset="0"/>
                <a:ea typeface="Calibri" pitchFamily="34" charset="-122"/>
                <a:cs typeface="Calibri" pitchFamily="34" charset="-120"/>
              </a:rPr>
              <a:t>record student attendance</a:t>
            </a:r>
            <a:r>
              <a:rPr lang="en-US" sz="1467" i="1" dirty="0">
                <a:solidFill>
                  <a:srgbClr val="1A1A2E"/>
                </a:solidFill>
                <a:latin typeface="Calibri" pitchFamily="34" charset="0"/>
                <a:ea typeface="Calibri" pitchFamily="34" charset="-122"/>
                <a:cs typeface="Calibri" pitchFamily="34" charset="-120"/>
              </a:rPr>
              <a:t> so that absences are tracked automatically."</a:t>
            </a:r>
            <a:endParaRPr lang="en-US" sz="1467" dirty="0">
              <a:solidFill>
                <a:prstClr val="black"/>
              </a:solidFill>
              <a:latin typeface="Calibri" panose="020F0502020204030204"/>
            </a:endParaRPr>
          </a:p>
        </p:txBody>
      </p:sp>
      <p:sp>
        <p:nvSpPr>
          <p:cNvPr id="17" name="Shape 15"/>
          <p:cNvSpPr/>
          <p:nvPr/>
        </p:nvSpPr>
        <p:spPr>
          <a:xfrm>
            <a:off x="6096000" y="3877056"/>
            <a:ext cx="5730240" cy="975360"/>
          </a:xfrm>
          <a:prstGeom prst="rect">
            <a:avLst/>
          </a:prstGeom>
          <a:solidFill>
            <a:srgbClr val="FFFFFF"/>
          </a:solidFill>
          <a:ln w="12700">
            <a:solidFill>
              <a:srgbClr val="0D7C6B"/>
            </a:solidFill>
            <a:prstDash val="solid"/>
          </a:ln>
        </p:spPr>
        <p:txBody>
          <a:bodyPr/>
          <a:lstStyle/>
          <a:p>
            <a:endParaRPr lang="zh-CN" altLang="en-US"/>
          </a:p>
        </p:txBody>
      </p:sp>
      <p:sp>
        <p:nvSpPr>
          <p:cNvPr id="18" name="Text 16"/>
          <p:cNvSpPr/>
          <p:nvPr/>
        </p:nvSpPr>
        <p:spPr>
          <a:xfrm>
            <a:off x="6242304" y="3877056"/>
            <a:ext cx="5437632" cy="975360"/>
          </a:xfrm>
          <a:prstGeom prst="rect">
            <a:avLst/>
          </a:prstGeom>
          <a:noFill/>
          <a:ln/>
        </p:spPr>
        <p:txBody>
          <a:bodyPr wrap="square" lIns="84667" tIns="84667" rIns="84667" bIns="84667" rtlCol="0" anchor="ctr"/>
          <a:lstStyle/>
          <a:p>
            <a:pPr defTabSz="1219170"/>
            <a:r>
              <a:rPr lang="en-US" sz="1467" i="1" dirty="0">
                <a:solidFill>
                  <a:srgbClr val="1A1A2E"/>
                </a:solidFill>
                <a:latin typeface="Calibri" pitchFamily="34" charset="0"/>
                <a:ea typeface="Calibri" pitchFamily="34" charset="-122"/>
                <a:cs typeface="Calibri" pitchFamily="34" charset="-120"/>
              </a:rPr>
              <a:t>"As a </a:t>
            </a:r>
            <a:r>
              <a:rPr lang="en-US" sz="1467" b="1" i="1" dirty="0">
                <a:solidFill>
                  <a:srgbClr val="1B3A6B"/>
                </a:solidFill>
                <a:latin typeface="Calibri" pitchFamily="34" charset="0"/>
                <a:ea typeface="Calibri" pitchFamily="34" charset="-122"/>
                <a:cs typeface="Calibri" pitchFamily="34" charset="-120"/>
              </a:rPr>
              <a:t>Parent</a:t>
            </a:r>
            <a:r>
              <a:rPr lang="en-US" sz="1467" i="1" dirty="0">
                <a:solidFill>
                  <a:srgbClr val="1A1A2E"/>
                </a:solidFill>
                <a:latin typeface="Calibri" pitchFamily="34" charset="0"/>
                <a:ea typeface="Calibri" pitchFamily="34" charset="-122"/>
                <a:cs typeface="Calibri" pitchFamily="34" charset="-120"/>
              </a:rPr>
              <a:t>, I want to </a:t>
            </a:r>
            <a:r>
              <a:rPr lang="en-US" sz="1467" b="1" i="1" dirty="0">
                <a:solidFill>
                  <a:srgbClr val="0D7C6B"/>
                </a:solidFill>
                <a:latin typeface="Calibri" pitchFamily="34" charset="0"/>
                <a:ea typeface="Calibri" pitchFamily="34" charset="-122"/>
                <a:cs typeface="Calibri" pitchFamily="34" charset="-120"/>
              </a:rPr>
              <a:t>view my child's report card online</a:t>
            </a:r>
            <a:r>
              <a:rPr lang="en-US" sz="1467" i="1" dirty="0">
                <a:solidFill>
                  <a:srgbClr val="1A1A2E"/>
                </a:solidFill>
                <a:latin typeface="Calibri" pitchFamily="34" charset="0"/>
                <a:ea typeface="Calibri" pitchFamily="34" charset="-122"/>
                <a:cs typeface="Calibri" pitchFamily="34" charset="-120"/>
              </a:rPr>
              <a:t> so that I can monitor academic progress."</a:t>
            </a:r>
            <a:endParaRPr lang="en-US" sz="1467" dirty="0">
              <a:solidFill>
                <a:prstClr val="black"/>
              </a:solidFill>
              <a:latin typeface="Calibri" panose="020F0502020204030204"/>
            </a:endParaRPr>
          </a:p>
        </p:txBody>
      </p:sp>
      <p:sp>
        <p:nvSpPr>
          <p:cNvPr id="19" name="Shape 17"/>
          <p:cNvSpPr/>
          <p:nvPr/>
        </p:nvSpPr>
        <p:spPr>
          <a:xfrm>
            <a:off x="6096000" y="4949952"/>
            <a:ext cx="5730240" cy="975360"/>
          </a:xfrm>
          <a:prstGeom prst="rect">
            <a:avLst/>
          </a:prstGeom>
          <a:solidFill>
            <a:srgbClr val="D4EDE9"/>
          </a:solidFill>
          <a:ln w="12700">
            <a:solidFill>
              <a:srgbClr val="0D7C6B"/>
            </a:solidFill>
            <a:prstDash val="solid"/>
          </a:ln>
        </p:spPr>
        <p:txBody>
          <a:bodyPr/>
          <a:lstStyle/>
          <a:p>
            <a:endParaRPr lang="zh-CN" altLang="en-US"/>
          </a:p>
        </p:txBody>
      </p:sp>
      <p:sp>
        <p:nvSpPr>
          <p:cNvPr id="20" name="Text 18"/>
          <p:cNvSpPr/>
          <p:nvPr/>
        </p:nvSpPr>
        <p:spPr>
          <a:xfrm>
            <a:off x="6242304" y="4949952"/>
            <a:ext cx="5437632" cy="975360"/>
          </a:xfrm>
          <a:prstGeom prst="rect">
            <a:avLst/>
          </a:prstGeom>
          <a:noFill/>
          <a:ln/>
        </p:spPr>
        <p:txBody>
          <a:bodyPr wrap="square" lIns="84667" tIns="84667" rIns="84667" bIns="84667" rtlCol="0" anchor="ctr"/>
          <a:lstStyle/>
          <a:p>
            <a:pPr defTabSz="1219170"/>
            <a:r>
              <a:rPr lang="en-US" sz="1467" i="1" dirty="0">
                <a:solidFill>
                  <a:srgbClr val="1A1A2E"/>
                </a:solidFill>
                <a:latin typeface="Calibri" pitchFamily="34" charset="0"/>
                <a:ea typeface="Calibri" pitchFamily="34" charset="-122"/>
                <a:cs typeface="Calibri" pitchFamily="34" charset="-120"/>
              </a:rPr>
              <a:t>"As a </a:t>
            </a:r>
            <a:r>
              <a:rPr lang="en-US" sz="1467" b="1" i="1" dirty="0">
                <a:solidFill>
                  <a:srgbClr val="1B3A6B"/>
                </a:solidFill>
                <a:latin typeface="Calibri" pitchFamily="34" charset="0"/>
                <a:ea typeface="Calibri" pitchFamily="34" charset="-122"/>
                <a:cs typeface="Calibri" pitchFamily="34" charset="-120"/>
              </a:rPr>
              <a:t>Administrator</a:t>
            </a:r>
            <a:r>
              <a:rPr lang="en-US" sz="1467" i="1" dirty="0">
                <a:solidFill>
                  <a:srgbClr val="1A1A2E"/>
                </a:solidFill>
                <a:latin typeface="Calibri" pitchFamily="34" charset="0"/>
                <a:ea typeface="Calibri" pitchFamily="34" charset="-122"/>
                <a:cs typeface="Calibri" pitchFamily="34" charset="-120"/>
              </a:rPr>
              <a:t>, I want to </a:t>
            </a:r>
            <a:r>
              <a:rPr lang="en-US" sz="1467" b="1" i="1" dirty="0">
                <a:solidFill>
                  <a:srgbClr val="0D7C6B"/>
                </a:solidFill>
                <a:latin typeface="Calibri" pitchFamily="34" charset="0"/>
                <a:ea typeface="Calibri" pitchFamily="34" charset="-122"/>
                <a:cs typeface="Calibri" pitchFamily="34" charset="-120"/>
              </a:rPr>
              <a:t>generate a whole-school attendance report</a:t>
            </a:r>
            <a:r>
              <a:rPr lang="en-US" sz="1467" i="1" dirty="0">
                <a:solidFill>
                  <a:srgbClr val="1A1A2E"/>
                </a:solidFill>
                <a:latin typeface="Calibri" pitchFamily="34" charset="0"/>
                <a:ea typeface="Calibri" pitchFamily="34" charset="-122"/>
                <a:cs typeface="Calibri" pitchFamily="34" charset="-120"/>
              </a:rPr>
              <a:t> so that I can identify patterns of absenteeism."</a:t>
            </a:r>
            <a:endParaRPr lang="en-US" sz="1467" dirty="0">
              <a:solidFill>
                <a:prstClr val="black"/>
              </a:solidFill>
              <a:latin typeface="Calibri" panose="020F0502020204030204"/>
            </a:endParaRPr>
          </a:p>
        </p:txBody>
      </p:sp>
      <p:sp>
        <p:nvSpPr>
          <p:cNvPr id="21" name="Shape 19"/>
          <p:cNvSpPr/>
          <p:nvPr/>
        </p:nvSpPr>
        <p:spPr>
          <a:xfrm>
            <a:off x="365760" y="4962144"/>
            <a:ext cx="1146048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2" name="Shape 20"/>
          <p:cNvSpPr/>
          <p:nvPr/>
        </p:nvSpPr>
        <p:spPr>
          <a:xfrm>
            <a:off x="365760" y="4962144"/>
            <a:ext cx="85344" cy="877824"/>
          </a:xfrm>
          <a:prstGeom prst="rect">
            <a:avLst/>
          </a:prstGeom>
          <a:solidFill>
            <a:srgbClr val="0D7C6B"/>
          </a:solidFill>
          <a:ln w="12700">
            <a:solidFill>
              <a:srgbClr val="0D7C6B"/>
            </a:solidFill>
            <a:prstDash val="solid"/>
          </a:ln>
        </p:spPr>
        <p:txBody>
          <a:bodyPr/>
          <a:lstStyle/>
          <a:p>
            <a:endParaRPr lang="zh-CN" altLang="en-US"/>
          </a:p>
        </p:txBody>
      </p:sp>
      <p:sp>
        <p:nvSpPr>
          <p:cNvPr id="23" name="Text 21"/>
          <p:cNvSpPr/>
          <p:nvPr/>
        </p:nvSpPr>
        <p:spPr>
          <a:xfrm>
            <a:off x="548640" y="4962144"/>
            <a:ext cx="11241024" cy="877824"/>
          </a:xfrm>
          <a:prstGeom prst="rect">
            <a:avLst/>
          </a:prstGeom>
          <a:noFill/>
          <a:ln/>
        </p:spPr>
        <p:txBody>
          <a:bodyPr wrap="square" lIns="84667" tIns="84667" rIns="84667" bIns="84667" rtlCol="0" anchor="ctr"/>
          <a:lstStyle/>
          <a:p>
            <a:pPr defTabSz="1219170"/>
            <a:r>
              <a:rPr lang="en-US" sz="1533" b="1" dirty="0">
                <a:solidFill>
                  <a:srgbClr val="0D7C6B"/>
                </a:solidFill>
                <a:latin typeface="Calibri" pitchFamily="34" charset="0"/>
                <a:ea typeface="Calibri" pitchFamily="34" charset="-122"/>
                <a:cs typeface="Calibri" pitchFamily="34" charset="-120"/>
              </a:rPr>
              <a:t>Why it matters:  </a:t>
            </a:r>
            <a:r>
              <a:rPr lang="en-US" sz="1533" dirty="0">
                <a:solidFill>
                  <a:srgbClr val="1A1A2E"/>
                </a:solidFill>
                <a:latin typeface="Calibri" pitchFamily="34" charset="0"/>
                <a:ea typeface="Calibri" pitchFamily="34" charset="-122"/>
                <a:cs typeface="Calibri" pitchFamily="34" charset="-120"/>
              </a:rPr>
              <a:t>User stories are estimated for effort using story points and prioritised in the backlog. The highest-priority stories are selected for each iteration, ensuring the most valuable features are built first.</a:t>
            </a:r>
            <a:endParaRPr lang="en-US" sz="1533" dirty="0">
              <a:solidFill>
                <a:prstClr val="black"/>
              </a:solidFill>
              <a:latin typeface="Calibri" panose="020F0502020204030204"/>
            </a:endParaRPr>
          </a:p>
        </p:txBody>
      </p:sp>
      <p:sp>
        <p:nvSpPr>
          <p:cNvPr id="24" name="Shape 22"/>
          <p:cNvSpPr/>
          <p:nvPr/>
        </p:nvSpPr>
        <p:spPr>
          <a:xfrm>
            <a:off x="365760" y="5925312"/>
            <a:ext cx="11460480" cy="853440"/>
          </a:xfrm>
          <a:prstGeom prst="rect">
            <a:avLst/>
          </a:prstGeom>
          <a:solidFill>
            <a:srgbClr val="D6E4F0"/>
          </a:solidFill>
          <a:ln w="12700">
            <a:solidFill>
              <a:srgbClr val="2E75B6"/>
            </a:solidFill>
            <a:prstDash val="solid"/>
          </a:ln>
        </p:spPr>
        <p:txBody>
          <a:bodyPr/>
          <a:lstStyle/>
          <a:p>
            <a:endParaRPr lang="zh-CN" altLang="en-US"/>
          </a:p>
        </p:txBody>
      </p:sp>
      <p:sp>
        <p:nvSpPr>
          <p:cNvPr id="25" name="Text 23"/>
          <p:cNvSpPr/>
          <p:nvPr/>
        </p:nvSpPr>
        <p:spPr>
          <a:xfrm>
            <a:off x="585216" y="5925312"/>
            <a:ext cx="11094720" cy="853440"/>
          </a:xfrm>
          <a:prstGeom prst="rect">
            <a:avLst/>
          </a:prstGeom>
          <a:noFill/>
          <a:ln/>
        </p:spPr>
        <p:txBody>
          <a:bodyPr wrap="square" lIns="101600" tIns="101600" rIns="101600" bIns="101600" rtlCol="0" anchor="ctr"/>
          <a:lstStyle/>
          <a:p>
            <a:pPr defTabSz="1219170"/>
            <a:r>
              <a:rPr lang="en-US" sz="1533" b="1" dirty="0">
                <a:solidFill>
                  <a:srgbClr val="1B3A6B"/>
                </a:solidFill>
                <a:latin typeface="Calibri" pitchFamily="34" charset="0"/>
                <a:ea typeface="Calibri" pitchFamily="34" charset="-122"/>
                <a:cs typeface="Calibri" pitchFamily="34" charset="-120"/>
              </a:rPr>
              <a:t>Key term:  </a:t>
            </a:r>
            <a:r>
              <a:rPr lang="en-US" sz="1533" b="1" dirty="0">
                <a:solidFill>
                  <a:srgbClr val="0D7C6B"/>
                </a:solidFill>
                <a:latin typeface="Calibri" pitchFamily="34" charset="0"/>
                <a:ea typeface="Calibri" pitchFamily="34" charset="-122"/>
                <a:cs typeface="Calibri" pitchFamily="34" charset="-120"/>
              </a:rPr>
              <a:t>Story points</a:t>
            </a:r>
            <a:r>
              <a:rPr lang="en-US" sz="1533" dirty="0">
                <a:solidFill>
                  <a:srgbClr val="1A1A2E"/>
                </a:solidFill>
                <a:latin typeface="Calibri" pitchFamily="34" charset="0"/>
                <a:ea typeface="Calibri" pitchFamily="34" charset="-122"/>
                <a:cs typeface="Calibri" pitchFamily="34" charset="-120"/>
              </a:rPr>
              <a:t> are a relative measure of effort and complexity assigned to each user story. They allow the team to estimate how many stories can be completed in a single iteration.</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6" grpId="0" animBg="1"/>
      <p:bldP spid="18" grpId="0" animBg="1"/>
      <p:bldP spid="23" grpId="0" animBg="1"/>
      <p:bldP spid="2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Method Tailoring</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243840"/>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Adapting the Agile framework to suit the specific needs of a project or organisation</a:t>
            </a:r>
            <a:endParaRPr lang="en-US" sz="1333" dirty="0">
              <a:solidFill>
                <a:prstClr val="black"/>
              </a:solidFill>
              <a:latin typeface="Calibri" panose="020F0502020204030204"/>
            </a:endParaRPr>
          </a:p>
        </p:txBody>
      </p:sp>
      <p:sp>
        <p:nvSpPr>
          <p:cNvPr id="6" name="Shape 4"/>
          <p:cNvSpPr/>
          <p:nvPr/>
        </p:nvSpPr>
        <p:spPr>
          <a:xfrm>
            <a:off x="365760" y="1280160"/>
            <a:ext cx="1146048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7" name="Shape 5"/>
          <p:cNvSpPr/>
          <p:nvPr/>
        </p:nvSpPr>
        <p:spPr>
          <a:xfrm>
            <a:off x="365760" y="1280160"/>
            <a:ext cx="85344" cy="877824"/>
          </a:xfrm>
          <a:prstGeom prst="rect">
            <a:avLst/>
          </a:prstGeom>
          <a:solidFill>
            <a:srgbClr val="1B3A6B"/>
          </a:solidFill>
          <a:ln w="12700">
            <a:solidFill>
              <a:srgbClr val="1B3A6B"/>
            </a:solidFill>
            <a:prstDash val="solid"/>
          </a:ln>
        </p:spPr>
        <p:txBody>
          <a:bodyPr/>
          <a:lstStyle/>
          <a:p>
            <a:endParaRPr lang="zh-CN" altLang="en-US"/>
          </a:p>
        </p:txBody>
      </p:sp>
      <p:sp>
        <p:nvSpPr>
          <p:cNvPr id="8" name="Text 6"/>
          <p:cNvSpPr/>
          <p:nvPr/>
        </p:nvSpPr>
        <p:spPr>
          <a:xfrm>
            <a:off x="585216" y="1280160"/>
            <a:ext cx="11094720" cy="877824"/>
          </a:xfrm>
          <a:prstGeom prst="rect">
            <a:avLst/>
          </a:prstGeom>
          <a:noFill/>
          <a:ln/>
        </p:spPr>
        <p:txBody>
          <a:bodyPr wrap="square" lIns="84667" tIns="84667" rIns="84667" bIns="84667" rtlCol="0" anchor="ctr"/>
          <a:lstStyle/>
          <a:p>
            <a:pPr defTabSz="1219170"/>
            <a:r>
              <a:rPr lang="en-US" sz="1600" b="1" dirty="0">
                <a:solidFill>
                  <a:srgbClr val="1B3A6B"/>
                </a:solidFill>
                <a:latin typeface="Calibri" pitchFamily="34" charset="0"/>
                <a:ea typeface="Calibri" pitchFamily="34" charset="-122"/>
                <a:cs typeface="Calibri" pitchFamily="34" charset="-120"/>
              </a:rPr>
              <a:t>Definition:  Method tailoring</a:t>
            </a:r>
            <a:r>
              <a:rPr lang="en-US" sz="1600" dirty="0">
                <a:solidFill>
                  <a:srgbClr val="1A1A2E"/>
                </a:solidFill>
                <a:latin typeface="Calibri" pitchFamily="34" charset="0"/>
                <a:ea typeface="Calibri" pitchFamily="34" charset="-122"/>
                <a:cs typeface="Calibri" pitchFamily="34" charset="-120"/>
              </a:rPr>
              <a:t> is the process of adapting the Agile framework to suit the specific needs, constraints, and context of a particular project. Because Agile is a </a:t>
            </a:r>
            <a:r>
              <a:rPr lang="en-US" sz="1600" b="1" dirty="0">
                <a:solidFill>
                  <a:srgbClr val="1B3A6B"/>
                </a:solidFill>
                <a:latin typeface="Calibri" pitchFamily="34" charset="0"/>
                <a:ea typeface="Calibri" pitchFamily="34" charset="-122"/>
                <a:cs typeface="Calibri" pitchFamily="34" charset="-120"/>
              </a:rPr>
              <a:t>flexible methodology</a:t>
            </a:r>
            <a:r>
              <a:rPr lang="en-US" sz="1600" dirty="0">
                <a:solidFill>
                  <a:srgbClr val="1A1A2E"/>
                </a:solidFill>
                <a:latin typeface="Calibri" pitchFamily="34" charset="0"/>
                <a:ea typeface="Calibri" pitchFamily="34" charset="-122"/>
                <a:cs typeface="Calibri" pitchFamily="34" charset="-120"/>
              </a:rPr>
              <a:t> rather than a rigid process, teams are expected to adjust its practices to maximise value for their specific context.</a:t>
            </a:r>
            <a:endParaRPr lang="en-US" sz="1600" dirty="0">
              <a:solidFill>
                <a:prstClr val="black"/>
              </a:solidFill>
              <a:latin typeface="Calibri" panose="020F0502020204030204"/>
            </a:endParaRPr>
          </a:p>
        </p:txBody>
      </p:sp>
      <p:sp>
        <p:nvSpPr>
          <p:cNvPr id="9" name="Shape 7"/>
          <p:cNvSpPr/>
          <p:nvPr/>
        </p:nvSpPr>
        <p:spPr>
          <a:xfrm>
            <a:off x="365760" y="2292096"/>
            <a:ext cx="4632960" cy="316992"/>
          </a:xfrm>
          <a:prstGeom prst="rect">
            <a:avLst/>
          </a:prstGeom>
          <a:solidFill>
            <a:srgbClr val="1B3A6B"/>
          </a:solidFill>
          <a:ln w="12700">
            <a:solidFill>
              <a:srgbClr val="1B3A6B"/>
            </a:solidFill>
            <a:prstDash val="solid"/>
          </a:ln>
        </p:spPr>
        <p:txBody>
          <a:bodyPr/>
          <a:lstStyle/>
          <a:p>
            <a:endParaRPr lang="zh-CN" altLang="en-US"/>
          </a:p>
        </p:txBody>
      </p:sp>
      <p:sp>
        <p:nvSpPr>
          <p:cNvPr id="10" name="Text 8"/>
          <p:cNvSpPr/>
          <p:nvPr/>
        </p:nvSpPr>
        <p:spPr>
          <a:xfrm>
            <a:off x="365760" y="2292096"/>
            <a:ext cx="4632960" cy="316992"/>
          </a:xfrm>
          <a:prstGeom prst="rect">
            <a:avLst/>
          </a:prstGeom>
          <a:noFill/>
          <a:ln/>
        </p:spPr>
        <p:txBody>
          <a:bodyPr wrap="square" lIns="0" tIns="0" rIns="0" bIns="0" rtlCol="0" anchor="ctr"/>
          <a:lstStyle/>
          <a:p>
            <a:pPr algn="ctr" defTabSz="1219170"/>
            <a:r>
              <a:rPr lang="en-US" sz="1133" b="1" kern="0" spc="267" dirty="0">
                <a:solidFill>
                  <a:srgbClr val="FFFFFF"/>
                </a:solidFill>
                <a:latin typeface="Calibri" pitchFamily="34" charset="0"/>
                <a:ea typeface="Calibri" pitchFamily="34" charset="-122"/>
                <a:cs typeface="Calibri" pitchFamily="34" charset="-120"/>
              </a:rPr>
              <a:t>COMMON AREAS OF METHOD TAILORING</a:t>
            </a:r>
            <a:endParaRPr lang="en-US" sz="1133" dirty="0">
              <a:solidFill>
                <a:prstClr val="black"/>
              </a:solidFill>
              <a:latin typeface="Calibri" panose="020F0502020204030204"/>
            </a:endParaRPr>
          </a:p>
        </p:txBody>
      </p:sp>
      <p:sp>
        <p:nvSpPr>
          <p:cNvPr id="11" name="Shape 9"/>
          <p:cNvSpPr/>
          <p:nvPr/>
        </p:nvSpPr>
        <p:spPr>
          <a:xfrm>
            <a:off x="365760" y="2731008"/>
            <a:ext cx="3633216" cy="182880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2" name="Shape 10"/>
          <p:cNvSpPr/>
          <p:nvPr/>
        </p:nvSpPr>
        <p:spPr>
          <a:xfrm>
            <a:off x="365760" y="2731008"/>
            <a:ext cx="3633216" cy="390144"/>
          </a:xfrm>
          <a:prstGeom prst="rect">
            <a:avLst/>
          </a:prstGeom>
          <a:solidFill>
            <a:srgbClr val="1B3A6B"/>
          </a:solidFill>
          <a:ln w="12700">
            <a:solidFill>
              <a:srgbClr val="1B3A6B"/>
            </a:solidFill>
            <a:prstDash val="solid"/>
          </a:ln>
        </p:spPr>
        <p:txBody>
          <a:bodyPr/>
          <a:lstStyle/>
          <a:p>
            <a:endParaRPr lang="zh-CN" altLang="en-US"/>
          </a:p>
        </p:txBody>
      </p:sp>
      <p:sp>
        <p:nvSpPr>
          <p:cNvPr id="13" name="Text 11"/>
          <p:cNvSpPr/>
          <p:nvPr/>
        </p:nvSpPr>
        <p:spPr>
          <a:xfrm>
            <a:off x="463296" y="2731008"/>
            <a:ext cx="3438144" cy="390144"/>
          </a:xfrm>
          <a:prstGeom prst="rect">
            <a:avLst/>
          </a:prstGeom>
          <a:noFill/>
          <a:ln/>
        </p:spPr>
        <p:txBody>
          <a:bodyPr wrap="square" lIns="0" tIns="0" rIns="0" bIns="0" rtlCol="0" anchor="ctr"/>
          <a:lstStyle/>
          <a:p>
            <a:pPr defTabSz="1219170"/>
            <a:r>
              <a:rPr lang="en-US" sz="1533" b="1" dirty="0">
                <a:solidFill>
                  <a:srgbClr val="FFFFFF"/>
                </a:solidFill>
                <a:latin typeface="Calibri" pitchFamily="34" charset="0"/>
                <a:ea typeface="Calibri" pitchFamily="34" charset="-122"/>
                <a:cs typeface="Calibri" pitchFamily="34" charset="-120"/>
              </a:rPr>
              <a:t>Iteration Length</a:t>
            </a:r>
            <a:endParaRPr lang="en-US" sz="1533" dirty="0">
              <a:solidFill>
                <a:prstClr val="black"/>
              </a:solidFill>
              <a:latin typeface="Calibri" panose="020F0502020204030204"/>
            </a:endParaRPr>
          </a:p>
        </p:txBody>
      </p:sp>
      <p:sp>
        <p:nvSpPr>
          <p:cNvPr id="14" name="Text 12"/>
          <p:cNvSpPr/>
          <p:nvPr/>
        </p:nvSpPr>
        <p:spPr>
          <a:xfrm>
            <a:off x="487680" y="3157728"/>
            <a:ext cx="3389376" cy="134112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Sprint duration is adjusted based on the nature of the work — one week for fast-moving projects, four weeks for complex feature sets.</a:t>
            </a:r>
            <a:endParaRPr lang="en-US" sz="1467" dirty="0">
              <a:solidFill>
                <a:prstClr val="black"/>
              </a:solidFill>
              <a:latin typeface="Calibri" panose="020F0502020204030204"/>
            </a:endParaRPr>
          </a:p>
        </p:txBody>
      </p:sp>
      <p:sp>
        <p:nvSpPr>
          <p:cNvPr id="15" name="Shape 13"/>
          <p:cNvSpPr/>
          <p:nvPr/>
        </p:nvSpPr>
        <p:spPr>
          <a:xfrm>
            <a:off x="4206240" y="2731008"/>
            <a:ext cx="3633216" cy="182880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6" name="Shape 14"/>
          <p:cNvSpPr/>
          <p:nvPr/>
        </p:nvSpPr>
        <p:spPr>
          <a:xfrm>
            <a:off x="4206240" y="2731008"/>
            <a:ext cx="3633216" cy="390144"/>
          </a:xfrm>
          <a:prstGeom prst="rect">
            <a:avLst/>
          </a:prstGeom>
          <a:solidFill>
            <a:srgbClr val="1B3A6B"/>
          </a:solidFill>
          <a:ln w="12700">
            <a:solidFill>
              <a:srgbClr val="1B3A6B"/>
            </a:solidFill>
            <a:prstDash val="solid"/>
          </a:ln>
        </p:spPr>
        <p:txBody>
          <a:bodyPr/>
          <a:lstStyle/>
          <a:p>
            <a:endParaRPr lang="zh-CN" altLang="en-US"/>
          </a:p>
        </p:txBody>
      </p:sp>
      <p:sp>
        <p:nvSpPr>
          <p:cNvPr id="17" name="Text 15"/>
          <p:cNvSpPr/>
          <p:nvPr/>
        </p:nvSpPr>
        <p:spPr>
          <a:xfrm>
            <a:off x="4303776" y="2731008"/>
            <a:ext cx="3438144" cy="390144"/>
          </a:xfrm>
          <a:prstGeom prst="rect">
            <a:avLst/>
          </a:prstGeom>
          <a:noFill/>
          <a:ln/>
        </p:spPr>
        <p:txBody>
          <a:bodyPr wrap="square" lIns="0" tIns="0" rIns="0" bIns="0" rtlCol="0" anchor="ctr"/>
          <a:lstStyle/>
          <a:p>
            <a:pPr defTabSz="1219170"/>
            <a:r>
              <a:rPr lang="en-US" sz="1533" b="1" dirty="0">
                <a:solidFill>
                  <a:srgbClr val="FFFFFF"/>
                </a:solidFill>
                <a:latin typeface="Calibri" pitchFamily="34" charset="0"/>
                <a:ea typeface="Calibri" pitchFamily="34" charset="-122"/>
                <a:cs typeface="Calibri" pitchFamily="34" charset="-120"/>
              </a:rPr>
              <a:t>Meeting Cadence</a:t>
            </a:r>
            <a:endParaRPr lang="en-US" sz="1533" dirty="0">
              <a:solidFill>
                <a:prstClr val="black"/>
              </a:solidFill>
              <a:latin typeface="Calibri" panose="020F0502020204030204"/>
            </a:endParaRPr>
          </a:p>
        </p:txBody>
      </p:sp>
      <p:sp>
        <p:nvSpPr>
          <p:cNvPr id="18" name="Text 16"/>
          <p:cNvSpPr/>
          <p:nvPr/>
        </p:nvSpPr>
        <p:spPr>
          <a:xfrm>
            <a:off x="4328160" y="3157728"/>
            <a:ext cx="3389376" cy="134112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The frequency and format of daily stand-ups, reviews, and retrospectives may be modified to suit team size and communication needs.</a:t>
            </a:r>
            <a:endParaRPr lang="en-US" sz="1467" dirty="0">
              <a:solidFill>
                <a:prstClr val="black"/>
              </a:solidFill>
              <a:latin typeface="Calibri" panose="020F0502020204030204"/>
            </a:endParaRPr>
          </a:p>
        </p:txBody>
      </p:sp>
      <p:sp>
        <p:nvSpPr>
          <p:cNvPr id="19" name="Shape 17"/>
          <p:cNvSpPr/>
          <p:nvPr/>
        </p:nvSpPr>
        <p:spPr>
          <a:xfrm>
            <a:off x="8046720" y="2731008"/>
            <a:ext cx="3633216" cy="182880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0" name="Shape 18"/>
          <p:cNvSpPr/>
          <p:nvPr/>
        </p:nvSpPr>
        <p:spPr>
          <a:xfrm>
            <a:off x="8046720" y="2731008"/>
            <a:ext cx="3633216" cy="390144"/>
          </a:xfrm>
          <a:prstGeom prst="rect">
            <a:avLst/>
          </a:prstGeom>
          <a:solidFill>
            <a:srgbClr val="1B3A6B"/>
          </a:solidFill>
          <a:ln w="12700">
            <a:solidFill>
              <a:srgbClr val="1B3A6B"/>
            </a:solidFill>
            <a:prstDash val="solid"/>
          </a:ln>
        </p:spPr>
        <p:txBody>
          <a:bodyPr/>
          <a:lstStyle/>
          <a:p>
            <a:endParaRPr lang="zh-CN" altLang="en-US"/>
          </a:p>
        </p:txBody>
      </p:sp>
      <p:sp>
        <p:nvSpPr>
          <p:cNvPr id="21" name="Text 19"/>
          <p:cNvSpPr/>
          <p:nvPr/>
        </p:nvSpPr>
        <p:spPr>
          <a:xfrm>
            <a:off x="8144256" y="2731008"/>
            <a:ext cx="3438144" cy="390144"/>
          </a:xfrm>
          <a:prstGeom prst="rect">
            <a:avLst/>
          </a:prstGeom>
          <a:noFill/>
          <a:ln/>
        </p:spPr>
        <p:txBody>
          <a:bodyPr wrap="square" lIns="0" tIns="0" rIns="0" bIns="0" rtlCol="0" anchor="ctr"/>
          <a:lstStyle/>
          <a:p>
            <a:pPr defTabSz="1219170"/>
            <a:r>
              <a:rPr lang="en-US" sz="1533" b="1" dirty="0">
                <a:solidFill>
                  <a:srgbClr val="FFFFFF"/>
                </a:solidFill>
                <a:latin typeface="Calibri" pitchFamily="34" charset="0"/>
                <a:ea typeface="Calibri" pitchFamily="34" charset="-122"/>
                <a:cs typeface="Calibri" pitchFamily="34" charset="-120"/>
              </a:rPr>
              <a:t>Documentation Level</a:t>
            </a:r>
            <a:endParaRPr lang="en-US" sz="1533" dirty="0">
              <a:solidFill>
                <a:prstClr val="black"/>
              </a:solidFill>
              <a:latin typeface="Calibri" panose="020F0502020204030204"/>
            </a:endParaRPr>
          </a:p>
        </p:txBody>
      </p:sp>
      <p:sp>
        <p:nvSpPr>
          <p:cNvPr id="22" name="Text 20"/>
          <p:cNvSpPr/>
          <p:nvPr/>
        </p:nvSpPr>
        <p:spPr>
          <a:xfrm>
            <a:off x="8168640" y="3157728"/>
            <a:ext cx="3389376" cy="134112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Some teams increase documentation beyond Agile's minimum where regulatory requirements or client obligations demand it.</a:t>
            </a:r>
            <a:endParaRPr lang="en-US" sz="1467" dirty="0">
              <a:solidFill>
                <a:prstClr val="black"/>
              </a:solidFill>
              <a:latin typeface="Calibri" panose="020F0502020204030204"/>
            </a:endParaRPr>
          </a:p>
        </p:txBody>
      </p:sp>
      <p:sp>
        <p:nvSpPr>
          <p:cNvPr id="23" name="Shape 21"/>
          <p:cNvSpPr/>
          <p:nvPr/>
        </p:nvSpPr>
        <p:spPr>
          <a:xfrm>
            <a:off x="365760" y="4706112"/>
            <a:ext cx="3633216" cy="182880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4" name="Shape 22"/>
          <p:cNvSpPr/>
          <p:nvPr/>
        </p:nvSpPr>
        <p:spPr>
          <a:xfrm>
            <a:off x="365760" y="4706112"/>
            <a:ext cx="3633216" cy="390144"/>
          </a:xfrm>
          <a:prstGeom prst="rect">
            <a:avLst/>
          </a:prstGeom>
          <a:solidFill>
            <a:srgbClr val="0D7C6B"/>
          </a:solidFill>
          <a:ln w="12700">
            <a:solidFill>
              <a:srgbClr val="0D7C6B"/>
            </a:solidFill>
            <a:prstDash val="solid"/>
          </a:ln>
        </p:spPr>
        <p:txBody>
          <a:bodyPr/>
          <a:lstStyle/>
          <a:p>
            <a:endParaRPr lang="zh-CN" altLang="en-US"/>
          </a:p>
        </p:txBody>
      </p:sp>
      <p:sp>
        <p:nvSpPr>
          <p:cNvPr id="25" name="Text 23"/>
          <p:cNvSpPr/>
          <p:nvPr/>
        </p:nvSpPr>
        <p:spPr>
          <a:xfrm>
            <a:off x="463296" y="4706112"/>
            <a:ext cx="3438144" cy="390144"/>
          </a:xfrm>
          <a:prstGeom prst="rect">
            <a:avLst/>
          </a:prstGeom>
          <a:noFill/>
          <a:ln/>
        </p:spPr>
        <p:txBody>
          <a:bodyPr wrap="square" lIns="0" tIns="0" rIns="0" bIns="0" rtlCol="0" anchor="ctr"/>
          <a:lstStyle/>
          <a:p>
            <a:pPr defTabSz="1219170"/>
            <a:r>
              <a:rPr lang="en-US" sz="1533" b="1" dirty="0">
                <a:solidFill>
                  <a:srgbClr val="FFFFFF"/>
                </a:solidFill>
                <a:latin typeface="Calibri" pitchFamily="34" charset="0"/>
                <a:ea typeface="Calibri" pitchFamily="34" charset="-122"/>
                <a:cs typeface="Calibri" pitchFamily="34" charset="-120"/>
              </a:rPr>
              <a:t>Testing Approach</a:t>
            </a:r>
            <a:endParaRPr lang="en-US" sz="1533" dirty="0">
              <a:solidFill>
                <a:prstClr val="black"/>
              </a:solidFill>
              <a:latin typeface="Calibri" panose="020F0502020204030204"/>
            </a:endParaRPr>
          </a:p>
        </p:txBody>
      </p:sp>
      <p:sp>
        <p:nvSpPr>
          <p:cNvPr id="26" name="Text 24"/>
          <p:cNvSpPr/>
          <p:nvPr/>
        </p:nvSpPr>
        <p:spPr>
          <a:xfrm>
            <a:off x="487680" y="5132832"/>
            <a:ext cx="3389376" cy="134112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Teams may adopt test-driven development (TDD) or adjust the balance between automated and manual testing based on available tools.</a:t>
            </a:r>
            <a:endParaRPr lang="en-US" sz="1467" dirty="0">
              <a:solidFill>
                <a:prstClr val="black"/>
              </a:solidFill>
              <a:latin typeface="Calibri" panose="020F0502020204030204"/>
            </a:endParaRPr>
          </a:p>
        </p:txBody>
      </p:sp>
      <p:sp>
        <p:nvSpPr>
          <p:cNvPr id="27" name="Shape 25"/>
          <p:cNvSpPr/>
          <p:nvPr/>
        </p:nvSpPr>
        <p:spPr>
          <a:xfrm>
            <a:off x="4206240" y="4706112"/>
            <a:ext cx="3633216" cy="182880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8" name="Shape 26"/>
          <p:cNvSpPr/>
          <p:nvPr/>
        </p:nvSpPr>
        <p:spPr>
          <a:xfrm>
            <a:off x="4206240" y="4706112"/>
            <a:ext cx="3633216" cy="390144"/>
          </a:xfrm>
          <a:prstGeom prst="rect">
            <a:avLst/>
          </a:prstGeom>
          <a:solidFill>
            <a:srgbClr val="0D7C6B"/>
          </a:solidFill>
          <a:ln w="12700">
            <a:solidFill>
              <a:srgbClr val="0D7C6B"/>
            </a:solidFill>
            <a:prstDash val="solid"/>
          </a:ln>
        </p:spPr>
        <p:txBody>
          <a:bodyPr/>
          <a:lstStyle/>
          <a:p>
            <a:endParaRPr lang="zh-CN" altLang="en-US"/>
          </a:p>
        </p:txBody>
      </p:sp>
      <p:sp>
        <p:nvSpPr>
          <p:cNvPr id="29" name="Text 27"/>
          <p:cNvSpPr/>
          <p:nvPr/>
        </p:nvSpPr>
        <p:spPr>
          <a:xfrm>
            <a:off x="4303776" y="4706112"/>
            <a:ext cx="3438144" cy="390144"/>
          </a:xfrm>
          <a:prstGeom prst="rect">
            <a:avLst/>
          </a:prstGeom>
          <a:noFill/>
          <a:ln/>
        </p:spPr>
        <p:txBody>
          <a:bodyPr wrap="square" lIns="0" tIns="0" rIns="0" bIns="0" rtlCol="0" anchor="ctr"/>
          <a:lstStyle/>
          <a:p>
            <a:pPr defTabSz="1219170"/>
            <a:r>
              <a:rPr lang="en-US" sz="1533" b="1" dirty="0">
                <a:solidFill>
                  <a:srgbClr val="FFFFFF"/>
                </a:solidFill>
                <a:latin typeface="Calibri" pitchFamily="34" charset="0"/>
                <a:ea typeface="Calibri" pitchFamily="34" charset="-122"/>
                <a:cs typeface="Calibri" pitchFamily="34" charset="-120"/>
              </a:rPr>
              <a:t>Team Structure</a:t>
            </a:r>
            <a:endParaRPr lang="en-US" sz="1533" dirty="0">
              <a:solidFill>
                <a:prstClr val="black"/>
              </a:solidFill>
              <a:latin typeface="Calibri" panose="020F0502020204030204"/>
            </a:endParaRPr>
          </a:p>
        </p:txBody>
      </p:sp>
      <p:sp>
        <p:nvSpPr>
          <p:cNvPr id="30" name="Text 28"/>
          <p:cNvSpPr/>
          <p:nvPr/>
        </p:nvSpPr>
        <p:spPr>
          <a:xfrm>
            <a:off x="4328160" y="5132832"/>
            <a:ext cx="3389376" cy="134112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In small teams, individuals may perform multiple roles — for example, acting as both developer and tester — to reduce overhead.</a:t>
            </a:r>
            <a:endParaRPr lang="en-US" sz="1467" dirty="0">
              <a:solidFill>
                <a:prstClr val="black"/>
              </a:solidFill>
              <a:latin typeface="Calibri" panose="020F0502020204030204"/>
            </a:endParaRPr>
          </a:p>
        </p:txBody>
      </p:sp>
      <p:sp>
        <p:nvSpPr>
          <p:cNvPr id="31" name="Shape 29"/>
          <p:cNvSpPr/>
          <p:nvPr/>
        </p:nvSpPr>
        <p:spPr>
          <a:xfrm>
            <a:off x="365760" y="6242304"/>
            <a:ext cx="11460480" cy="560832"/>
          </a:xfrm>
          <a:prstGeom prst="rect">
            <a:avLst/>
          </a:prstGeom>
          <a:solidFill>
            <a:srgbClr val="FEF0E6"/>
          </a:solidFill>
          <a:ln w="12700">
            <a:solidFill>
              <a:srgbClr val="E8701A"/>
            </a:solidFill>
            <a:prstDash val="solid"/>
          </a:ln>
        </p:spPr>
        <p:txBody>
          <a:bodyPr/>
          <a:lstStyle/>
          <a:p>
            <a:endParaRPr lang="zh-CN" altLang="en-US"/>
          </a:p>
        </p:txBody>
      </p:sp>
      <p:sp>
        <p:nvSpPr>
          <p:cNvPr id="32" name="Shape 30"/>
          <p:cNvSpPr/>
          <p:nvPr/>
        </p:nvSpPr>
        <p:spPr>
          <a:xfrm>
            <a:off x="365760" y="6242304"/>
            <a:ext cx="85344" cy="560832"/>
          </a:xfrm>
          <a:prstGeom prst="rect">
            <a:avLst/>
          </a:prstGeom>
          <a:solidFill>
            <a:srgbClr val="E8701A"/>
          </a:solidFill>
          <a:ln w="12700">
            <a:solidFill>
              <a:srgbClr val="E8701A"/>
            </a:solidFill>
            <a:prstDash val="solid"/>
          </a:ln>
        </p:spPr>
        <p:txBody>
          <a:bodyPr/>
          <a:lstStyle/>
          <a:p>
            <a:endParaRPr lang="zh-CN" altLang="en-US"/>
          </a:p>
        </p:txBody>
      </p:sp>
      <p:sp>
        <p:nvSpPr>
          <p:cNvPr id="33" name="Text 31"/>
          <p:cNvSpPr/>
          <p:nvPr/>
        </p:nvSpPr>
        <p:spPr>
          <a:xfrm>
            <a:off x="585216" y="6242304"/>
            <a:ext cx="11094720" cy="560832"/>
          </a:xfrm>
          <a:prstGeom prst="rect">
            <a:avLst/>
          </a:prstGeom>
          <a:noFill/>
          <a:ln/>
        </p:spPr>
        <p:txBody>
          <a:bodyPr wrap="square" lIns="84667" tIns="84667" rIns="84667" bIns="84667" rtlCol="0" anchor="ctr"/>
          <a:lstStyle/>
          <a:p>
            <a:pPr defTabSz="1219170"/>
            <a:r>
              <a:rPr lang="en-US" sz="1533" b="1" dirty="0">
                <a:solidFill>
                  <a:srgbClr val="E8701A"/>
                </a:solidFill>
                <a:latin typeface="Calibri" pitchFamily="34" charset="0"/>
                <a:ea typeface="Calibri" pitchFamily="34" charset="-122"/>
                <a:cs typeface="Calibri" pitchFamily="34" charset="-120"/>
              </a:rPr>
              <a:t>Common Mistake:  </a:t>
            </a:r>
            <a:r>
              <a:rPr lang="en-US" sz="1533" dirty="0">
                <a:solidFill>
                  <a:srgbClr val="1A1A2E"/>
                </a:solidFill>
                <a:latin typeface="Calibri" pitchFamily="34" charset="0"/>
                <a:ea typeface="Calibri" pitchFamily="34" charset="-122"/>
                <a:cs typeface="Calibri" pitchFamily="34" charset="-120"/>
              </a:rPr>
              <a:t>Method tailoring is not the same as abandoning Agile principles. The core values — </a:t>
            </a:r>
            <a:r>
              <a:rPr lang="en-US" sz="1533" b="1" dirty="0">
                <a:solidFill>
                  <a:srgbClr val="1B3A6B"/>
                </a:solidFill>
                <a:latin typeface="Calibri" pitchFamily="34" charset="0"/>
                <a:ea typeface="Calibri" pitchFamily="34" charset="-122"/>
                <a:cs typeface="Calibri" pitchFamily="34" charset="-120"/>
              </a:rPr>
              <a:t>working software, collaboration, responding to change, and customer involvement</a:t>
            </a:r>
            <a:r>
              <a:rPr lang="en-US" sz="1533" dirty="0">
                <a:solidFill>
                  <a:srgbClr val="1A1A2E"/>
                </a:solidFill>
                <a:latin typeface="Calibri" pitchFamily="34" charset="0"/>
                <a:ea typeface="Calibri" pitchFamily="34" charset="-122"/>
                <a:cs typeface="Calibri" pitchFamily="34" charset="-120"/>
              </a:rPr>
              <a:t> — must be preserved regardless of how the method is tailored.</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22" grpId="0" animBg="1"/>
      <p:bldP spid="26" grpId="0" animBg="1"/>
      <p:bldP spid="3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Scale and Types of Development</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Identifying when the Agile model is and is not appropriate</a:t>
            </a:r>
            <a:endParaRPr lang="en-US" sz="1333" dirty="0">
              <a:solidFill>
                <a:prstClr val="black"/>
              </a:solidFill>
              <a:latin typeface="Calibri" panose="020F0502020204030204"/>
            </a:endParaRPr>
          </a:p>
        </p:txBody>
      </p:sp>
      <p:sp>
        <p:nvSpPr>
          <p:cNvPr id="6" name="Shape 4"/>
          <p:cNvSpPr/>
          <p:nvPr/>
        </p:nvSpPr>
        <p:spPr>
          <a:xfrm>
            <a:off x="365760" y="1280160"/>
            <a:ext cx="5608320" cy="463296"/>
          </a:xfrm>
          <a:prstGeom prst="rect">
            <a:avLst/>
          </a:prstGeom>
          <a:solidFill>
            <a:srgbClr val="1D6A3A"/>
          </a:solidFill>
          <a:ln w="12700">
            <a:solidFill>
              <a:srgbClr val="1D6A3A"/>
            </a:solidFill>
            <a:prstDash val="solid"/>
          </a:ln>
        </p:spPr>
        <p:txBody>
          <a:bodyPr/>
          <a:lstStyle/>
          <a:p>
            <a:endParaRPr lang="zh-CN" altLang="en-US"/>
          </a:p>
        </p:txBody>
      </p:sp>
      <p:sp>
        <p:nvSpPr>
          <p:cNvPr id="7" name="Text 5"/>
          <p:cNvSpPr/>
          <p:nvPr/>
        </p:nvSpPr>
        <p:spPr>
          <a:xfrm>
            <a:off x="365760" y="1280160"/>
            <a:ext cx="5608320" cy="463296"/>
          </a:xfrm>
          <a:prstGeom prst="rect">
            <a:avLst/>
          </a:prstGeom>
          <a:noFill/>
          <a:ln/>
        </p:spPr>
        <p:txBody>
          <a:bodyPr wrap="square" lIns="0" tIns="0" rIns="0" bIns="0" rtlCol="0" anchor="ctr"/>
          <a:lstStyle/>
          <a:p>
            <a:pPr algn="ctr" defTabSz="1219170"/>
            <a:r>
              <a:rPr lang="en-US" sz="1600" b="1" kern="0" spc="267" dirty="0">
                <a:solidFill>
                  <a:srgbClr val="FFFFFF"/>
                </a:solidFill>
                <a:latin typeface="Calibri" pitchFamily="34" charset="0"/>
                <a:ea typeface="Calibri" pitchFamily="34" charset="-122"/>
                <a:cs typeface="Calibri" pitchFamily="34" charset="-120"/>
              </a:rPr>
              <a:t>BEST SUITED TO</a:t>
            </a:r>
            <a:endParaRPr lang="en-US" sz="1600" dirty="0">
              <a:solidFill>
                <a:prstClr val="black"/>
              </a:solidFill>
              <a:latin typeface="Calibri" panose="020F0502020204030204"/>
            </a:endParaRPr>
          </a:p>
        </p:txBody>
      </p:sp>
      <p:sp>
        <p:nvSpPr>
          <p:cNvPr id="8" name="Shape 6"/>
          <p:cNvSpPr/>
          <p:nvPr/>
        </p:nvSpPr>
        <p:spPr>
          <a:xfrm>
            <a:off x="365760" y="1743456"/>
            <a:ext cx="5608320" cy="3925824"/>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9" name="Text 7"/>
          <p:cNvSpPr/>
          <p:nvPr/>
        </p:nvSpPr>
        <p:spPr>
          <a:xfrm>
            <a:off x="585216" y="1828800"/>
            <a:ext cx="5145024" cy="3779520"/>
          </a:xfrm>
          <a:prstGeom prst="rect">
            <a:avLst/>
          </a:prstGeom>
          <a:noFill/>
          <a:ln/>
        </p:spPr>
        <p:txBody>
          <a:bodyPr wrap="square" lIns="101600" tIns="101600" rIns="101600" bIns="101600" rtlCol="0" anchor="t"/>
          <a:lstStyle/>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Small to medium-scale projects</a:t>
            </a:r>
            <a:endParaRPr lang="en-US" sz="1667"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where requirements are expected to evolve or are not fully defined at the outset.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Projects requiring frequent client involvement</a:t>
            </a:r>
            <a:r>
              <a:rPr lang="en-US" sz="1600" dirty="0">
                <a:solidFill>
                  <a:srgbClr val="1A1A2E"/>
                </a:solidFill>
                <a:latin typeface="Calibri" pitchFamily="34" charset="0"/>
                <a:ea typeface="Calibri" pitchFamily="34" charset="-122"/>
                <a:cs typeface="Calibri" pitchFamily="34" charset="-120"/>
              </a:rPr>
              <a:t> and rapid delivery of working features.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Web and mobile application development</a:t>
            </a:r>
            <a:r>
              <a:rPr lang="en-US" sz="1600" dirty="0">
                <a:solidFill>
                  <a:srgbClr val="1A1A2E"/>
                </a:solidFill>
                <a:latin typeface="Calibri" pitchFamily="34" charset="0"/>
                <a:ea typeface="Calibri" pitchFamily="34" charset="-122"/>
                <a:cs typeface="Calibri" pitchFamily="34" charset="-120"/>
              </a:rPr>
              <a:t> where user feedback can be quickly incorporated.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1D6A3A"/>
                </a:solidFill>
                <a:latin typeface="Calibri" pitchFamily="34" charset="0"/>
                <a:ea typeface="Calibri" pitchFamily="34" charset="-122"/>
                <a:cs typeface="Calibri" pitchFamily="34" charset="-120"/>
              </a:rPr>
              <a:t>Start-up and innovation environments</a:t>
            </a:r>
            <a:r>
              <a:rPr lang="en-US" sz="1600" dirty="0">
                <a:solidFill>
                  <a:srgbClr val="1A1A2E"/>
                </a:solidFill>
                <a:latin typeface="Calibri" pitchFamily="34" charset="0"/>
                <a:ea typeface="Calibri" pitchFamily="34" charset="-122"/>
                <a:cs typeface="Calibri" pitchFamily="34" charset="-120"/>
              </a:rPr>
              <a:t> where adaptability and speed are critical.</a:t>
            </a:r>
            <a:endParaRPr lang="en-US" sz="1667" dirty="0">
              <a:solidFill>
                <a:prstClr val="black"/>
              </a:solidFill>
              <a:latin typeface="Calibri" panose="020F0502020204030204"/>
            </a:endParaRPr>
          </a:p>
        </p:txBody>
      </p:sp>
      <p:sp>
        <p:nvSpPr>
          <p:cNvPr id="10" name="Shape 8"/>
          <p:cNvSpPr/>
          <p:nvPr/>
        </p:nvSpPr>
        <p:spPr>
          <a:xfrm>
            <a:off x="365760" y="5754624"/>
            <a:ext cx="5608320" cy="999744"/>
          </a:xfrm>
          <a:prstGeom prst="rect">
            <a:avLst/>
          </a:prstGeom>
          <a:solidFill>
            <a:srgbClr val="FFFFFF"/>
          </a:solidFill>
          <a:ln w="12700">
            <a:solidFill>
              <a:srgbClr val="1D6A3A"/>
            </a:solidFill>
            <a:prstDash val="solid"/>
          </a:ln>
        </p:spPr>
        <p:txBody>
          <a:bodyPr/>
          <a:lstStyle/>
          <a:p>
            <a:endParaRPr lang="zh-CN" altLang="en-US"/>
          </a:p>
        </p:txBody>
      </p:sp>
      <p:sp>
        <p:nvSpPr>
          <p:cNvPr id="11" name="Text 9"/>
          <p:cNvSpPr/>
          <p:nvPr/>
        </p:nvSpPr>
        <p:spPr>
          <a:xfrm>
            <a:off x="548640" y="5754624"/>
            <a:ext cx="5242560" cy="999744"/>
          </a:xfrm>
          <a:prstGeom prst="rect">
            <a:avLst/>
          </a:prstGeom>
          <a:noFill/>
          <a:ln/>
        </p:spPr>
        <p:txBody>
          <a:bodyPr wrap="square" lIns="101600" tIns="101600" rIns="101600" bIns="101600" rtlCol="0" anchor="ctr"/>
          <a:lstStyle/>
          <a:p>
            <a:pPr defTabSz="1219170"/>
            <a:r>
              <a:rPr lang="en-US" sz="1533" b="1" dirty="0">
                <a:solidFill>
                  <a:srgbClr val="1D6A3A"/>
                </a:solidFill>
                <a:latin typeface="Calibri" pitchFamily="34" charset="0"/>
                <a:ea typeface="Calibri" pitchFamily="34" charset="-122"/>
                <a:cs typeface="Calibri" pitchFamily="34" charset="-120"/>
              </a:rPr>
              <a:t>Examples:  </a:t>
            </a:r>
            <a:r>
              <a:rPr lang="en-US" sz="1533" dirty="0">
                <a:solidFill>
                  <a:srgbClr val="1A1A2E"/>
                </a:solidFill>
                <a:latin typeface="Calibri" pitchFamily="34" charset="0"/>
                <a:ea typeface="Calibri" pitchFamily="34" charset="-122"/>
                <a:cs typeface="Calibri" pitchFamily="34" charset="-120"/>
              </a:rPr>
              <a:t>A social media platform releasing core features first, then adding functionality based on user feedback.  A school app shaped by administrator and parent feedback after each sprint.</a:t>
            </a:r>
            <a:endParaRPr lang="en-US" sz="1533" dirty="0">
              <a:solidFill>
                <a:prstClr val="black"/>
              </a:solidFill>
              <a:latin typeface="Calibri" panose="020F0502020204030204"/>
            </a:endParaRPr>
          </a:p>
        </p:txBody>
      </p:sp>
      <p:sp>
        <p:nvSpPr>
          <p:cNvPr id="12" name="Shape 10"/>
          <p:cNvSpPr/>
          <p:nvPr/>
        </p:nvSpPr>
        <p:spPr>
          <a:xfrm>
            <a:off x="6217920" y="1280160"/>
            <a:ext cx="5608320" cy="463296"/>
          </a:xfrm>
          <a:prstGeom prst="rect">
            <a:avLst/>
          </a:prstGeom>
          <a:solidFill>
            <a:srgbClr val="C0392B"/>
          </a:solidFill>
          <a:ln w="12700">
            <a:solidFill>
              <a:srgbClr val="C0392B"/>
            </a:solidFill>
            <a:prstDash val="solid"/>
          </a:ln>
        </p:spPr>
        <p:txBody>
          <a:bodyPr/>
          <a:lstStyle/>
          <a:p>
            <a:endParaRPr lang="zh-CN" altLang="en-US"/>
          </a:p>
        </p:txBody>
      </p:sp>
      <p:sp>
        <p:nvSpPr>
          <p:cNvPr id="13" name="Text 11"/>
          <p:cNvSpPr/>
          <p:nvPr/>
        </p:nvSpPr>
        <p:spPr>
          <a:xfrm>
            <a:off x="6217920" y="1280160"/>
            <a:ext cx="5608320" cy="463296"/>
          </a:xfrm>
          <a:prstGeom prst="rect">
            <a:avLst/>
          </a:prstGeom>
          <a:noFill/>
          <a:ln/>
        </p:spPr>
        <p:txBody>
          <a:bodyPr wrap="square" lIns="0" tIns="0" rIns="0" bIns="0" rtlCol="0" anchor="ctr"/>
          <a:lstStyle/>
          <a:p>
            <a:pPr algn="ctr" defTabSz="1219170"/>
            <a:r>
              <a:rPr lang="en-US" sz="1600" b="1" kern="0" spc="267" dirty="0">
                <a:solidFill>
                  <a:srgbClr val="FFFFFF"/>
                </a:solidFill>
                <a:latin typeface="Calibri" pitchFamily="34" charset="0"/>
                <a:ea typeface="Calibri" pitchFamily="34" charset="-122"/>
                <a:cs typeface="Calibri" pitchFamily="34" charset="-120"/>
              </a:rPr>
              <a:t>NOT WELL SUITED TO</a:t>
            </a:r>
            <a:endParaRPr lang="en-US" sz="1600" dirty="0">
              <a:solidFill>
                <a:prstClr val="black"/>
              </a:solidFill>
              <a:latin typeface="Calibri" panose="020F0502020204030204"/>
            </a:endParaRPr>
          </a:p>
        </p:txBody>
      </p:sp>
      <p:sp>
        <p:nvSpPr>
          <p:cNvPr id="14" name="Shape 12"/>
          <p:cNvSpPr/>
          <p:nvPr/>
        </p:nvSpPr>
        <p:spPr>
          <a:xfrm>
            <a:off x="6217920" y="1743456"/>
            <a:ext cx="5608320" cy="3925824"/>
          </a:xfrm>
          <a:prstGeom prst="rect">
            <a:avLst/>
          </a:prstGeom>
          <a:solidFill>
            <a:srgbClr val="FDECEA"/>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5" name="Text 13"/>
          <p:cNvSpPr/>
          <p:nvPr/>
        </p:nvSpPr>
        <p:spPr>
          <a:xfrm>
            <a:off x="6400800" y="1828800"/>
            <a:ext cx="5145024" cy="3779520"/>
          </a:xfrm>
          <a:prstGeom prst="rect">
            <a:avLst/>
          </a:prstGeom>
          <a:noFill/>
          <a:ln/>
        </p:spPr>
        <p:txBody>
          <a:bodyPr wrap="square" lIns="101600" tIns="101600" rIns="101600" bIns="101600" rtlCol="0" anchor="t"/>
          <a:lstStyle/>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Large-scale projects with fixed regulatory requirements</a:t>
            </a:r>
            <a:endParaRPr lang="en-US" sz="1667"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such as government infrastructure or medical devices, where formal sign-off is mandatory.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Projects where the client cannot be regularly involved</a:t>
            </a:r>
            <a:r>
              <a:rPr lang="en-US" sz="1600" dirty="0">
                <a:solidFill>
                  <a:srgbClr val="1A1A2E"/>
                </a:solidFill>
                <a:latin typeface="Calibri" pitchFamily="34" charset="0"/>
                <a:ea typeface="Calibri" pitchFamily="34" charset="-122"/>
                <a:cs typeface="Calibri" pitchFamily="34" charset="-120"/>
              </a:rPr>
              <a:t> in reviews and feedback sessions.
</a:t>
            </a:r>
            <a:endParaRPr lang="en-US" sz="1667" dirty="0">
              <a:solidFill>
                <a:prstClr val="black"/>
              </a:solidFill>
              <a:latin typeface="Calibri" panose="020F0502020204030204"/>
            </a:endParaRPr>
          </a:p>
          <a:p>
            <a:pPr marL="457189" indent="-457189" defTabSz="1219170">
              <a:buSzPct val="100000"/>
              <a:buFontTx/>
              <a:buChar char="•"/>
            </a:pPr>
            <a:r>
              <a:rPr lang="en-US" sz="1667" b="1" dirty="0">
                <a:solidFill>
                  <a:srgbClr val="C0392B"/>
                </a:solidFill>
                <a:latin typeface="Calibri" pitchFamily="34" charset="0"/>
                <a:ea typeface="Calibri" pitchFamily="34" charset="-122"/>
                <a:cs typeface="Calibri" pitchFamily="34" charset="-120"/>
              </a:rPr>
              <a:t>Fixed-price, fixed-scope contracts</a:t>
            </a:r>
            <a:r>
              <a:rPr lang="en-US" sz="1600" dirty="0">
                <a:solidFill>
                  <a:srgbClr val="1A1A2E"/>
                </a:solidFill>
                <a:latin typeface="Calibri" pitchFamily="34" charset="0"/>
                <a:ea typeface="Calibri" pitchFamily="34" charset="-122"/>
                <a:cs typeface="Calibri" pitchFamily="34" charset="-120"/>
              </a:rPr>
              <a:t> where the evolving nature of Agile requirements creates budget and timeline uncertainty.</a:t>
            </a:r>
            <a:endParaRPr lang="en-US" sz="1667" dirty="0">
              <a:solidFill>
                <a:prstClr val="black"/>
              </a:solidFill>
              <a:latin typeface="Calibri" panose="020F0502020204030204"/>
            </a:endParaRPr>
          </a:p>
        </p:txBody>
      </p:sp>
      <p:sp>
        <p:nvSpPr>
          <p:cNvPr id="16" name="Shape 14"/>
          <p:cNvSpPr/>
          <p:nvPr/>
        </p:nvSpPr>
        <p:spPr>
          <a:xfrm>
            <a:off x="6217920" y="5754624"/>
            <a:ext cx="5608320" cy="999744"/>
          </a:xfrm>
          <a:prstGeom prst="rect">
            <a:avLst/>
          </a:prstGeom>
          <a:solidFill>
            <a:srgbClr val="FFFFFF"/>
          </a:solidFill>
          <a:ln w="12700">
            <a:solidFill>
              <a:srgbClr val="C0392B"/>
            </a:solidFill>
            <a:prstDash val="solid"/>
          </a:ln>
        </p:spPr>
        <p:txBody>
          <a:bodyPr/>
          <a:lstStyle/>
          <a:p>
            <a:endParaRPr lang="zh-CN" altLang="en-US"/>
          </a:p>
        </p:txBody>
      </p:sp>
      <p:sp>
        <p:nvSpPr>
          <p:cNvPr id="17" name="Text 15"/>
          <p:cNvSpPr/>
          <p:nvPr/>
        </p:nvSpPr>
        <p:spPr>
          <a:xfrm>
            <a:off x="6400800" y="5754624"/>
            <a:ext cx="5242560" cy="999744"/>
          </a:xfrm>
          <a:prstGeom prst="rect">
            <a:avLst/>
          </a:prstGeom>
          <a:noFill/>
          <a:ln/>
        </p:spPr>
        <p:txBody>
          <a:bodyPr wrap="square" lIns="101600" tIns="101600" rIns="101600" bIns="101600" rtlCol="0" anchor="ctr"/>
          <a:lstStyle/>
          <a:p>
            <a:pPr defTabSz="1219170"/>
            <a:r>
              <a:rPr lang="en-US" sz="1533" b="1" dirty="0">
                <a:solidFill>
                  <a:srgbClr val="C0392B"/>
                </a:solidFill>
                <a:latin typeface="Calibri" pitchFamily="34" charset="0"/>
                <a:ea typeface="Calibri" pitchFamily="34" charset="-122"/>
                <a:cs typeface="Calibri" pitchFamily="34" charset="-120"/>
              </a:rPr>
              <a:t>Better approach:  </a:t>
            </a:r>
            <a:r>
              <a:rPr lang="en-US" sz="1533" dirty="0">
                <a:solidFill>
                  <a:srgbClr val="1A1A2E"/>
                </a:solidFill>
                <a:latin typeface="Calibri" pitchFamily="34" charset="0"/>
                <a:ea typeface="Calibri" pitchFamily="34" charset="-122"/>
                <a:cs typeface="Calibri" pitchFamily="34" charset="-120"/>
              </a:rPr>
              <a:t>These environments are better served by Waterfall or WAgile, where formal documentation, fixed requirements, and stage-by-stage sign-off are maintained.</a:t>
            </a:r>
            <a:endParaRPr lang="en-US" sz="1533"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Advantages and Disadvantages</a:t>
            </a:r>
            <a:endParaRPr lang="en-US" sz="2933" dirty="0">
              <a:solidFill>
                <a:prstClr val="black"/>
              </a:solidFill>
              <a:latin typeface="Calibri" panose="020F0502020204030204"/>
            </a:endParaRPr>
          </a:p>
        </p:txBody>
      </p:sp>
      <p:sp>
        <p:nvSpPr>
          <p:cNvPr id="4" name="Shape 2"/>
          <p:cNvSpPr/>
          <p:nvPr/>
        </p:nvSpPr>
        <p:spPr>
          <a:xfrm>
            <a:off x="0" y="1036320"/>
            <a:ext cx="12192000" cy="243840"/>
          </a:xfrm>
          <a:prstGeom prst="rect">
            <a:avLst/>
          </a:prstGeom>
          <a:solidFill>
            <a:srgbClr val="D4EDE9"/>
          </a:solidFill>
          <a:ln w="12700">
            <a:solidFill>
              <a:srgbClr val="D4EDE9"/>
            </a:solidFill>
            <a:prstDash val="solid"/>
          </a:ln>
        </p:spPr>
        <p:txBody>
          <a:bodyPr/>
          <a:lstStyle/>
          <a:p>
            <a:endParaRPr lang="zh-CN" altLang="en-US" dirty="0"/>
          </a:p>
        </p:txBody>
      </p:sp>
      <p:sp>
        <p:nvSpPr>
          <p:cNvPr id="5" name="Text 3"/>
          <p:cNvSpPr/>
          <p:nvPr/>
        </p:nvSpPr>
        <p:spPr>
          <a:xfrm>
            <a:off x="426720" y="1036320"/>
            <a:ext cx="11338560" cy="341376"/>
          </a:xfrm>
          <a:prstGeom prst="rect">
            <a:avLst/>
          </a:prstGeom>
          <a:noFill/>
          <a:ln/>
        </p:spPr>
        <p:txBody>
          <a:bodyPr wrap="square" lIns="0" tIns="0" rIns="0" bIns="0" rtlCol="0" anchor="ctr"/>
          <a:lstStyle/>
          <a:p>
            <a:pPr algn="ctr" defTabSz="1219170"/>
            <a:r>
              <a:rPr lang="en-US" sz="1600" i="1" dirty="0">
                <a:solidFill>
                  <a:srgbClr val="1B3A6B"/>
                </a:solidFill>
                <a:latin typeface="Calibri" pitchFamily="34" charset="0"/>
                <a:ea typeface="Calibri" pitchFamily="34" charset="-122"/>
                <a:cs typeface="Calibri" pitchFamily="34" charset="-120"/>
              </a:rPr>
              <a:t>Evaluating the strengths and limitations of the Agile model</a:t>
            </a:r>
            <a:endParaRPr lang="en-US" sz="1600" dirty="0">
              <a:solidFill>
                <a:prstClr val="black"/>
              </a:solidFill>
              <a:latin typeface="Calibri" panose="020F0502020204030204"/>
            </a:endParaRPr>
          </a:p>
        </p:txBody>
      </p:sp>
      <p:graphicFrame>
        <p:nvGraphicFramePr>
          <p:cNvPr id="9" name="Table 0"/>
          <p:cNvGraphicFramePr>
            <a:graphicFrameLocks noGrp="1"/>
          </p:cNvGraphicFramePr>
          <p:nvPr>
            <p:extLst>
              <p:ext uri="{D42A27DB-BD31-4B8C-83A1-F6EECF244321}">
                <p14:modId xmlns:p14="http://schemas.microsoft.com/office/powerpoint/2010/main" val="1579554753"/>
              </p:ext>
            </p:extLst>
          </p:nvPr>
        </p:nvGraphicFramePr>
        <p:xfrm>
          <a:off x="365760" y="1455174"/>
          <a:ext cx="11460480" cy="4945626"/>
        </p:xfrm>
        <a:graphic>
          <a:graphicData uri="http://schemas.openxmlformats.org/drawingml/2006/table">
            <a:tbl>
              <a:tblPr/>
              <a:tblGrid>
                <a:gridCol w="19507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56506">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Aspect</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6B"/>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Advantage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6A3A"/>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Disadvantage</a:t>
                      </a:r>
                      <a:endParaRPr lang="en-US" sz="18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Flexibility</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Adapts readily to changing requirements throughout the project.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Scope creep is a significant risk if requirements are not carefully managed.</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Client Involvement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Continuous stakeholder feedback ensures the product meets real user needs.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Requires significant and sustained client time commitment throughout the project.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Delivery</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Working software delivered after every iteration, providing early value.</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No single, complete final product is delivered at a fixed point in time.</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Defects and misalignments are identified early within each iteration.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Difficult to predict total project cost and timeline upfront.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Documentation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Reduced documentation overhead allows more focus on development.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Insufficient documentation can cause problems for maintenance and handover.</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1B3A6B"/>
                          </a:solidFill>
                          <a:latin typeface="Calibri" pitchFamily="34" charset="0"/>
                          <a:ea typeface="Calibri" pitchFamily="34" charset="-122"/>
                          <a:cs typeface="Calibri" pitchFamily="34" charset="-120"/>
                        </a:rPr>
                        <a:t>Quality</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Continuous testing within each iteration maintains code quality.</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Requires a disciplined, experienced team to maintain quality under iteration pressure.</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Common Mistakes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243840"/>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Errors frequently made by students when discussing the Agile model</a:t>
            </a:r>
            <a:endParaRPr lang="en-US" sz="1333" dirty="0">
              <a:solidFill>
                <a:prstClr val="black"/>
              </a:solidFill>
              <a:latin typeface="Calibri" panose="020F0502020204030204"/>
            </a:endParaRPr>
          </a:p>
        </p:txBody>
      </p:sp>
      <p:sp>
        <p:nvSpPr>
          <p:cNvPr id="6" name="Shape 4"/>
          <p:cNvSpPr/>
          <p:nvPr/>
        </p:nvSpPr>
        <p:spPr>
          <a:xfrm>
            <a:off x="365760" y="12801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7" name="Shape 5"/>
          <p:cNvSpPr/>
          <p:nvPr/>
        </p:nvSpPr>
        <p:spPr>
          <a:xfrm>
            <a:off x="365760" y="12801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8" name="Text 6"/>
          <p:cNvSpPr/>
          <p:nvPr/>
        </p:nvSpPr>
        <p:spPr>
          <a:xfrm>
            <a:off x="365760" y="12801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01</a:t>
            </a:r>
            <a:endParaRPr lang="en-US" sz="2133" dirty="0">
              <a:solidFill>
                <a:prstClr val="black"/>
              </a:solidFill>
              <a:latin typeface="Calibri" panose="020F0502020204030204"/>
            </a:endParaRPr>
          </a:p>
        </p:txBody>
      </p:sp>
      <p:sp>
        <p:nvSpPr>
          <p:cNvPr id="9" name="Text 7"/>
          <p:cNvSpPr/>
          <p:nvPr/>
        </p:nvSpPr>
        <p:spPr>
          <a:xfrm>
            <a:off x="1121664" y="13776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0" name="Text 8"/>
          <p:cNvSpPr/>
          <p:nvPr/>
        </p:nvSpPr>
        <p:spPr>
          <a:xfrm>
            <a:off x="1121664" y="15971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Agile has no structure</a:t>
            </a:r>
            <a:endParaRPr lang="en-US" sz="1600" dirty="0">
              <a:solidFill>
                <a:prstClr val="black"/>
              </a:solidFill>
              <a:latin typeface="Calibri" panose="020F0502020204030204"/>
            </a:endParaRPr>
          </a:p>
        </p:txBody>
      </p:sp>
      <p:sp>
        <p:nvSpPr>
          <p:cNvPr id="11" name="Text 9"/>
          <p:cNvSpPr/>
          <p:nvPr/>
        </p:nvSpPr>
        <p:spPr>
          <a:xfrm>
            <a:off x="1121664" y="19872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Agile follows a defined iteration workflow with clear phases within each cycle. It is not simply unplanned or ad hoc development.</a:t>
            </a:r>
            <a:endParaRPr lang="en-US" sz="1400" dirty="0">
              <a:solidFill>
                <a:prstClr val="black"/>
              </a:solidFill>
              <a:latin typeface="Calibri" panose="020F0502020204030204"/>
            </a:endParaRPr>
          </a:p>
        </p:txBody>
      </p:sp>
      <p:sp>
        <p:nvSpPr>
          <p:cNvPr id="12" name="Shape 10"/>
          <p:cNvSpPr/>
          <p:nvPr/>
        </p:nvSpPr>
        <p:spPr>
          <a:xfrm>
            <a:off x="6156960" y="12801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3" name="Shape 11"/>
          <p:cNvSpPr/>
          <p:nvPr/>
        </p:nvSpPr>
        <p:spPr>
          <a:xfrm>
            <a:off x="6156960" y="12801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14" name="Text 12"/>
          <p:cNvSpPr/>
          <p:nvPr/>
        </p:nvSpPr>
        <p:spPr>
          <a:xfrm>
            <a:off x="6156960" y="12801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02</a:t>
            </a:r>
            <a:endParaRPr lang="en-US" sz="2133" dirty="0">
              <a:solidFill>
                <a:prstClr val="black"/>
              </a:solidFill>
              <a:latin typeface="Calibri" panose="020F0502020204030204"/>
            </a:endParaRPr>
          </a:p>
        </p:txBody>
      </p:sp>
      <p:sp>
        <p:nvSpPr>
          <p:cNvPr id="15" name="Text 13"/>
          <p:cNvSpPr/>
          <p:nvPr/>
        </p:nvSpPr>
        <p:spPr>
          <a:xfrm>
            <a:off x="6912864" y="13776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6" name="Text 14"/>
          <p:cNvSpPr/>
          <p:nvPr/>
        </p:nvSpPr>
        <p:spPr>
          <a:xfrm>
            <a:off x="6912864" y="15971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Agile has no documentation</a:t>
            </a:r>
            <a:endParaRPr lang="en-US" sz="1600" dirty="0">
              <a:solidFill>
                <a:prstClr val="black"/>
              </a:solidFill>
              <a:latin typeface="Calibri" panose="020F0502020204030204"/>
            </a:endParaRPr>
          </a:p>
        </p:txBody>
      </p:sp>
      <p:sp>
        <p:nvSpPr>
          <p:cNvPr id="17" name="Text 15"/>
          <p:cNvSpPr/>
          <p:nvPr/>
        </p:nvSpPr>
        <p:spPr>
          <a:xfrm>
            <a:off x="6912864" y="19872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Agile produces just enough documentation — it is reduced relative to Waterfall, not eliminated. Documentation still exists for design, testing, and review.</a:t>
            </a:r>
            <a:endParaRPr lang="en-US" sz="1400" dirty="0">
              <a:solidFill>
                <a:prstClr val="black"/>
              </a:solidFill>
              <a:latin typeface="Calibri" panose="020F0502020204030204"/>
            </a:endParaRPr>
          </a:p>
        </p:txBody>
      </p:sp>
      <p:sp>
        <p:nvSpPr>
          <p:cNvPr id="18" name="Shape 16"/>
          <p:cNvSpPr/>
          <p:nvPr/>
        </p:nvSpPr>
        <p:spPr>
          <a:xfrm>
            <a:off x="365760" y="31089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9" name="Shape 17"/>
          <p:cNvSpPr/>
          <p:nvPr/>
        </p:nvSpPr>
        <p:spPr>
          <a:xfrm>
            <a:off x="365760" y="31089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20" name="Text 18"/>
          <p:cNvSpPr/>
          <p:nvPr/>
        </p:nvSpPr>
        <p:spPr>
          <a:xfrm>
            <a:off x="365760" y="31089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03</a:t>
            </a:r>
            <a:endParaRPr lang="en-US" sz="2133" dirty="0">
              <a:solidFill>
                <a:prstClr val="black"/>
              </a:solidFill>
              <a:latin typeface="Calibri" panose="020F0502020204030204"/>
            </a:endParaRPr>
          </a:p>
        </p:txBody>
      </p:sp>
      <p:sp>
        <p:nvSpPr>
          <p:cNvPr id="21" name="Text 19"/>
          <p:cNvSpPr/>
          <p:nvPr/>
        </p:nvSpPr>
        <p:spPr>
          <a:xfrm>
            <a:off x="1121664" y="32064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2" name="Text 20"/>
          <p:cNvSpPr/>
          <p:nvPr/>
        </p:nvSpPr>
        <p:spPr>
          <a:xfrm>
            <a:off x="1121664" y="34259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Method tailoring = abandoning Agile</a:t>
            </a:r>
            <a:endParaRPr lang="en-US" sz="1600" dirty="0">
              <a:solidFill>
                <a:prstClr val="black"/>
              </a:solidFill>
              <a:latin typeface="Calibri" panose="020F0502020204030204"/>
            </a:endParaRPr>
          </a:p>
        </p:txBody>
      </p:sp>
      <p:sp>
        <p:nvSpPr>
          <p:cNvPr id="23" name="Text 21"/>
          <p:cNvSpPr/>
          <p:nvPr/>
        </p:nvSpPr>
        <p:spPr>
          <a:xfrm>
            <a:off x="1121664" y="38160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The core Agile values — working software, collaboration, responding to change, customer involvement — must be preserved regardless of how the method is tailored.</a:t>
            </a:r>
            <a:endParaRPr lang="en-US" sz="1400" dirty="0">
              <a:solidFill>
                <a:prstClr val="black"/>
              </a:solidFill>
              <a:latin typeface="Calibri" panose="020F0502020204030204"/>
            </a:endParaRPr>
          </a:p>
        </p:txBody>
      </p:sp>
      <p:sp>
        <p:nvSpPr>
          <p:cNvPr id="24" name="Shape 22"/>
          <p:cNvSpPr/>
          <p:nvPr/>
        </p:nvSpPr>
        <p:spPr>
          <a:xfrm>
            <a:off x="6156960" y="31089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25" name="Shape 23"/>
          <p:cNvSpPr/>
          <p:nvPr/>
        </p:nvSpPr>
        <p:spPr>
          <a:xfrm>
            <a:off x="6156960" y="31089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26" name="Text 24"/>
          <p:cNvSpPr/>
          <p:nvPr/>
        </p:nvSpPr>
        <p:spPr>
          <a:xfrm>
            <a:off x="6156960" y="31089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04</a:t>
            </a:r>
            <a:endParaRPr lang="en-US" sz="2133" dirty="0">
              <a:solidFill>
                <a:prstClr val="black"/>
              </a:solidFill>
              <a:latin typeface="Calibri" panose="020F0502020204030204"/>
            </a:endParaRPr>
          </a:p>
        </p:txBody>
      </p:sp>
      <p:sp>
        <p:nvSpPr>
          <p:cNvPr id="27" name="Text 25"/>
          <p:cNvSpPr/>
          <p:nvPr/>
        </p:nvSpPr>
        <p:spPr>
          <a:xfrm>
            <a:off x="6912864" y="32064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8" name="Text 26"/>
          <p:cNvSpPr/>
          <p:nvPr/>
        </p:nvSpPr>
        <p:spPr>
          <a:xfrm>
            <a:off x="6912864" y="34259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Agile is always superior to Waterfall</a:t>
            </a:r>
            <a:endParaRPr lang="en-US" sz="1600" dirty="0">
              <a:solidFill>
                <a:prstClr val="black"/>
              </a:solidFill>
              <a:latin typeface="Calibri" panose="020F0502020204030204"/>
            </a:endParaRPr>
          </a:p>
        </p:txBody>
      </p:sp>
      <p:sp>
        <p:nvSpPr>
          <p:cNvPr id="29" name="Text 27"/>
          <p:cNvSpPr/>
          <p:nvPr/>
        </p:nvSpPr>
        <p:spPr>
          <a:xfrm>
            <a:off x="6912864" y="38160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Agile is poorly suited to projects with fixed, legally defined requirements or where formal documentation and stage-by-stage sign-off are mandatory.</a:t>
            </a:r>
            <a:endParaRPr lang="en-US" sz="1400" dirty="0">
              <a:solidFill>
                <a:prstClr val="black"/>
              </a:solidFill>
              <a:latin typeface="Calibri" panose="020F0502020204030204"/>
            </a:endParaRPr>
          </a:p>
        </p:txBody>
      </p:sp>
      <p:sp>
        <p:nvSpPr>
          <p:cNvPr id="30" name="Shape 28"/>
          <p:cNvSpPr/>
          <p:nvPr/>
        </p:nvSpPr>
        <p:spPr>
          <a:xfrm>
            <a:off x="365760" y="49377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31" name="Shape 29"/>
          <p:cNvSpPr/>
          <p:nvPr/>
        </p:nvSpPr>
        <p:spPr>
          <a:xfrm>
            <a:off x="365760" y="49377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32" name="Text 30"/>
          <p:cNvSpPr/>
          <p:nvPr/>
        </p:nvSpPr>
        <p:spPr>
          <a:xfrm>
            <a:off x="365760" y="49377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05</a:t>
            </a:r>
            <a:endParaRPr lang="en-US" sz="2133" dirty="0">
              <a:solidFill>
                <a:prstClr val="black"/>
              </a:solidFill>
              <a:latin typeface="Calibri" panose="020F0502020204030204"/>
            </a:endParaRPr>
          </a:p>
        </p:txBody>
      </p:sp>
      <p:sp>
        <p:nvSpPr>
          <p:cNvPr id="33" name="Text 31"/>
          <p:cNvSpPr/>
          <p:nvPr/>
        </p:nvSpPr>
        <p:spPr>
          <a:xfrm>
            <a:off x="1121664" y="50352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34" name="Text 32"/>
          <p:cNvSpPr/>
          <p:nvPr/>
        </p:nvSpPr>
        <p:spPr>
          <a:xfrm>
            <a:off x="1121664" y="52547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Omitting stakeholder feedback</a:t>
            </a:r>
            <a:endParaRPr lang="en-US" sz="1600" dirty="0">
              <a:solidFill>
                <a:prstClr val="black"/>
              </a:solidFill>
              <a:latin typeface="Calibri" panose="020F0502020204030204"/>
            </a:endParaRPr>
          </a:p>
        </p:txBody>
      </p:sp>
      <p:sp>
        <p:nvSpPr>
          <p:cNvPr id="35" name="Text 33"/>
          <p:cNvSpPr/>
          <p:nvPr/>
        </p:nvSpPr>
        <p:spPr>
          <a:xfrm>
            <a:off x="1121664" y="56448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Stakeholder feedback is the central mechanism by which Agile responds to change. It must be explicitly mentioned when describing the iteration review phase.</a:t>
            </a:r>
            <a:endParaRPr lang="en-US" sz="1400" dirty="0">
              <a:solidFill>
                <a:prstClr val="black"/>
              </a:solidFill>
              <a:latin typeface="Calibri" panose="020F0502020204030204"/>
            </a:endParaRPr>
          </a:p>
        </p:txBody>
      </p:sp>
      <p:sp>
        <p:nvSpPr>
          <p:cNvPr id="36" name="Shape 34"/>
          <p:cNvSpPr/>
          <p:nvPr/>
        </p:nvSpPr>
        <p:spPr>
          <a:xfrm>
            <a:off x="6156960" y="4937760"/>
            <a:ext cx="5486400" cy="1682496"/>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37" name="Shape 35"/>
          <p:cNvSpPr/>
          <p:nvPr/>
        </p:nvSpPr>
        <p:spPr>
          <a:xfrm>
            <a:off x="6156960" y="4937760"/>
            <a:ext cx="670560" cy="1682496"/>
          </a:xfrm>
          <a:prstGeom prst="rect">
            <a:avLst/>
          </a:prstGeom>
          <a:solidFill>
            <a:srgbClr val="C0392B"/>
          </a:solidFill>
          <a:ln w="12700">
            <a:solidFill>
              <a:srgbClr val="C0392B"/>
            </a:solidFill>
            <a:prstDash val="solid"/>
          </a:ln>
        </p:spPr>
        <p:txBody>
          <a:bodyPr/>
          <a:lstStyle/>
          <a:p>
            <a:endParaRPr lang="zh-CN" altLang="en-US"/>
          </a:p>
        </p:txBody>
      </p:sp>
      <p:sp>
        <p:nvSpPr>
          <p:cNvPr id="38" name="Text 36"/>
          <p:cNvSpPr/>
          <p:nvPr/>
        </p:nvSpPr>
        <p:spPr>
          <a:xfrm>
            <a:off x="6156960" y="4937760"/>
            <a:ext cx="670560" cy="1682496"/>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06</a:t>
            </a:r>
            <a:endParaRPr lang="en-US" sz="2133" dirty="0">
              <a:solidFill>
                <a:prstClr val="black"/>
              </a:solidFill>
              <a:latin typeface="Calibri" panose="020F0502020204030204"/>
            </a:endParaRPr>
          </a:p>
        </p:txBody>
      </p:sp>
      <p:sp>
        <p:nvSpPr>
          <p:cNvPr id="39" name="Text 37"/>
          <p:cNvSpPr/>
          <p:nvPr/>
        </p:nvSpPr>
        <p:spPr>
          <a:xfrm>
            <a:off x="6912864" y="503529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40" name="Text 38"/>
          <p:cNvSpPr/>
          <p:nvPr/>
        </p:nvSpPr>
        <p:spPr>
          <a:xfrm>
            <a:off x="6912864" y="5254752"/>
            <a:ext cx="4572000" cy="390144"/>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Vague language in evaluate responses</a:t>
            </a:r>
            <a:endParaRPr lang="en-US" sz="1600" dirty="0">
              <a:solidFill>
                <a:prstClr val="black"/>
              </a:solidFill>
              <a:latin typeface="Calibri" panose="020F0502020204030204"/>
            </a:endParaRPr>
          </a:p>
        </p:txBody>
      </p:sp>
      <p:sp>
        <p:nvSpPr>
          <p:cNvPr id="41" name="Text 39"/>
          <p:cNvSpPr/>
          <p:nvPr/>
        </p:nvSpPr>
        <p:spPr>
          <a:xfrm>
            <a:off x="6912864" y="5644896"/>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Avoid 'Agile is more flexible.' Instead, specify: flexible in what way, for what reason, and with what trade-off, linked to the project scenario.</a:t>
            </a:r>
            <a:endParaRPr lang="en-US" sz="1400"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P spid="35" grpId="0" animBg="1"/>
      <p:bldP spid="4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Exam Tip</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243840"/>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How to maximise marks when answering questions about the Agile model</a:t>
            </a:r>
            <a:endParaRPr lang="en-US" sz="1333" dirty="0">
              <a:solidFill>
                <a:prstClr val="black"/>
              </a:solidFill>
              <a:latin typeface="Calibri" panose="020F0502020204030204"/>
            </a:endParaRPr>
          </a:p>
        </p:txBody>
      </p:sp>
      <p:sp>
        <p:nvSpPr>
          <p:cNvPr id="6" name="Shape 4"/>
          <p:cNvSpPr/>
          <p:nvPr/>
        </p:nvSpPr>
        <p:spPr>
          <a:xfrm>
            <a:off x="0" y="1036320"/>
            <a:ext cx="219456" cy="5827776"/>
          </a:xfrm>
          <a:prstGeom prst="rect">
            <a:avLst/>
          </a:prstGeom>
          <a:solidFill>
            <a:srgbClr val="E8701A"/>
          </a:solidFill>
          <a:ln w="12700">
            <a:solidFill>
              <a:srgbClr val="E8701A"/>
            </a:solidFill>
            <a:prstDash val="solid"/>
          </a:ln>
        </p:spPr>
        <p:txBody>
          <a:bodyPr/>
          <a:lstStyle/>
          <a:p>
            <a:endParaRPr lang="zh-CN" altLang="en-US"/>
          </a:p>
        </p:txBody>
      </p:sp>
      <p:sp>
        <p:nvSpPr>
          <p:cNvPr id="7" name="Shape 5"/>
          <p:cNvSpPr/>
          <p:nvPr/>
        </p:nvSpPr>
        <p:spPr>
          <a:xfrm>
            <a:off x="365760" y="128016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8" name="Shape 6"/>
          <p:cNvSpPr/>
          <p:nvPr/>
        </p:nvSpPr>
        <p:spPr>
          <a:xfrm>
            <a:off x="365760" y="1280160"/>
            <a:ext cx="85344" cy="1219200"/>
          </a:xfrm>
          <a:prstGeom prst="rect">
            <a:avLst/>
          </a:prstGeom>
          <a:solidFill>
            <a:srgbClr val="E8701A"/>
          </a:solidFill>
          <a:ln w="12700">
            <a:solidFill>
              <a:srgbClr val="E8701A"/>
            </a:solidFill>
            <a:prstDash val="solid"/>
          </a:ln>
        </p:spPr>
        <p:txBody>
          <a:bodyPr/>
          <a:lstStyle/>
          <a:p>
            <a:endParaRPr lang="zh-CN" altLang="en-US"/>
          </a:p>
        </p:txBody>
      </p:sp>
      <p:sp>
        <p:nvSpPr>
          <p:cNvPr id="9" name="Text 7"/>
          <p:cNvSpPr/>
          <p:nvPr/>
        </p:nvSpPr>
        <p:spPr>
          <a:xfrm>
            <a:off x="609600" y="128016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Iteration Workflow:  </a:t>
            </a:r>
            <a:r>
              <a:rPr lang="en-US" sz="1600" dirty="0">
                <a:solidFill>
                  <a:srgbClr val="1A1A2E"/>
                </a:solidFill>
                <a:latin typeface="Calibri" pitchFamily="34" charset="0"/>
                <a:ea typeface="Calibri" pitchFamily="34" charset="-122"/>
                <a:cs typeface="Calibri" pitchFamily="34" charset="-120"/>
              </a:rPr>
              <a:t>Name and explain each phase of the iteration clearly — do not simply state that development is repeated. Examiners require specificity.</a:t>
            </a:r>
            <a:endParaRPr lang="en-US" sz="1667" dirty="0">
              <a:solidFill>
                <a:prstClr val="black"/>
              </a:solidFill>
              <a:latin typeface="Calibri" panose="020F0502020204030204"/>
            </a:endParaRPr>
          </a:p>
        </p:txBody>
      </p:sp>
      <p:sp>
        <p:nvSpPr>
          <p:cNvPr id="10" name="Shape 8"/>
          <p:cNvSpPr/>
          <p:nvPr/>
        </p:nvSpPr>
        <p:spPr>
          <a:xfrm>
            <a:off x="365760" y="262128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1" name="Shape 9"/>
          <p:cNvSpPr/>
          <p:nvPr/>
        </p:nvSpPr>
        <p:spPr>
          <a:xfrm>
            <a:off x="365760" y="2621280"/>
            <a:ext cx="85344" cy="1219200"/>
          </a:xfrm>
          <a:prstGeom prst="rect">
            <a:avLst/>
          </a:prstGeom>
          <a:solidFill>
            <a:srgbClr val="E8701A"/>
          </a:solidFill>
          <a:ln w="12700">
            <a:solidFill>
              <a:srgbClr val="E8701A"/>
            </a:solidFill>
            <a:prstDash val="solid"/>
          </a:ln>
        </p:spPr>
        <p:txBody>
          <a:bodyPr/>
          <a:lstStyle/>
          <a:p>
            <a:endParaRPr lang="zh-CN" altLang="en-US"/>
          </a:p>
        </p:txBody>
      </p:sp>
      <p:sp>
        <p:nvSpPr>
          <p:cNvPr id="12" name="Text 10"/>
          <p:cNvSpPr/>
          <p:nvPr/>
        </p:nvSpPr>
        <p:spPr>
          <a:xfrm>
            <a:off x="609600" y="262128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Evaluate Questions:  </a:t>
            </a:r>
            <a:r>
              <a:rPr lang="en-US" sz="1600" dirty="0">
                <a:solidFill>
                  <a:srgbClr val="1A1A2E"/>
                </a:solidFill>
                <a:latin typeface="Calibri" pitchFamily="34" charset="0"/>
                <a:ea typeface="Calibri" pitchFamily="34" charset="-122"/>
                <a:cs typeface="Calibri" pitchFamily="34" charset="-120"/>
              </a:rPr>
              <a:t>Always link Agile's characteristics to the specific project type in the question. Identify whether requirements are stable or evolving, and whether ongoing client involvement is feasible.</a:t>
            </a:r>
            <a:endParaRPr lang="en-US" sz="1667" dirty="0">
              <a:solidFill>
                <a:prstClr val="black"/>
              </a:solidFill>
              <a:latin typeface="Calibri" panose="020F0502020204030204"/>
            </a:endParaRPr>
          </a:p>
        </p:txBody>
      </p:sp>
      <p:sp>
        <p:nvSpPr>
          <p:cNvPr id="13" name="Shape 11"/>
          <p:cNvSpPr/>
          <p:nvPr/>
        </p:nvSpPr>
        <p:spPr>
          <a:xfrm>
            <a:off x="365760" y="396240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4" name="Shape 12"/>
          <p:cNvSpPr/>
          <p:nvPr/>
        </p:nvSpPr>
        <p:spPr>
          <a:xfrm>
            <a:off x="365760" y="3962400"/>
            <a:ext cx="85344" cy="1219200"/>
          </a:xfrm>
          <a:prstGeom prst="rect">
            <a:avLst/>
          </a:prstGeom>
          <a:solidFill>
            <a:srgbClr val="E8701A"/>
          </a:solidFill>
          <a:ln w="12700">
            <a:solidFill>
              <a:srgbClr val="E8701A"/>
            </a:solidFill>
            <a:prstDash val="solid"/>
          </a:ln>
        </p:spPr>
        <p:txBody>
          <a:bodyPr/>
          <a:lstStyle/>
          <a:p>
            <a:endParaRPr lang="zh-CN" altLang="en-US"/>
          </a:p>
        </p:txBody>
      </p:sp>
      <p:sp>
        <p:nvSpPr>
          <p:cNvPr id="15" name="Text 13"/>
          <p:cNvSpPr/>
          <p:nvPr/>
        </p:nvSpPr>
        <p:spPr>
          <a:xfrm>
            <a:off x="609600" y="396240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Method Tailoring:  </a:t>
            </a:r>
            <a:r>
              <a:rPr lang="en-US" sz="1600" dirty="0">
                <a:solidFill>
                  <a:srgbClr val="1A1A2E"/>
                </a:solidFill>
                <a:latin typeface="Calibri" pitchFamily="34" charset="0"/>
                <a:ea typeface="Calibri" pitchFamily="34" charset="-122"/>
                <a:cs typeface="Calibri" pitchFamily="34" charset="-120"/>
              </a:rPr>
              <a:t>When justifying specific adaptations, always explain the reason for the tailoring, not just the change itself. 'The team shortened sprints to one week because...' is more credible than 'the team changed sprint length.'</a:t>
            </a:r>
            <a:endParaRPr lang="en-US" sz="1667" dirty="0">
              <a:solidFill>
                <a:prstClr val="black"/>
              </a:solidFill>
              <a:latin typeface="Calibri" panose="020F0502020204030204"/>
            </a:endParaRPr>
          </a:p>
        </p:txBody>
      </p:sp>
      <p:sp>
        <p:nvSpPr>
          <p:cNvPr id="16" name="Shape 14"/>
          <p:cNvSpPr/>
          <p:nvPr/>
        </p:nvSpPr>
        <p:spPr>
          <a:xfrm>
            <a:off x="365760" y="530352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17" name="Shape 15"/>
          <p:cNvSpPr/>
          <p:nvPr/>
        </p:nvSpPr>
        <p:spPr>
          <a:xfrm>
            <a:off x="365760" y="5303520"/>
            <a:ext cx="85344" cy="1219200"/>
          </a:xfrm>
          <a:prstGeom prst="rect">
            <a:avLst/>
          </a:prstGeom>
          <a:solidFill>
            <a:srgbClr val="E8701A"/>
          </a:solidFill>
          <a:ln w="12700">
            <a:solidFill>
              <a:srgbClr val="E8701A"/>
            </a:solidFill>
            <a:prstDash val="solid"/>
          </a:ln>
        </p:spPr>
        <p:txBody>
          <a:bodyPr/>
          <a:lstStyle/>
          <a:p>
            <a:endParaRPr lang="zh-CN" altLang="en-US"/>
          </a:p>
        </p:txBody>
      </p:sp>
      <p:sp>
        <p:nvSpPr>
          <p:cNvPr id="18" name="Text 16"/>
          <p:cNvSpPr/>
          <p:nvPr/>
        </p:nvSpPr>
        <p:spPr>
          <a:xfrm>
            <a:off x="609600" y="530352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Avoid Vague Language:  </a:t>
            </a:r>
            <a:r>
              <a:rPr lang="en-US" sz="1600" dirty="0">
                <a:solidFill>
                  <a:srgbClr val="1A1A2E"/>
                </a:solidFill>
                <a:latin typeface="Calibri" pitchFamily="34" charset="0"/>
                <a:ea typeface="Calibri" pitchFamily="34" charset="-122"/>
                <a:cs typeface="Calibri" pitchFamily="34" charset="-120"/>
              </a:rPr>
              <a:t>Replace 'Agile is more flexible' with specific claims — flexible in what way, for what reason, and with what trade-off linked to the scenario provided in the question.</a:t>
            </a:r>
            <a:endParaRPr lang="en-US" sz="16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endParaRPr lang="zh-CN" altLang="en-US"/>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HSC Exam Practice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D4EDE9"/>
          </a:solidFill>
          <a:ln w="12700">
            <a:solidFill>
              <a:srgbClr val="D4EDE9"/>
            </a:solidFill>
            <a:prstDash val="solid"/>
          </a:ln>
        </p:spPr>
        <p:txBody>
          <a:bodyPr/>
          <a:lstStyle/>
          <a:p>
            <a:endParaRPr lang="zh-CN" altLang="en-US"/>
          </a:p>
        </p:txBody>
      </p:sp>
      <p:sp>
        <p:nvSpPr>
          <p:cNvPr id="5" name="Text 3"/>
          <p:cNvSpPr/>
          <p:nvPr/>
        </p:nvSpPr>
        <p:spPr>
          <a:xfrm>
            <a:off x="426720" y="1036320"/>
            <a:ext cx="11338560" cy="207264"/>
          </a:xfrm>
          <a:prstGeom prst="rect">
            <a:avLst/>
          </a:prstGeom>
          <a:noFill/>
          <a:ln/>
        </p:spPr>
        <p:txBody>
          <a:bodyPr wrap="square" lIns="0" tIns="0" rIns="0" bIns="0" rtlCol="0" anchor="ctr"/>
          <a:lstStyle/>
          <a:p>
            <a:pPr algn="ctr" defTabSz="1219170"/>
            <a:r>
              <a:rPr lang="en-US" sz="1333" i="1" dirty="0">
                <a:solidFill>
                  <a:srgbClr val="1B3A6B"/>
                </a:solidFill>
                <a:latin typeface="Calibri" pitchFamily="34" charset="0"/>
                <a:ea typeface="Calibri" pitchFamily="34" charset="-122"/>
                <a:cs typeface="Calibri" pitchFamily="34" charset="-120"/>
              </a:rPr>
              <a:t>Model Band 6 response — 6-mark question</a:t>
            </a:r>
            <a:endParaRPr lang="en-US" sz="1333" dirty="0">
              <a:solidFill>
                <a:prstClr val="black"/>
              </a:solidFill>
              <a:latin typeface="Calibri" panose="020F0502020204030204"/>
            </a:endParaRPr>
          </a:p>
        </p:txBody>
      </p:sp>
      <p:sp>
        <p:nvSpPr>
          <p:cNvPr id="6" name="Shape 4"/>
          <p:cNvSpPr/>
          <p:nvPr/>
        </p:nvSpPr>
        <p:spPr>
          <a:xfrm>
            <a:off x="365760" y="1243584"/>
            <a:ext cx="11460480" cy="999744"/>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7" name="Text 5"/>
          <p:cNvSpPr/>
          <p:nvPr/>
        </p:nvSpPr>
        <p:spPr>
          <a:xfrm>
            <a:off x="548640" y="1243584"/>
            <a:ext cx="11094720" cy="999744"/>
          </a:xfrm>
          <a:prstGeom prst="rect">
            <a:avLst/>
          </a:prstGeom>
          <a:noFill/>
          <a:ln/>
        </p:spPr>
        <p:txBody>
          <a:bodyPr wrap="square" lIns="135467" tIns="135467" rIns="135467" bIns="135467" rtlCol="0" anchor="ctr"/>
          <a:lstStyle/>
          <a:p>
            <a:pPr defTabSz="1219170"/>
            <a:r>
              <a:rPr lang="en-US" sz="1600" b="1" dirty="0">
                <a:solidFill>
                  <a:srgbClr val="9ADBD2"/>
                </a:solidFill>
                <a:latin typeface="Calibri" pitchFamily="34" charset="0"/>
                <a:ea typeface="Calibri" pitchFamily="34" charset="-122"/>
                <a:cs typeface="Calibri" pitchFamily="34" charset="-120"/>
              </a:rPr>
              <a:t>Question (6 marks):  </a:t>
            </a:r>
            <a:r>
              <a:rPr lang="en-US" sz="1600" dirty="0">
                <a:solidFill>
                  <a:srgbClr val="FFFFFF"/>
                </a:solidFill>
                <a:latin typeface="Calibri" pitchFamily="34" charset="0"/>
                <a:ea typeface="Calibri" pitchFamily="34" charset="-122"/>
                <a:cs typeface="Calibri" pitchFamily="34" charset="-120"/>
              </a:rPr>
              <a:t>Evaluate the suitability of the Agile software development approach for a small team developing a mobile fitness tracking application. In your response, refer to the rate of developing a final solution, iteration workflow, and method tailoring.</a:t>
            </a:r>
            <a:endParaRPr lang="en-US" sz="1600" dirty="0">
              <a:solidFill>
                <a:prstClr val="black"/>
              </a:solidFill>
              <a:latin typeface="Calibri" panose="020F0502020204030204"/>
            </a:endParaRPr>
          </a:p>
        </p:txBody>
      </p:sp>
      <p:sp>
        <p:nvSpPr>
          <p:cNvPr id="8" name="Shape 6"/>
          <p:cNvSpPr/>
          <p:nvPr/>
        </p:nvSpPr>
        <p:spPr>
          <a:xfrm>
            <a:off x="365760" y="2340864"/>
            <a:ext cx="11460480" cy="4450080"/>
          </a:xfrm>
          <a:prstGeom prst="rect">
            <a:avLst/>
          </a:prstGeom>
          <a:solidFill>
            <a:srgbClr val="F4F6F9"/>
          </a:solidFill>
          <a:ln w="12700">
            <a:solidFill>
              <a:srgbClr val="0D7C6B"/>
            </a:solidFill>
            <a:prstDash val="solid"/>
          </a:ln>
          <a:effectLst>
            <a:outerShdw blurRad="63500" dist="25400" dir="8100000" algn="bl" rotWithShape="0">
              <a:srgbClr val="000000">
                <a:alpha val="10000"/>
              </a:srgbClr>
            </a:outerShdw>
          </a:effectLst>
        </p:spPr>
        <p:txBody>
          <a:bodyPr/>
          <a:lstStyle/>
          <a:p>
            <a:endParaRPr lang="zh-CN" altLang="en-US"/>
          </a:p>
        </p:txBody>
      </p:sp>
      <p:sp>
        <p:nvSpPr>
          <p:cNvPr id="9" name="Shape 7"/>
          <p:cNvSpPr/>
          <p:nvPr/>
        </p:nvSpPr>
        <p:spPr>
          <a:xfrm>
            <a:off x="365760" y="2340864"/>
            <a:ext cx="85344" cy="4450080"/>
          </a:xfrm>
          <a:prstGeom prst="rect">
            <a:avLst/>
          </a:prstGeom>
          <a:solidFill>
            <a:srgbClr val="0D7C6B"/>
          </a:solidFill>
          <a:ln w="12700">
            <a:solidFill>
              <a:srgbClr val="0D7C6B"/>
            </a:solidFill>
            <a:prstDash val="solid"/>
          </a:ln>
        </p:spPr>
        <p:txBody>
          <a:bodyPr/>
          <a:lstStyle/>
          <a:p>
            <a:endParaRPr lang="zh-CN" altLang="en-US"/>
          </a:p>
        </p:txBody>
      </p:sp>
      <p:sp>
        <p:nvSpPr>
          <p:cNvPr id="10" name="Text 8"/>
          <p:cNvSpPr/>
          <p:nvPr/>
        </p:nvSpPr>
        <p:spPr>
          <a:xfrm>
            <a:off x="585216" y="2401824"/>
            <a:ext cx="11094720" cy="4328160"/>
          </a:xfrm>
          <a:prstGeom prst="rect">
            <a:avLst/>
          </a:prstGeom>
          <a:noFill/>
          <a:ln/>
        </p:spPr>
        <p:txBody>
          <a:bodyPr wrap="square" lIns="135467" tIns="135467" rIns="135467" bIns="135467" rtlCol="0" anchor="t"/>
          <a:lstStyle/>
          <a:p>
            <a:pPr algn="just" defTabSz="1219170"/>
            <a:r>
              <a:rPr lang="en-US" sz="1600" dirty="0">
                <a:solidFill>
                  <a:srgbClr val="1A1A2E"/>
                </a:solidFill>
                <a:latin typeface="Calibri" pitchFamily="34" charset="0"/>
                <a:ea typeface="Calibri" pitchFamily="34" charset="-122"/>
                <a:cs typeface="Calibri" pitchFamily="34" charset="-120"/>
              </a:rPr>
              <a:t>The Agile approach is highly suited to a mobile fitness application because the project — a small team, evolving user requirements, and a dynamic market — aligns closely with Agile's core strengths. In terms of the </a:t>
            </a:r>
            <a:r>
              <a:rPr lang="en-US" sz="1600" b="1" dirty="0">
                <a:solidFill>
                  <a:srgbClr val="1B3A6B"/>
                </a:solidFill>
                <a:latin typeface="Calibri" pitchFamily="34" charset="0"/>
                <a:ea typeface="Calibri" pitchFamily="34" charset="-122"/>
                <a:cs typeface="Calibri" pitchFamily="34" charset="-120"/>
              </a:rPr>
              <a:t>rate of developing a final solution</a:t>
            </a:r>
            <a:r>
              <a:rPr lang="en-US" sz="1600" dirty="0">
                <a:solidFill>
                  <a:srgbClr val="1A1A2E"/>
                </a:solidFill>
                <a:latin typeface="Calibri" pitchFamily="34" charset="0"/>
                <a:ea typeface="Calibri" pitchFamily="34" charset="-122"/>
                <a:cs typeface="Calibri" pitchFamily="34" charset="-120"/>
              </a:rPr>
              <a:t>, Agile delivers a </a:t>
            </a:r>
            <a:r>
              <a:rPr lang="en-US" sz="1600" b="1" dirty="0">
                <a:solidFill>
                  <a:srgbClr val="1B3A6B"/>
                </a:solidFill>
                <a:latin typeface="Calibri" pitchFamily="34" charset="0"/>
                <a:ea typeface="Calibri" pitchFamily="34" charset="-122"/>
                <a:cs typeface="Calibri" pitchFamily="34" charset="-120"/>
              </a:rPr>
              <a:t>working software increment</a:t>
            </a:r>
            <a:r>
              <a:rPr lang="en-US" sz="1600" dirty="0">
                <a:solidFill>
                  <a:srgbClr val="1A1A2E"/>
                </a:solidFill>
                <a:latin typeface="Calibri" pitchFamily="34" charset="0"/>
                <a:ea typeface="Calibri" pitchFamily="34" charset="-122"/>
                <a:cs typeface="Calibri" pitchFamily="34" charset="-120"/>
              </a:rPr>
              <a:t> at the end of each iteration. Users can access and provide feedback on core features — such as step tracking and calorie logging — before advanced features are developed, reducing the risk of building functionality that does not meet user expectations.
The </a:t>
            </a:r>
            <a:r>
              <a:rPr lang="en-US" sz="1600" b="1" dirty="0">
                <a:solidFill>
                  <a:srgbClr val="1B3A6B"/>
                </a:solidFill>
                <a:latin typeface="Calibri" pitchFamily="34" charset="0"/>
                <a:ea typeface="Calibri" pitchFamily="34" charset="-122"/>
                <a:cs typeface="Calibri" pitchFamily="34" charset="-120"/>
              </a:rPr>
              <a:t>iteration workflow</a:t>
            </a:r>
            <a:r>
              <a:rPr lang="en-US" sz="1600" dirty="0">
                <a:solidFill>
                  <a:srgbClr val="1A1A2E"/>
                </a:solidFill>
                <a:latin typeface="Calibri" pitchFamily="34" charset="0"/>
                <a:ea typeface="Calibri" pitchFamily="34" charset="-122"/>
                <a:cs typeface="Calibri" pitchFamily="34" charset="-120"/>
              </a:rPr>
              <a:t> ensures that each cycle includes planning, design, development, testing, and a stakeholder review. After each sprint, the team demonstrates new features to users, incorporating their feedback directly into the next iteration's </a:t>
            </a:r>
            <a:r>
              <a:rPr lang="en-US" sz="1600" b="1" dirty="0">
                <a:solidFill>
                  <a:srgbClr val="1B3A6B"/>
                </a:solidFill>
                <a:latin typeface="Calibri" pitchFamily="34" charset="0"/>
                <a:ea typeface="Calibri" pitchFamily="34" charset="-122"/>
                <a:cs typeface="Calibri" pitchFamily="34" charset="-120"/>
              </a:rPr>
              <a:t>product backlog</a:t>
            </a:r>
            <a:r>
              <a:rPr lang="en-US" sz="1600" dirty="0">
                <a:solidFill>
                  <a:srgbClr val="1A1A2E"/>
                </a:solidFill>
                <a:latin typeface="Calibri" pitchFamily="34" charset="0"/>
                <a:ea typeface="Calibri" pitchFamily="34" charset="-122"/>
                <a:cs typeface="Calibri" pitchFamily="34" charset="-120"/>
              </a:rPr>
              <a:t>. Defects are identified and resolved within each cycle rather than accumulating until a separate testing phase.
</a:t>
            </a:r>
            <a:r>
              <a:rPr lang="en-US" sz="1600" b="1" dirty="0">
                <a:solidFill>
                  <a:srgbClr val="1B3A6B"/>
                </a:solidFill>
                <a:latin typeface="Calibri" pitchFamily="34" charset="0"/>
                <a:ea typeface="Calibri" pitchFamily="34" charset="-122"/>
                <a:cs typeface="Calibri" pitchFamily="34" charset="-120"/>
              </a:rPr>
              <a:t>Method tailoring</a:t>
            </a:r>
            <a:r>
              <a:rPr lang="en-US" sz="1600" dirty="0">
                <a:solidFill>
                  <a:srgbClr val="1A1A2E"/>
                </a:solidFill>
                <a:latin typeface="Calibri" pitchFamily="34" charset="0"/>
                <a:ea typeface="Calibri" pitchFamily="34" charset="-122"/>
                <a:cs typeface="Calibri" pitchFamily="34" charset="-120"/>
              </a:rPr>
              <a:t> further supports this project. The small team may combine roles and reduce retrospective formality to minimise overhead. Iteration length may be shortened to one week to accelerate delivery in response to rapidly shifting user preferences. Despite Agile's reduced upfront documentation presenting challenges for third-party integrations, the Agile approach remains the </a:t>
            </a:r>
            <a:r>
              <a:rPr lang="en-US" sz="1600" b="1" dirty="0">
                <a:solidFill>
                  <a:srgbClr val="0D7C6B"/>
                </a:solidFill>
                <a:latin typeface="Calibri" pitchFamily="34" charset="0"/>
                <a:ea typeface="Calibri" pitchFamily="34" charset="-122"/>
                <a:cs typeface="Calibri" pitchFamily="34" charset="-120"/>
              </a:rPr>
              <a:t>most appropriate choice</a:t>
            </a:r>
            <a:r>
              <a:rPr lang="en-US" sz="1600" dirty="0">
                <a:solidFill>
                  <a:srgbClr val="1A1A2E"/>
                </a:solidFill>
                <a:latin typeface="Calibri" pitchFamily="34" charset="0"/>
                <a:ea typeface="Calibri" pitchFamily="34" charset="-122"/>
                <a:cs typeface="Calibri" pitchFamily="34" charset="-120"/>
              </a:rPr>
              <a:t> given the team size, flexibility of requirements, and the value of continuous user feedback.</a:t>
            </a:r>
            <a:endParaRPr lang="en-US" sz="1600" dirty="0">
              <a:solidFill>
                <a:prstClr val="black"/>
              </a:solidFill>
              <a:latin typeface="Calibri" panose="020F0502020204030204"/>
            </a:endParaRPr>
          </a:p>
        </p:txBody>
      </p:sp>
      <p:sp>
        <p:nvSpPr>
          <p:cNvPr id="11" name="Shape 9"/>
          <p:cNvSpPr/>
          <p:nvPr/>
        </p:nvSpPr>
        <p:spPr>
          <a:xfrm>
            <a:off x="9144000" y="6827520"/>
            <a:ext cx="2682240" cy="365760"/>
          </a:xfrm>
          <a:prstGeom prst="rect">
            <a:avLst/>
          </a:prstGeom>
          <a:solidFill>
            <a:srgbClr val="1D6A3A"/>
          </a:solidFill>
          <a:ln w="12700">
            <a:solidFill>
              <a:srgbClr val="1D6A3A"/>
            </a:solidFill>
            <a:prstDash val="solid"/>
          </a:ln>
        </p:spPr>
        <p:txBody>
          <a:bodyPr/>
          <a:lstStyle/>
          <a:p>
            <a:endParaRPr lang="zh-CN" altLang="en-US"/>
          </a:p>
        </p:txBody>
      </p:sp>
      <p:sp>
        <p:nvSpPr>
          <p:cNvPr id="12" name="Text 10"/>
          <p:cNvSpPr/>
          <p:nvPr/>
        </p:nvSpPr>
        <p:spPr>
          <a:xfrm>
            <a:off x="9144000" y="6827520"/>
            <a:ext cx="2682240" cy="3657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Band 6 Model Response</a:t>
            </a:r>
            <a:endParaRPr lang="en-US" sz="1267" dirty="0">
              <a:solidFill>
                <a:prstClr val="black"/>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8290560" y="0"/>
            <a:ext cx="3901440" cy="6858000"/>
          </a:xfrm>
          <a:prstGeom prst="rect">
            <a:avLst/>
          </a:prstGeom>
          <a:solidFill>
            <a:srgbClr val="16305A"/>
          </a:solidFill>
          <a:ln w="12700">
            <a:solidFill>
              <a:srgbClr val="16305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Shape 1"/>
          <p:cNvSpPr/>
          <p:nvPr/>
        </p:nvSpPr>
        <p:spPr>
          <a:xfrm>
            <a:off x="8656320" y="0"/>
            <a:ext cx="3535680" cy="6858000"/>
          </a:xfrm>
          <a:prstGeom prst="rect">
            <a:avLst/>
          </a:prstGeom>
          <a:solidFill>
            <a:srgbClr val="0F2344"/>
          </a:solidFill>
          <a:ln w="12700">
            <a:solidFill>
              <a:srgbClr val="0F2344"/>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 name="Shape 2"/>
          <p:cNvSpPr/>
          <p:nvPr/>
        </p:nvSpPr>
        <p:spPr>
          <a:xfrm>
            <a:off x="8839200" y="487680"/>
            <a:ext cx="1036320" cy="34137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Shape 3"/>
          <p:cNvSpPr/>
          <p:nvPr/>
        </p:nvSpPr>
        <p:spPr>
          <a:xfrm>
            <a:off x="9058656" y="1158240"/>
            <a:ext cx="1036320" cy="341376"/>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6" name="Shape 4"/>
          <p:cNvSpPr/>
          <p:nvPr/>
        </p:nvSpPr>
        <p:spPr>
          <a:xfrm>
            <a:off x="9278112" y="1828800"/>
            <a:ext cx="1036320" cy="341376"/>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9497568" y="2499360"/>
            <a:ext cx="1036320" cy="341376"/>
          </a:xfrm>
          <a:prstGeom prst="rect">
            <a:avLst/>
          </a:prstGeom>
          <a:solidFill>
            <a:srgbClr val="7040A8"/>
          </a:solidFill>
          <a:ln w="12700">
            <a:solidFill>
              <a:srgbClr val="7040A8"/>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Shape 6"/>
          <p:cNvSpPr/>
          <p:nvPr/>
        </p:nvSpPr>
        <p:spPr>
          <a:xfrm>
            <a:off x="9717024" y="3169920"/>
            <a:ext cx="1036320" cy="341376"/>
          </a:xfrm>
          <a:prstGeom prst="rect">
            <a:avLst/>
          </a:prstGeom>
          <a:solidFill>
            <a:srgbClr val="9060C0"/>
          </a:solidFill>
          <a:ln w="12700">
            <a:solidFill>
              <a:srgbClr val="9060C0"/>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731520" y="1341120"/>
            <a:ext cx="7315200" cy="1097280"/>
          </a:xfrm>
          <a:prstGeom prst="rect">
            <a:avLst/>
          </a:prstGeom>
          <a:noFill/>
          <a:ln/>
        </p:spPr>
        <p:txBody>
          <a:bodyPr wrap="square" rtlCol="0" anchor="ctr"/>
          <a:lstStyle/>
          <a:p>
            <a:pPr defTabSz="1219170"/>
            <a:r>
              <a:rPr lang="en-US" sz="5333" b="1" dirty="0">
                <a:solidFill>
                  <a:srgbClr val="FFFFFF"/>
                </a:solidFill>
                <a:latin typeface="Calibri" pitchFamily="34" charset="0"/>
                <a:ea typeface="Calibri" pitchFamily="34" charset="-122"/>
                <a:cs typeface="Calibri" pitchFamily="34" charset="-120"/>
              </a:rPr>
              <a:t>The WAgile</a:t>
            </a:r>
            <a:endParaRPr lang="en-US" sz="5333" dirty="0">
              <a:solidFill>
                <a:prstClr val="black"/>
              </a:solidFill>
              <a:latin typeface="Calibri" panose="020F0502020204030204"/>
            </a:endParaRPr>
          </a:p>
        </p:txBody>
      </p:sp>
      <p:sp>
        <p:nvSpPr>
          <p:cNvPr id="10" name="Text 8"/>
          <p:cNvSpPr/>
          <p:nvPr/>
        </p:nvSpPr>
        <p:spPr>
          <a:xfrm>
            <a:off x="731520" y="2292096"/>
            <a:ext cx="7559040" cy="914400"/>
          </a:xfrm>
          <a:prstGeom prst="rect">
            <a:avLst/>
          </a:prstGeom>
          <a:noFill/>
          <a:ln/>
        </p:spPr>
        <p:txBody>
          <a:bodyPr wrap="square" rtlCol="0" anchor="ctr"/>
          <a:lstStyle/>
          <a:p>
            <a:pPr defTabSz="1219170"/>
            <a:r>
              <a:rPr lang="en-US" sz="4800" b="1" dirty="0">
                <a:solidFill>
                  <a:srgbClr val="C4AEE8"/>
                </a:solidFill>
                <a:latin typeface="Calibri" pitchFamily="34" charset="0"/>
                <a:ea typeface="Calibri" pitchFamily="34" charset="-122"/>
                <a:cs typeface="Calibri" pitchFamily="34" charset="-120"/>
              </a:rPr>
              <a:t>Software Development</a:t>
            </a:r>
            <a:endParaRPr lang="en-US" sz="4800" dirty="0">
              <a:solidFill>
                <a:prstClr val="black"/>
              </a:solidFill>
              <a:latin typeface="Calibri" panose="020F0502020204030204"/>
            </a:endParaRPr>
          </a:p>
        </p:txBody>
      </p:sp>
      <p:sp>
        <p:nvSpPr>
          <p:cNvPr id="11" name="Text 9"/>
          <p:cNvSpPr/>
          <p:nvPr/>
        </p:nvSpPr>
        <p:spPr>
          <a:xfrm>
            <a:off x="731520" y="3096768"/>
            <a:ext cx="7315200" cy="914400"/>
          </a:xfrm>
          <a:prstGeom prst="rect">
            <a:avLst/>
          </a:prstGeom>
          <a:noFill/>
          <a:ln/>
        </p:spPr>
        <p:txBody>
          <a:bodyPr wrap="square" rtlCol="0" anchor="ctr"/>
          <a:lstStyle/>
          <a:p>
            <a:pPr defTabSz="1219170"/>
            <a:r>
              <a:rPr lang="en-US" sz="4800" b="1" dirty="0">
                <a:solidFill>
                  <a:srgbClr val="C4AEE8"/>
                </a:solidFill>
                <a:latin typeface="Calibri" pitchFamily="34" charset="0"/>
                <a:ea typeface="Calibri" pitchFamily="34" charset="-122"/>
                <a:cs typeface="Calibri" pitchFamily="34" charset="-120"/>
              </a:rPr>
              <a:t>Approach</a:t>
            </a:r>
            <a:endParaRPr lang="en-US" sz="4800" dirty="0">
              <a:solidFill>
                <a:prstClr val="black"/>
              </a:solidFill>
              <a:latin typeface="Calibri" panose="020F0502020204030204"/>
            </a:endParaRPr>
          </a:p>
        </p:txBody>
      </p:sp>
      <p:sp>
        <p:nvSpPr>
          <p:cNvPr id="12" name="Shape 10"/>
          <p:cNvSpPr/>
          <p:nvPr/>
        </p:nvSpPr>
        <p:spPr>
          <a:xfrm>
            <a:off x="731520" y="4145280"/>
            <a:ext cx="4267200" cy="48768"/>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731520" y="4328160"/>
            <a:ext cx="7315200" cy="426720"/>
          </a:xfrm>
          <a:prstGeom prst="rect">
            <a:avLst/>
          </a:prstGeom>
          <a:noFill/>
          <a:ln/>
        </p:spPr>
        <p:txBody>
          <a:bodyPr wrap="square" rtlCol="0" anchor="ctr"/>
          <a:lstStyle/>
          <a:p>
            <a:pPr defTabSz="1219170"/>
            <a:r>
              <a:rPr lang="en-US" sz="1733" dirty="0">
                <a:solidFill>
                  <a:srgbClr val="A890D8"/>
                </a:solidFill>
                <a:latin typeface="Calibri" pitchFamily="34" charset="0"/>
                <a:ea typeface="Calibri" pitchFamily="34" charset="-122"/>
                <a:cs typeface="Calibri" pitchFamily="34" charset="-120"/>
              </a:rPr>
              <a:t>NSW HSC Software Engineering  |  Year 12</a:t>
            </a:r>
            <a:endParaRPr lang="en-US" sz="1733" dirty="0">
              <a:solidFill>
                <a:prstClr val="black"/>
              </a:solidFill>
              <a:latin typeface="Calibri" panose="020F0502020204030204"/>
            </a:endParaRPr>
          </a:p>
        </p:txBody>
      </p:sp>
      <p:sp>
        <p:nvSpPr>
          <p:cNvPr id="14" name="Text 12"/>
          <p:cNvSpPr/>
          <p:nvPr/>
        </p:nvSpPr>
        <p:spPr>
          <a:xfrm>
            <a:off x="731520" y="4754880"/>
            <a:ext cx="7315200" cy="365760"/>
          </a:xfrm>
          <a:prstGeom prst="rect">
            <a:avLst/>
          </a:prstGeom>
          <a:noFill/>
          <a:ln/>
        </p:spPr>
        <p:txBody>
          <a:bodyPr wrap="square" rtlCol="0" anchor="ctr"/>
          <a:lstStyle/>
          <a:p>
            <a:pPr defTabSz="1219170"/>
            <a:r>
              <a:rPr lang="en-US" sz="1600" i="1" dirty="0">
                <a:solidFill>
                  <a:srgbClr val="8870B8"/>
                </a:solidFill>
                <a:latin typeface="Calibri" pitchFamily="34" charset="0"/>
                <a:ea typeface="Calibri" pitchFamily="34" charset="-122"/>
                <a:cs typeface="Calibri" pitchFamily="34" charset="-120"/>
              </a:rPr>
              <a:t>Research and Planning  |  Hybrid Methodology</a:t>
            </a:r>
            <a:endParaRPr lang="en-US" sz="1600" dirty="0">
              <a:solidFill>
                <a:prstClr val="black"/>
              </a:solidFill>
              <a:latin typeface="Calibri" panose="020F0502020204030204"/>
            </a:endParaRPr>
          </a:p>
        </p:txBody>
      </p:sp>
      <p:sp>
        <p:nvSpPr>
          <p:cNvPr id="15" name="Shape 13"/>
          <p:cNvSpPr/>
          <p:nvPr/>
        </p:nvSpPr>
        <p:spPr>
          <a:xfrm>
            <a:off x="731520" y="5425440"/>
            <a:ext cx="1889760" cy="46329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731520" y="5425440"/>
            <a:ext cx="188976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17" name="Shape 15"/>
          <p:cNvSpPr/>
          <p:nvPr/>
        </p:nvSpPr>
        <p:spPr>
          <a:xfrm>
            <a:off x="2706624" y="5425440"/>
            <a:ext cx="390144" cy="463296"/>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2706624" y="5425440"/>
            <a:ext cx="390144"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a:t>
            </a:r>
            <a:endParaRPr lang="en-US" sz="1867" dirty="0">
              <a:solidFill>
                <a:prstClr val="black"/>
              </a:solidFill>
              <a:latin typeface="Calibri" panose="020F0502020204030204"/>
            </a:endParaRPr>
          </a:p>
        </p:txBody>
      </p:sp>
      <p:sp>
        <p:nvSpPr>
          <p:cNvPr id="19" name="Shape 17"/>
          <p:cNvSpPr/>
          <p:nvPr/>
        </p:nvSpPr>
        <p:spPr>
          <a:xfrm>
            <a:off x="3169920" y="5425440"/>
            <a:ext cx="1584960" cy="463296"/>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3169920" y="5425440"/>
            <a:ext cx="158496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a:t>
            </a:r>
            <a:endParaRPr lang="en-US" sz="1467" dirty="0">
              <a:solidFill>
                <a:prstClr val="black"/>
              </a:solidFill>
              <a:latin typeface="Calibri" panose="020F0502020204030204"/>
            </a:endParaRPr>
          </a:p>
        </p:txBody>
      </p:sp>
      <p:sp>
        <p:nvSpPr>
          <p:cNvPr id="21" name="Shape 19"/>
          <p:cNvSpPr/>
          <p:nvPr/>
        </p:nvSpPr>
        <p:spPr>
          <a:xfrm>
            <a:off x="4828032" y="5425440"/>
            <a:ext cx="390144" cy="463296"/>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4828032" y="5425440"/>
            <a:ext cx="390144" cy="463296"/>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a:t>
            </a:r>
            <a:endParaRPr lang="en-US" sz="1867" dirty="0">
              <a:solidFill>
                <a:prstClr val="black"/>
              </a:solidFill>
              <a:latin typeface="Calibri" panose="020F0502020204030204"/>
            </a:endParaRPr>
          </a:p>
        </p:txBody>
      </p:sp>
      <p:sp>
        <p:nvSpPr>
          <p:cNvPr id="23" name="Shape 21"/>
          <p:cNvSpPr/>
          <p:nvPr/>
        </p:nvSpPr>
        <p:spPr>
          <a:xfrm>
            <a:off x="5303520" y="5425440"/>
            <a:ext cx="1828800" cy="463296"/>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Text 22"/>
          <p:cNvSpPr/>
          <p:nvPr/>
        </p:nvSpPr>
        <p:spPr>
          <a:xfrm>
            <a:off x="5303520" y="5425440"/>
            <a:ext cx="182880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WAgile</a:t>
            </a:r>
            <a:endParaRPr lang="en-US" sz="1467" dirty="0">
              <a:solidFill>
                <a:prstClr val="black"/>
              </a:solidFill>
              <a:latin typeface="Calibri" panose="020F0502020204030204"/>
            </a:endParaRPr>
          </a:p>
        </p:txBody>
      </p:sp>
      <p:sp>
        <p:nvSpPr>
          <p:cNvPr id="25" name="Shape 23"/>
          <p:cNvSpPr/>
          <p:nvPr/>
        </p:nvSpPr>
        <p:spPr>
          <a:xfrm>
            <a:off x="731520" y="5974080"/>
            <a:ext cx="4267200" cy="390144"/>
          </a:xfrm>
          <a:prstGeom prst="rect">
            <a:avLst/>
          </a:prstGeom>
          <a:solidFill>
            <a:srgbClr val="0F2344"/>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731520" y="5974080"/>
            <a:ext cx="4267200" cy="390144"/>
          </a:xfrm>
          <a:prstGeom prst="rect">
            <a:avLst/>
          </a:prstGeom>
          <a:noFill/>
          <a:ln/>
        </p:spPr>
        <p:txBody>
          <a:bodyPr wrap="square" lIns="0" tIns="0" rIns="0" bIns="0" rtlCol="0" anchor="ctr"/>
          <a:lstStyle/>
          <a:p>
            <a:pPr algn="ctr" defTabSz="1219170"/>
            <a:r>
              <a:rPr lang="en-US" sz="1333" dirty="0">
                <a:solidFill>
                  <a:srgbClr val="A890D8"/>
                </a:solidFill>
                <a:latin typeface="Calibri" pitchFamily="34" charset="0"/>
                <a:ea typeface="Calibri" pitchFamily="34" charset="-122"/>
                <a:cs typeface="Calibri" pitchFamily="34" charset="-120"/>
              </a:rPr>
              <a:t>Outcomes: SE-12-04 | SE-12-05</a:t>
            </a:r>
            <a:endParaRPr lang="en-US" sz="1333" dirty="0">
              <a:solidFill>
                <a:prstClr val="black"/>
              </a:solidFill>
              <a:latin typeface="Calibri" panose="020F0502020204030204"/>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What is WAgile?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Syllabus: Research the WAgile software development approach — understanding it is a hybrid model</a:t>
            </a:r>
            <a:endParaRPr lang="en-US" sz="1333" dirty="0">
              <a:solidFill>
                <a:prstClr val="black"/>
              </a:solidFill>
              <a:latin typeface="Calibri" panose="020F0502020204030204"/>
            </a:endParaRPr>
          </a:p>
        </p:txBody>
      </p:sp>
      <p:sp>
        <p:nvSpPr>
          <p:cNvPr id="6" name="Shape 4"/>
          <p:cNvSpPr/>
          <p:nvPr/>
        </p:nvSpPr>
        <p:spPr>
          <a:xfrm>
            <a:off x="365760" y="1280160"/>
            <a:ext cx="11460480" cy="999744"/>
          </a:xfrm>
          <a:prstGeom prst="rect">
            <a:avLst/>
          </a:prstGeom>
          <a:solidFill>
            <a:srgbClr val="EDE8F5"/>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280160"/>
            <a:ext cx="85344" cy="999744"/>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585216" y="1280160"/>
            <a:ext cx="11094720" cy="999744"/>
          </a:xfrm>
          <a:prstGeom prst="rect">
            <a:avLst/>
          </a:prstGeom>
          <a:noFill/>
          <a:ln/>
        </p:spPr>
        <p:txBody>
          <a:bodyPr wrap="square" lIns="84667" tIns="84667" rIns="84667" bIns="84667" rtlCol="0" anchor="ctr"/>
          <a:lstStyle/>
          <a:p>
            <a:pPr defTabSz="1219170"/>
            <a:r>
              <a:rPr lang="en-US" sz="1600" b="1" dirty="0">
                <a:solidFill>
                  <a:srgbClr val="1B3A6B"/>
                </a:solidFill>
                <a:latin typeface="Calibri" pitchFamily="34" charset="0"/>
                <a:ea typeface="Calibri" pitchFamily="34" charset="-122"/>
                <a:cs typeface="Calibri" pitchFamily="34" charset="-120"/>
              </a:rPr>
              <a:t>Definition:  WAgile</a:t>
            </a:r>
            <a:r>
              <a:rPr lang="en-US" sz="1600" dirty="0">
                <a:solidFill>
                  <a:srgbClr val="1A1A2E"/>
                </a:solidFill>
                <a:latin typeface="Calibri" pitchFamily="34" charset="0"/>
                <a:ea typeface="Calibri" pitchFamily="34" charset="-122"/>
                <a:cs typeface="Calibri" pitchFamily="34" charset="-120"/>
              </a:rPr>
              <a:t> is a </a:t>
            </a:r>
            <a:r>
              <a:rPr lang="en-US" sz="1600" b="1" dirty="0">
                <a:solidFill>
                  <a:srgbClr val="1B3A6B"/>
                </a:solidFill>
                <a:latin typeface="Calibri" pitchFamily="34" charset="0"/>
                <a:ea typeface="Calibri" pitchFamily="34" charset="-122"/>
                <a:cs typeface="Calibri" pitchFamily="34" charset="-120"/>
              </a:rPr>
              <a:t>hybrid software development methodology</a:t>
            </a:r>
            <a:r>
              <a:rPr lang="en-US" sz="1600" dirty="0">
                <a:solidFill>
                  <a:srgbClr val="1A1A2E"/>
                </a:solidFill>
                <a:latin typeface="Calibri" pitchFamily="34" charset="0"/>
                <a:ea typeface="Calibri" pitchFamily="34" charset="-122"/>
                <a:cs typeface="Calibri" pitchFamily="34" charset="-120"/>
              </a:rPr>
              <a:t> that combines structured elements of the </a:t>
            </a:r>
            <a:r>
              <a:rPr lang="en-US" sz="1600" b="1" dirty="0">
                <a:solidFill>
                  <a:srgbClr val="2E75B6"/>
                </a:solidFill>
                <a:latin typeface="Calibri" pitchFamily="34" charset="0"/>
                <a:ea typeface="Calibri" pitchFamily="34" charset="-122"/>
                <a:cs typeface="Calibri" pitchFamily="34" charset="-120"/>
              </a:rPr>
              <a:t>Waterfall model</a:t>
            </a:r>
            <a:r>
              <a:rPr lang="en-US" sz="1600" dirty="0">
                <a:solidFill>
                  <a:srgbClr val="1A1A2E"/>
                </a:solidFill>
                <a:latin typeface="Calibri" pitchFamily="34" charset="0"/>
                <a:ea typeface="Calibri" pitchFamily="34" charset="-122"/>
                <a:cs typeface="Calibri" pitchFamily="34" charset="-120"/>
              </a:rPr>
              <a:t> with the iterative, flexible practices of </a:t>
            </a:r>
            <a:r>
              <a:rPr lang="en-US" sz="1600" b="1" dirty="0">
                <a:solidFill>
                  <a:srgbClr val="0D7C6B"/>
                </a:solidFill>
                <a:latin typeface="Calibri" pitchFamily="34" charset="0"/>
                <a:ea typeface="Calibri" pitchFamily="34" charset="-122"/>
                <a:cs typeface="Calibri" pitchFamily="34" charset="-120"/>
              </a:rPr>
              <a:t>Agile</a:t>
            </a:r>
            <a:r>
              <a:rPr lang="en-US" sz="1600" dirty="0">
                <a:solidFill>
                  <a:srgbClr val="1A1A2E"/>
                </a:solidFill>
                <a:latin typeface="Calibri" pitchFamily="34" charset="0"/>
                <a:ea typeface="Calibri" pitchFamily="34" charset="-122"/>
                <a:cs typeface="Calibri" pitchFamily="34" charset="-120"/>
              </a:rPr>
              <a:t>, applying each methodology to the phase of the life cycle where it adds the most value.</a:t>
            </a:r>
            <a:endParaRPr lang="en-US" sz="1600" dirty="0">
              <a:solidFill>
                <a:prstClr val="black"/>
              </a:solidFill>
              <a:latin typeface="Calibri" panose="020F0502020204030204"/>
            </a:endParaRPr>
          </a:p>
        </p:txBody>
      </p:sp>
      <p:sp>
        <p:nvSpPr>
          <p:cNvPr id="9" name="Shape 7"/>
          <p:cNvSpPr/>
          <p:nvPr/>
        </p:nvSpPr>
        <p:spPr>
          <a:xfrm>
            <a:off x="365760" y="2438400"/>
            <a:ext cx="54864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65760" y="2438400"/>
            <a:ext cx="5486400" cy="438912"/>
          </a:xfrm>
          <a:prstGeom prst="rect">
            <a:avLst/>
          </a:prstGeom>
          <a:noFill/>
          <a:ln/>
        </p:spPr>
        <p:txBody>
          <a:bodyPr wrap="square" lIns="0" tIns="0" rIns="0" bIns="0" rtlCol="0" anchor="ctr"/>
          <a:lstStyle/>
          <a:p>
            <a:pPr algn="ctr" defTabSz="1219170"/>
            <a:r>
              <a:rPr lang="en-US" sz="1467" b="1" kern="0" spc="133" dirty="0">
                <a:solidFill>
                  <a:srgbClr val="FFFFFF"/>
                </a:solidFill>
                <a:latin typeface="Calibri" pitchFamily="34" charset="0"/>
                <a:ea typeface="Calibri" pitchFamily="34" charset="-122"/>
                <a:cs typeface="Calibri" pitchFamily="34" charset="-120"/>
              </a:rPr>
              <a:t>WATERFALL COMPONENT</a:t>
            </a:r>
            <a:endParaRPr lang="en-US" sz="1467" dirty="0">
              <a:solidFill>
                <a:prstClr val="black"/>
              </a:solidFill>
              <a:latin typeface="Calibri" panose="020F0502020204030204"/>
            </a:endParaRPr>
          </a:p>
        </p:txBody>
      </p:sp>
      <p:sp>
        <p:nvSpPr>
          <p:cNvPr id="11" name="Shape 9"/>
          <p:cNvSpPr/>
          <p:nvPr/>
        </p:nvSpPr>
        <p:spPr>
          <a:xfrm>
            <a:off x="365760" y="2877312"/>
            <a:ext cx="5486400" cy="2316480"/>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585216" y="2950464"/>
            <a:ext cx="5059680" cy="2170176"/>
          </a:xfrm>
          <a:prstGeom prst="rect">
            <a:avLst/>
          </a:prstGeom>
          <a:noFill/>
          <a:ln/>
        </p:spPr>
        <p:txBody>
          <a:bodyPr wrap="square" lIns="84667" tIns="84667" rIns="84667" bIns="84667" rtlCol="0" anchor="t"/>
          <a:lstStyle/>
          <a:p>
            <a:pPr marL="457189" indent="-457189" defTabSz="1219170">
              <a:buSzPct val="100000"/>
              <a:buFontTx/>
              <a:buChar char="•"/>
            </a:pPr>
            <a:r>
              <a:rPr lang="en-US" sz="1600" b="1" dirty="0">
                <a:solidFill>
                  <a:srgbClr val="2E75B6"/>
                </a:solidFill>
                <a:latin typeface="Calibri" pitchFamily="34" charset="0"/>
                <a:ea typeface="Calibri" pitchFamily="34" charset="-122"/>
                <a:cs typeface="Calibri" pitchFamily="34" charset="-120"/>
              </a:rPr>
              <a:t>Structured, sequential stages</a:t>
            </a:r>
            <a:endParaRPr lang="en-US" sz="1600"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with formal documentation and sign-off, particularly during the early phases.
</a:t>
            </a:r>
            <a:endParaRPr lang="en-US" sz="1600" dirty="0">
              <a:solidFill>
                <a:prstClr val="black"/>
              </a:solidFill>
              <a:latin typeface="Calibri" panose="020F0502020204030204"/>
            </a:endParaRPr>
          </a:p>
          <a:p>
            <a:pPr marL="457189" indent="-457189" defTabSz="1219170">
              <a:buSzPct val="100000"/>
              <a:buFontTx/>
              <a:buChar char="•"/>
            </a:pPr>
            <a:r>
              <a:rPr lang="en-US" sz="1600" b="1" dirty="0">
                <a:solidFill>
                  <a:srgbClr val="2E75B6"/>
                </a:solidFill>
                <a:latin typeface="Calibri" pitchFamily="34" charset="0"/>
                <a:ea typeface="Calibri" pitchFamily="34" charset="-122"/>
                <a:cs typeface="Calibri" pitchFamily="34" charset="-120"/>
              </a:rPr>
              <a:t>Provides predictability</a:t>
            </a:r>
            <a:r>
              <a:rPr lang="en-US" sz="1600" dirty="0">
                <a:solidFill>
                  <a:srgbClr val="1A1A2E"/>
                </a:solidFill>
                <a:latin typeface="Calibri" pitchFamily="34" charset="0"/>
                <a:ea typeface="Calibri" pitchFamily="34" charset="-122"/>
                <a:cs typeface="Calibri" pitchFamily="34" charset="-120"/>
              </a:rPr>
              <a:t> and documentation rigour required by large organisations, contracts, and regulatory environments.</a:t>
            </a:r>
            <a:endParaRPr lang="en-US" sz="1600" dirty="0">
              <a:solidFill>
                <a:prstClr val="black"/>
              </a:solidFill>
              <a:latin typeface="Calibri" panose="020F0502020204030204"/>
            </a:endParaRPr>
          </a:p>
        </p:txBody>
      </p:sp>
      <p:sp>
        <p:nvSpPr>
          <p:cNvPr id="13" name="Shape 11"/>
          <p:cNvSpPr/>
          <p:nvPr/>
        </p:nvSpPr>
        <p:spPr>
          <a:xfrm>
            <a:off x="6096000" y="2438400"/>
            <a:ext cx="5730240" cy="438912"/>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6096000" y="2438400"/>
            <a:ext cx="5730240" cy="438912"/>
          </a:xfrm>
          <a:prstGeom prst="rect">
            <a:avLst/>
          </a:prstGeom>
          <a:noFill/>
          <a:ln/>
        </p:spPr>
        <p:txBody>
          <a:bodyPr wrap="square" lIns="0" tIns="0" rIns="0" bIns="0" rtlCol="0" anchor="ctr"/>
          <a:lstStyle/>
          <a:p>
            <a:pPr algn="ctr" defTabSz="1219170"/>
            <a:r>
              <a:rPr lang="en-US" sz="1467" b="1" kern="0" spc="133" dirty="0">
                <a:solidFill>
                  <a:srgbClr val="FFFFFF"/>
                </a:solidFill>
                <a:latin typeface="Calibri" pitchFamily="34" charset="0"/>
                <a:ea typeface="Calibri" pitchFamily="34" charset="-122"/>
                <a:cs typeface="Calibri" pitchFamily="34" charset="-120"/>
              </a:rPr>
              <a:t>AGILE COMPONENT</a:t>
            </a:r>
            <a:endParaRPr lang="en-US" sz="1467" dirty="0">
              <a:solidFill>
                <a:prstClr val="black"/>
              </a:solidFill>
              <a:latin typeface="Calibri" panose="020F0502020204030204"/>
            </a:endParaRPr>
          </a:p>
        </p:txBody>
      </p:sp>
      <p:sp>
        <p:nvSpPr>
          <p:cNvPr id="15" name="Shape 13"/>
          <p:cNvSpPr/>
          <p:nvPr/>
        </p:nvSpPr>
        <p:spPr>
          <a:xfrm>
            <a:off x="6096000" y="2877312"/>
            <a:ext cx="5730240" cy="2316480"/>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6315456" y="2950464"/>
            <a:ext cx="5303520" cy="2170176"/>
          </a:xfrm>
          <a:prstGeom prst="rect">
            <a:avLst/>
          </a:prstGeom>
          <a:noFill/>
          <a:ln/>
        </p:spPr>
        <p:txBody>
          <a:bodyPr wrap="square" lIns="84667" tIns="84667" rIns="84667" bIns="84667" rtlCol="0" anchor="t"/>
          <a:lstStyle/>
          <a:p>
            <a:pPr marL="457189" indent="-457189" defTabSz="1219170">
              <a:buSzPct val="100000"/>
              <a:buFontTx/>
              <a:buChar char="•"/>
            </a:pPr>
            <a:r>
              <a:rPr lang="en-US" sz="1600" b="1" dirty="0">
                <a:solidFill>
                  <a:srgbClr val="0D7C6B"/>
                </a:solidFill>
                <a:latin typeface="Calibri" pitchFamily="34" charset="0"/>
                <a:ea typeface="Calibri" pitchFamily="34" charset="-122"/>
                <a:cs typeface="Calibri" pitchFamily="34" charset="-120"/>
              </a:rPr>
              <a:t>Iterative development cycles</a:t>
            </a:r>
            <a:endParaRPr lang="en-US" sz="1600" dirty="0">
              <a:solidFill>
                <a:prstClr val="black"/>
              </a:solidFill>
              <a:latin typeface="Calibri" panose="020F0502020204030204"/>
            </a:endParaRPr>
          </a:p>
          <a:p>
            <a:pPr defTabSz="1219170"/>
            <a:r>
              <a:rPr lang="en-US" sz="1600" dirty="0">
                <a:solidFill>
                  <a:srgbClr val="1A1A2E"/>
                </a:solidFill>
                <a:latin typeface="Calibri" pitchFamily="34" charset="0"/>
                <a:ea typeface="Calibri" pitchFamily="34" charset="-122"/>
                <a:cs typeface="Calibri" pitchFamily="34" charset="-120"/>
              </a:rPr>
              <a:t> with stakeholder feedback and incremental software delivery during development and testing.
</a:t>
            </a:r>
            <a:endParaRPr lang="en-US" sz="1600" dirty="0">
              <a:solidFill>
                <a:prstClr val="black"/>
              </a:solidFill>
              <a:latin typeface="Calibri" panose="020F0502020204030204"/>
            </a:endParaRPr>
          </a:p>
          <a:p>
            <a:pPr marL="457189" indent="-457189" defTabSz="1219170">
              <a:buSzPct val="100000"/>
              <a:buFontTx/>
              <a:buChar char="•"/>
            </a:pPr>
            <a:r>
              <a:rPr lang="en-US" sz="1600" b="1" dirty="0">
                <a:solidFill>
                  <a:srgbClr val="0D7C6B"/>
                </a:solidFill>
                <a:latin typeface="Calibri" pitchFamily="34" charset="0"/>
                <a:ea typeface="Calibri" pitchFamily="34" charset="-122"/>
                <a:cs typeface="Calibri" pitchFamily="34" charset="-120"/>
              </a:rPr>
              <a:t>Provides adaptability and responsiveness</a:t>
            </a:r>
            <a:r>
              <a:rPr lang="en-US" sz="1600" dirty="0">
                <a:solidFill>
                  <a:srgbClr val="1A1A2E"/>
                </a:solidFill>
                <a:latin typeface="Calibri" pitchFamily="34" charset="0"/>
                <a:ea typeface="Calibri" pitchFamily="34" charset="-122"/>
                <a:cs typeface="Calibri" pitchFamily="34" charset="-120"/>
              </a:rPr>
              <a:t> to changes that emerge during development — without restarting the entire life cycle.</a:t>
            </a:r>
            <a:endParaRPr lang="en-US" sz="1600" dirty="0">
              <a:solidFill>
                <a:prstClr val="black"/>
              </a:solidFill>
              <a:latin typeface="Calibri" panose="020F0502020204030204"/>
            </a:endParaRPr>
          </a:p>
        </p:txBody>
      </p:sp>
      <p:sp>
        <p:nvSpPr>
          <p:cNvPr id="17" name="Shape 15"/>
          <p:cNvSpPr/>
          <p:nvPr/>
        </p:nvSpPr>
        <p:spPr>
          <a:xfrm>
            <a:off x="365760" y="5291328"/>
            <a:ext cx="11460480" cy="438912"/>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365760" y="5291328"/>
            <a:ext cx="11460480" cy="438912"/>
          </a:xfrm>
          <a:prstGeom prst="rect">
            <a:avLst/>
          </a:prstGeom>
          <a:noFill/>
          <a:ln/>
        </p:spPr>
        <p:txBody>
          <a:bodyPr wrap="square" lIns="0" tIns="0" rIns="0" bIns="0" rtlCol="0" anchor="ctr"/>
          <a:lstStyle/>
          <a:p>
            <a:pPr algn="ctr" defTabSz="1219170"/>
            <a:r>
              <a:rPr lang="en-US" sz="1467" b="1" kern="0" spc="133" dirty="0">
                <a:solidFill>
                  <a:srgbClr val="FFFFFF"/>
                </a:solidFill>
                <a:latin typeface="Calibri" pitchFamily="34" charset="0"/>
                <a:ea typeface="Calibri" pitchFamily="34" charset="-122"/>
                <a:cs typeface="Calibri" pitchFamily="34" charset="-120"/>
              </a:rPr>
              <a:t>THE WAGILE RESULT</a:t>
            </a:r>
            <a:endParaRPr lang="en-US" sz="1467" dirty="0">
              <a:solidFill>
                <a:prstClr val="black"/>
              </a:solidFill>
              <a:latin typeface="Calibri" panose="020F0502020204030204"/>
            </a:endParaRPr>
          </a:p>
        </p:txBody>
      </p:sp>
      <p:sp>
        <p:nvSpPr>
          <p:cNvPr id="19" name="Shape 17"/>
          <p:cNvSpPr/>
          <p:nvPr/>
        </p:nvSpPr>
        <p:spPr>
          <a:xfrm>
            <a:off x="365760" y="5730240"/>
            <a:ext cx="11460480" cy="1048512"/>
          </a:xfrm>
          <a:prstGeom prst="rect">
            <a:avLst/>
          </a:prstGeom>
          <a:solidFill>
            <a:srgbClr val="EDE8F5"/>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585216" y="5730240"/>
            <a:ext cx="11094720" cy="1048512"/>
          </a:xfrm>
          <a:prstGeom prst="rect">
            <a:avLst/>
          </a:prstGeom>
          <a:noFill/>
          <a:ln/>
        </p:spPr>
        <p:txBody>
          <a:bodyPr wrap="square" lIns="101600" tIns="101600" rIns="101600" bIns="101600" rtlCol="0" anchor="ctr"/>
          <a:lstStyle/>
          <a:p>
            <a:pPr defTabSz="1219170"/>
            <a:r>
              <a:rPr lang="en-US" sz="1600" dirty="0">
                <a:solidFill>
                  <a:srgbClr val="1A1A2E"/>
                </a:solidFill>
                <a:latin typeface="Calibri" pitchFamily="34" charset="0"/>
                <a:ea typeface="Calibri" pitchFamily="34" charset="-122"/>
                <a:cs typeface="Calibri" pitchFamily="34" charset="-120"/>
              </a:rPr>
              <a:t>WAgile retains the </a:t>
            </a:r>
            <a:r>
              <a:rPr lang="en-US" sz="1600" b="1" dirty="0">
                <a:solidFill>
                  <a:srgbClr val="2E75B6"/>
                </a:solidFill>
                <a:latin typeface="Calibri" pitchFamily="34" charset="0"/>
                <a:ea typeface="Calibri" pitchFamily="34" charset="-122"/>
                <a:cs typeface="Calibri" pitchFamily="34" charset="-120"/>
              </a:rPr>
              <a:t>predictability and documentation rigour of Waterfall</a:t>
            </a:r>
            <a:r>
              <a:rPr lang="en-US" sz="1600" dirty="0">
                <a:solidFill>
                  <a:srgbClr val="1A1A2E"/>
                </a:solidFill>
                <a:latin typeface="Calibri" pitchFamily="34" charset="0"/>
                <a:ea typeface="Calibri" pitchFamily="34" charset="-122"/>
                <a:cs typeface="Calibri" pitchFamily="34" charset="-120"/>
              </a:rPr>
              <a:t> while gaining the </a:t>
            </a:r>
            <a:r>
              <a:rPr lang="en-US" sz="1600" b="1" dirty="0">
                <a:solidFill>
                  <a:srgbClr val="0D7C6B"/>
                </a:solidFill>
                <a:latin typeface="Calibri" pitchFamily="34" charset="0"/>
                <a:ea typeface="Calibri" pitchFamily="34" charset="-122"/>
                <a:cs typeface="Calibri" pitchFamily="34" charset="-120"/>
              </a:rPr>
              <a:t>adaptability and responsiveness of Agile</a:t>
            </a:r>
            <a:r>
              <a:rPr lang="en-US" sz="1600" dirty="0">
                <a:solidFill>
                  <a:srgbClr val="1A1A2E"/>
                </a:solidFill>
                <a:latin typeface="Calibri" pitchFamily="34" charset="0"/>
                <a:ea typeface="Calibri" pitchFamily="34" charset="-122"/>
                <a:cs typeface="Calibri" pitchFamily="34" charset="-120"/>
              </a:rPr>
              <a:t>. It is a </a:t>
            </a:r>
            <a:r>
              <a:rPr lang="en-US" sz="1600" b="1" dirty="0">
                <a:solidFill>
                  <a:srgbClr val="5B2D8E"/>
                </a:solidFill>
                <a:latin typeface="Calibri" pitchFamily="34" charset="0"/>
                <a:ea typeface="Calibri" pitchFamily="34" charset="-122"/>
                <a:cs typeface="Calibri" pitchFamily="34" charset="-120"/>
              </a:rPr>
              <a:t>deliberate, planned blend</a:t>
            </a:r>
            <a:r>
              <a:rPr lang="en-US" sz="1600" dirty="0">
                <a:solidFill>
                  <a:srgbClr val="1A1A2E"/>
                </a:solidFill>
                <a:latin typeface="Calibri" pitchFamily="34" charset="0"/>
                <a:ea typeface="Calibri" pitchFamily="34" charset="-122"/>
                <a:cs typeface="Calibri" pitchFamily="34" charset="-120"/>
              </a:rPr>
              <a:t> — not a compromise — tailored to projects where no single methodology is optimal.</a:t>
            </a:r>
            <a:endParaRPr lang="en-US" sz="1600" dirty="0">
              <a:solidFill>
                <a:prstClr val="black"/>
              </a:solidFill>
              <a:latin typeface="Calibri" panose="020F05020202040302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WAgile as a Hybrid Model</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Three recognised patterns for combining Waterfall and Agile within a single project</a:t>
            </a:r>
            <a:endParaRPr lang="en-US" sz="1333" dirty="0">
              <a:solidFill>
                <a:prstClr val="black"/>
              </a:solidFill>
              <a:latin typeface="Calibri" panose="020F0502020204030204"/>
            </a:endParaRPr>
          </a:p>
        </p:txBody>
      </p:sp>
      <p:sp>
        <p:nvSpPr>
          <p:cNvPr id="6" name="Text 4"/>
          <p:cNvSpPr/>
          <p:nvPr/>
        </p:nvSpPr>
        <p:spPr>
          <a:xfrm>
            <a:off x="365760" y="1243584"/>
            <a:ext cx="11460480" cy="512064"/>
          </a:xfrm>
          <a:prstGeom prst="rect">
            <a:avLst/>
          </a:prstGeom>
          <a:noFill/>
          <a:ln/>
        </p:spPr>
        <p:txBody>
          <a:bodyPr wrap="square" lIns="67733" tIns="67733" rIns="67733" bIns="67733" rtlCol="0" anchor="t"/>
          <a:lstStyle/>
          <a:p>
            <a:pPr defTabSz="1219170"/>
            <a:r>
              <a:rPr lang="en-US" sz="1667" dirty="0">
                <a:solidFill>
                  <a:srgbClr val="1A1A2E"/>
                </a:solidFill>
                <a:latin typeface="Calibri" pitchFamily="34" charset="0"/>
                <a:ea typeface="Calibri" pitchFamily="34" charset="-122"/>
                <a:cs typeface="Calibri" pitchFamily="34" charset="-120"/>
              </a:rPr>
              <a:t>WAgile uses </a:t>
            </a:r>
            <a:r>
              <a:rPr lang="en-US" sz="1667" b="1" dirty="0">
                <a:solidFill>
                  <a:srgbClr val="2E75B6"/>
                </a:solidFill>
                <a:latin typeface="Calibri" pitchFamily="34" charset="0"/>
                <a:ea typeface="Calibri" pitchFamily="34" charset="-122"/>
                <a:cs typeface="Calibri" pitchFamily="34" charset="-120"/>
              </a:rPr>
              <a:t>Waterfall where stability and documentation matter most</a:t>
            </a:r>
            <a:r>
              <a:rPr lang="en-US" sz="1667" dirty="0">
                <a:solidFill>
                  <a:srgbClr val="1A1A2E"/>
                </a:solidFill>
                <a:latin typeface="Calibri" pitchFamily="34" charset="0"/>
                <a:ea typeface="Calibri" pitchFamily="34" charset="-122"/>
                <a:cs typeface="Calibri" pitchFamily="34" charset="-120"/>
              </a:rPr>
              <a:t>, and </a:t>
            </a:r>
            <a:r>
              <a:rPr lang="en-US" sz="1667" b="1" dirty="0">
                <a:solidFill>
                  <a:srgbClr val="0D7C6B"/>
                </a:solidFill>
                <a:latin typeface="Calibri" pitchFamily="34" charset="0"/>
                <a:ea typeface="Calibri" pitchFamily="34" charset="-122"/>
                <a:cs typeface="Calibri" pitchFamily="34" charset="-120"/>
              </a:rPr>
              <a:t>Agile where flexibility and responsiveness are most valuable</a:t>
            </a:r>
            <a:r>
              <a:rPr lang="en-US" sz="1667" dirty="0">
                <a:solidFill>
                  <a:srgbClr val="1A1A2E"/>
                </a:solidFill>
                <a:latin typeface="Calibri" pitchFamily="34" charset="0"/>
                <a:ea typeface="Calibri" pitchFamily="34" charset="-122"/>
                <a:cs typeface="Calibri" pitchFamily="34" charset="-120"/>
              </a:rPr>
              <a:t>. Three patterns exist:</a:t>
            </a:r>
            <a:endParaRPr lang="en-US" sz="1667" dirty="0">
              <a:solidFill>
                <a:prstClr val="black"/>
              </a:solidFill>
              <a:latin typeface="Calibri" panose="020F0502020204030204"/>
            </a:endParaRPr>
          </a:p>
        </p:txBody>
      </p:sp>
      <p:sp>
        <p:nvSpPr>
          <p:cNvPr id="7" name="Shape 5"/>
          <p:cNvSpPr/>
          <p:nvPr/>
        </p:nvSpPr>
        <p:spPr>
          <a:xfrm>
            <a:off x="365760" y="1889760"/>
            <a:ext cx="36576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Shape 6"/>
          <p:cNvSpPr/>
          <p:nvPr/>
        </p:nvSpPr>
        <p:spPr>
          <a:xfrm>
            <a:off x="2194560" y="1889760"/>
            <a:ext cx="1828800" cy="438912"/>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365760" y="1889760"/>
            <a:ext cx="3657600" cy="438912"/>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 First,</a:t>
            </a:r>
            <a:endParaRPr lang="en-US" sz="1467" dirty="0">
              <a:solidFill>
                <a:prstClr val="black"/>
              </a:solidFill>
              <a:latin typeface="Calibri" panose="020F0502020204030204"/>
            </a:endParaRPr>
          </a:p>
          <a:p>
            <a:pPr algn="ctr" defTabSz="1219170"/>
            <a:r>
              <a:rPr lang="en-US" sz="1467" b="1" dirty="0">
                <a:solidFill>
                  <a:srgbClr val="FFFFFF"/>
                </a:solidFill>
                <a:latin typeface="Calibri" pitchFamily="34" charset="0"/>
                <a:ea typeface="Calibri" pitchFamily="34" charset="-122"/>
                <a:cs typeface="Calibri" pitchFamily="34" charset="-120"/>
              </a:rPr>
              <a:t>Agile Later</a:t>
            </a:r>
            <a:endParaRPr lang="en-US" sz="1467" dirty="0">
              <a:solidFill>
                <a:prstClr val="black"/>
              </a:solidFill>
              <a:latin typeface="Calibri" panose="020F0502020204030204"/>
            </a:endParaRPr>
          </a:p>
        </p:txBody>
      </p:sp>
      <p:sp>
        <p:nvSpPr>
          <p:cNvPr id="10" name="Shape 8"/>
          <p:cNvSpPr/>
          <p:nvPr/>
        </p:nvSpPr>
        <p:spPr>
          <a:xfrm>
            <a:off x="365760" y="2328672"/>
            <a:ext cx="3657600" cy="292608"/>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Text 9"/>
          <p:cNvSpPr/>
          <p:nvPr/>
        </p:nvSpPr>
        <p:spPr>
          <a:xfrm>
            <a:off x="365760" y="2328672"/>
            <a:ext cx="3657600" cy="292608"/>
          </a:xfrm>
          <a:prstGeom prst="rect">
            <a:avLst/>
          </a:prstGeom>
          <a:noFill/>
          <a:ln/>
        </p:spPr>
        <p:txBody>
          <a:bodyPr wrap="square" lIns="0" tIns="0" rIns="0" bIns="0" rtlCol="0" anchor="ctr"/>
          <a:lstStyle/>
          <a:p>
            <a:pPr algn="ctr" defTabSz="1219170"/>
            <a:r>
              <a:rPr lang="en-US" sz="1067" b="1" kern="0" spc="133" dirty="0">
                <a:solidFill>
                  <a:srgbClr val="AABBCC"/>
                </a:solidFill>
                <a:latin typeface="Calibri" pitchFamily="34" charset="0"/>
                <a:ea typeface="Calibri" pitchFamily="34" charset="-122"/>
                <a:cs typeface="Calibri" pitchFamily="34" charset="-120"/>
              </a:rPr>
              <a:t>MOST COMMON PATTERN</a:t>
            </a:r>
            <a:endParaRPr lang="en-US" sz="1067" dirty="0">
              <a:solidFill>
                <a:prstClr val="black"/>
              </a:solidFill>
              <a:latin typeface="Calibri" panose="020F0502020204030204"/>
            </a:endParaRPr>
          </a:p>
        </p:txBody>
      </p:sp>
      <p:sp>
        <p:nvSpPr>
          <p:cNvPr id="12" name="Shape 10"/>
          <p:cNvSpPr/>
          <p:nvPr/>
        </p:nvSpPr>
        <p:spPr>
          <a:xfrm>
            <a:off x="365760" y="2621280"/>
            <a:ext cx="3657600" cy="2804160"/>
          </a:xfrm>
          <a:prstGeom prst="rect">
            <a:avLst/>
          </a:prstGeom>
          <a:solidFill>
            <a:srgbClr val="F4F6F9"/>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487680" y="2682240"/>
            <a:ext cx="3413760"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The project begins with Waterfall's structured Requirements Definition and Design phases to establish a stable foundation. Development and Testing then proceed using Agile sprints. This is the most common WAgile pattern.</a:t>
            </a:r>
            <a:endParaRPr lang="en-US" sz="1533" dirty="0">
              <a:solidFill>
                <a:prstClr val="black"/>
              </a:solidFill>
              <a:latin typeface="Calibri" panose="020F0502020204030204"/>
            </a:endParaRPr>
          </a:p>
        </p:txBody>
      </p:sp>
      <p:sp>
        <p:nvSpPr>
          <p:cNvPr id="14" name="Shape 12"/>
          <p:cNvSpPr/>
          <p:nvPr/>
        </p:nvSpPr>
        <p:spPr>
          <a:xfrm>
            <a:off x="365760" y="4901184"/>
            <a:ext cx="3657600" cy="512064"/>
          </a:xfrm>
          <a:prstGeom prst="rect">
            <a:avLst/>
          </a:prstGeom>
          <a:solidFill>
            <a:srgbClr val="EDE8F5"/>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463296" y="4901184"/>
            <a:ext cx="3462528" cy="512064"/>
          </a:xfrm>
          <a:prstGeom prst="rect">
            <a:avLst/>
          </a:prstGeom>
          <a:noFill/>
          <a:ln/>
        </p:spPr>
        <p:txBody>
          <a:bodyPr wrap="square" rtlCol="0" anchor="ctr"/>
          <a:lstStyle/>
          <a:p>
            <a:pPr defTabSz="1219170"/>
            <a:r>
              <a:rPr lang="en-US" sz="1400" i="1" dirty="0">
                <a:solidFill>
                  <a:srgbClr val="5B2D8E"/>
                </a:solidFill>
                <a:latin typeface="Calibri" pitchFamily="34" charset="0"/>
                <a:ea typeface="Calibri" pitchFamily="34" charset="-122"/>
                <a:cs typeface="Calibri" pitchFamily="34" charset="-120"/>
              </a:rPr>
              <a:t>Best when: Requirements are well understood upfront but development benefits from iteration.</a:t>
            </a:r>
            <a:endParaRPr lang="en-US" sz="1400" dirty="0">
              <a:solidFill>
                <a:prstClr val="black"/>
              </a:solidFill>
              <a:latin typeface="Calibri" panose="020F0502020204030204"/>
            </a:endParaRPr>
          </a:p>
        </p:txBody>
      </p:sp>
      <p:sp>
        <p:nvSpPr>
          <p:cNvPr id="16" name="Shape 14"/>
          <p:cNvSpPr/>
          <p:nvPr/>
        </p:nvSpPr>
        <p:spPr>
          <a:xfrm>
            <a:off x="4206240" y="1889760"/>
            <a:ext cx="3657600" cy="438912"/>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Shape 15"/>
          <p:cNvSpPr/>
          <p:nvPr/>
        </p:nvSpPr>
        <p:spPr>
          <a:xfrm>
            <a:off x="6035040" y="1889760"/>
            <a:ext cx="1828800" cy="438912"/>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4206240" y="1889760"/>
            <a:ext cx="3657600" cy="438912"/>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 First,</a:t>
            </a:r>
            <a:endParaRPr lang="en-US" sz="1467" dirty="0">
              <a:solidFill>
                <a:prstClr val="black"/>
              </a:solidFill>
              <a:latin typeface="Calibri" panose="020F0502020204030204"/>
            </a:endParaRPr>
          </a:p>
          <a:p>
            <a:pPr algn="ctr" defTabSz="1219170"/>
            <a:r>
              <a:rPr lang="en-US" sz="1467" b="1" dirty="0">
                <a:solidFill>
                  <a:srgbClr val="FFFFFF"/>
                </a:solidFill>
                <a:latin typeface="Calibri" pitchFamily="34" charset="0"/>
                <a:ea typeface="Calibri" pitchFamily="34" charset="-122"/>
                <a:cs typeface="Calibri" pitchFamily="34" charset="-120"/>
              </a:rPr>
              <a:t>Waterfall Later</a:t>
            </a:r>
            <a:endParaRPr lang="en-US" sz="1467" dirty="0">
              <a:solidFill>
                <a:prstClr val="black"/>
              </a:solidFill>
              <a:latin typeface="Calibri" panose="020F0502020204030204"/>
            </a:endParaRPr>
          </a:p>
        </p:txBody>
      </p:sp>
      <p:sp>
        <p:nvSpPr>
          <p:cNvPr id="19" name="Shape 17"/>
          <p:cNvSpPr/>
          <p:nvPr/>
        </p:nvSpPr>
        <p:spPr>
          <a:xfrm>
            <a:off x="4206240" y="2328672"/>
            <a:ext cx="3657600" cy="292608"/>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4206240" y="2328672"/>
            <a:ext cx="3657600" cy="292608"/>
          </a:xfrm>
          <a:prstGeom prst="rect">
            <a:avLst/>
          </a:prstGeom>
          <a:noFill/>
          <a:ln/>
        </p:spPr>
        <p:txBody>
          <a:bodyPr wrap="square" lIns="0" tIns="0" rIns="0" bIns="0" rtlCol="0" anchor="ctr"/>
          <a:lstStyle/>
          <a:p>
            <a:pPr algn="ctr" defTabSz="1219170"/>
            <a:r>
              <a:rPr lang="en-US" sz="1067" b="1" kern="0" spc="133" dirty="0">
                <a:solidFill>
                  <a:srgbClr val="AABBCC"/>
                </a:solidFill>
                <a:latin typeface="Calibri" pitchFamily="34" charset="0"/>
                <a:ea typeface="Calibri" pitchFamily="34" charset="-122"/>
                <a:cs typeface="Calibri" pitchFamily="34" charset="-120"/>
              </a:rPr>
              <a:t>EXPLORATORY PATTERN</a:t>
            </a:r>
            <a:endParaRPr lang="en-US" sz="1067" dirty="0">
              <a:solidFill>
                <a:prstClr val="black"/>
              </a:solidFill>
              <a:latin typeface="Calibri" panose="020F0502020204030204"/>
            </a:endParaRPr>
          </a:p>
        </p:txBody>
      </p:sp>
      <p:sp>
        <p:nvSpPr>
          <p:cNvPr id="21" name="Shape 19"/>
          <p:cNvSpPr/>
          <p:nvPr/>
        </p:nvSpPr>
        <p:spPr>
          <a:xfrm>
            <a:off x="4206240" y="2621280"/>
            <a:ext cx="3657600" cy="2804160"/>
          </a:xfrm>
          <a:prstGeom prst="rect">
            <a:avLst/>
          </a:prstGeom>
          <a:solidFill>
            <a:srgbClr val="F4F6F9"/>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4328160" y="2682240"/>
            <a:ext cx="3413760"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Early iterations are used to explore and prototype requirements. Once requirements are sufficiently understood, the project transitions to Waterfall for formal, documented implementation and deployment.</a:t>
            </a:r>
            <a:endParaRPr lang="en-US" sz="1533" dirty="0">
              <a:solidFill>
                <a:prstClr val="black"/>
              </a:solidFill>
              <a:latin typeface="Calibri" panose="020F0502020204030204"/>
            </a:endParaRPr>
          </a:p>
        </p:txBody>
      </p:sp>
      <p:sp>
        <p:nvSpPr>
          <p:cNvPr id="23" name="Shape 21"/>
          <p:cNvSpPr/>
          <p:nvPr/>
        </p:nvSpPr>
        <p:spPr>
          <a:xfrm>
            <a:off x="4206240" y="4901184"/>
            <a:ext cx="3657600" cy="512064"/>
          </a:xfrm>
          <a:prstGeom prst="rect">
            <a:avLst/>
          </a:prstGeom>
          <a:solidFill>
            <a:srgbClr val="EDE8F5"/>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Text 22"/>
          <p:cNvSpPr/>
          <p:nvPr/>
        </p:nvSpPr>
        <p:spPr>
          <a:xfrm>
            <a:off x="4303776" y="4901184"/>
            <a:ext cx="3462528" cy="512064"/>
          </a:xfrm>
          <a:prstGeom prst="rect">
            <a:avLst/>
          </a:prstGeom>
          <a:noFill/>
          <a:ln/>
        </p:spPr>
        <p:txBody>
          <a:bodyPr wrap="square" rtlCol="0" anchor="ctr"/>
          <a:lstStyle/>
          <a:p>
            <a:pPr defTabSz="1219170"/>
            <a:r>
              <a:rPr lang="en-US" sz="1400" i="1" dirty="0">
                <a:solidFill>
                  <a:srgbClr val="5B2D8E"/>
                </a:solidFill>
                <a:latin typeface="Calibri" pitchFamily="34" charset="0"/>
                <a:ea typeface="Calibri" pitchFamily="34" charset="-122"/>
                <a:cs typeface="Calibri" pitchFamily="34" charset="-120"/>
              </a:rPr>
              <a:t>Best when: Requirements are initially unclear and need discovery through prototyping.</a:t>
            </a:r>
            <a:endParaRPr lang="en-US" sz="1400" dirty="0">
              <a:solidFill>
                <a:prstClr val="black"/>
              </a:solidFill>
              <a:latin typeface="Calibri" panose="020F0502020204030204"/>
            </a:endParaRPr>
          </a:p>
        </p:txBody>
      </p:sp>
      <p:sp>
        <p:nvSpPr>
          <p:cNvPr id="25" name="Shape 23"/>
          <p:cNvSpPr/>
          <p:nvPr/>
        </p:nvSpPr>
        <p:spPr>
          <a:xfrm>
            <a:off x="8046720" y="1889760"/>
            <a:ext cx="3657600" cy="438912"/>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Shape 24"/>
          <p:cNvSpPr/>
          <p:nvPr/>
        </p:nvSpPr>
        <p:spPr>
          <a:xfrm>
            <a:off x="9875520" y="1889760"/>
            <a:ext cx="1828800" cy="438912"/>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7" name="Text 25"/>
          <p:cNvSpPr/>
          <p:nvPr/>
        </p:nvSpPr>
        <p:spPr>
          <a:xfrm>
            <a:off x="8046720" y="1889760"/>
            <a:ext cx="3657600" cy="438912"/>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 Within</a:t>
            </a:r>
            <a:endParaRPr lang="en-US" sz="1467" dirty="0">
              <a:solidFill>
                <a:prstClr val="black"/>
              </a:solidFill>
              <a:latin typeface="Calibri" panose="020F0502020204030204"/>
            </a:endParaRPr>
          </a:p>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28" name="Shape 26"/>
          <p:cNvSpPr/>
          <p:nvPr/>
        </p:nvSpPr>
        <p:spPr>
          <a:xfrm>
            <a:off x="8046720" y="2328672"/>
            <a:ext cx="3657600" cy="292608"/>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9" name="Text 27"/>
          <p:cNvSpPr/>
          <p:nvPr/>
        </p:nvSpPr>
        <p:spPr>
          <a:xfrm>
            <a:off x="8046720" y="2328672"/>
            <a:ext cx="3657600" cy="292608"/>
          </a:xfrm>
          <a:prstGeom prst="rect">
            <a:avLst/>
          </a:prstGeom>
          <a:noFill/>
          <a:ln/>
        </p:spPr>
        <p:txBody>
          <a:bodyPr wrap="square" lIns="0" tIns="0" rIns="0" bIns="0" rtlCol="0" anchor="ctr"/>
          <a:lstStyle/>
          <a:p>
            <a:pPr algn="ctr" defTabSz="1219170"/>
            <a:r>
              <a:rPr lang="en-US" sz="1067" b="1" kern="0" spc="133" dirty="0">
                <a:solidFill>
                  <a:srgbClr val="AABBCC"/>
                </a:solidFill>
                <a:latin typeface="Calibri" pitchFamily="34" charset="0"/>
                <a:ea typeface="Calibri" pitchFamily="34" charset="-122"/>
                <a:cs typeface="Calibri" pitchFamily="34" charset="-120"/>
              </a:rPr>
              <a:t>EMBEDDED PATTERN</a:t>
            </a:r>
            <a:endParaRPr lang="en-US" sz="1067" dirty="0">
              <a:solidFill>
                <a:prstClr val="black"/>
              </a:solidFill>
              <a:latin typeface="Calibri" panose="020F0502020204030204"/>
            </a:endParaRPr>
          </a:p>
        </p:txBody>
      </p:sp>
      <p:sp>
        <p:nvSpPr>
          <p:cNvPr id="30" name="Shape 28"/>
          <p:cNvSpPr/>
          <p:nvPr/>
        </p:nvSpPr>
        <p:spPr>
          <a:xfrm>
            <a:off x="8046720" y="2621280"/>
            <a:ext cx="3657600" cy="2804160"/>
          </a:xfrm>
          <a:prstGeom prst="rect">
            <a:avLst/>
          </a:prstGeom>
          <a:solidFill>
            <a:srgbClr val="F4F6F9"/>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8168640" y="2682240"/>
            <a:ext cx="3413760" cy="2072640"/>
          </a:xfrm>
          <a:prstGeom prst="rect">
            <a:avLst/>
          </a:prstGeom>
          <a:noFill/>
          <a:ln/>
        </p:spPr>
        <p:txBody>
          <a:bodyPr wrap="square" rtlCol="0" anchor="t"/>
          <a:lstStyle/>
          <a:p>
            <a:pPr defTabSz="1219170"/>
            <a:r>
              <a:rPr lang="en-US" sz="1533" dirty="0">
                <a:solidFill>
                  <a:srgbClr val="1A1A2E"/>
                </a:solidFill>
                <a:latin typeface="Calibri" pitchFamily="34" charset="0"/>
                <a:ea typeface="Calibri" pitchFamily="34" charset="-122"/>
                <a:cs typeface="Calibri" pitchFamily="34" charset="-120"/>
              </a:rPr>
              <a:t>The overall project lifecycle follows Waterfall's sequential stages, but within specific stages — particularly Development — Agile iterations are used to build and refine the software incrementally.</a:t>
            </a:r>
            <a:endParaRPr lang="en-US" sz="1533" dirty="0">
              <a:solidFill>
                <a:prstClr val="black"/>
              </a:solidFill>
              <a:latin typeface="Calibri" panose="020F0502020204030204"/>
            </a:endParaRPr>
          </a:p>
        </p:txBody>
      </p:sp>
      <p:sp>
        <p:nvSpPr>
          <p:cNvPr id="32" name="Shape 30"/>
          <p:cNvSpPr/>
          <p:nvPr/>
        </p:nvSpPr>
        <p:spPr>
          <a:xfrm>
            <a:off x="8046720" y="4901184"/>
            <a:ext cx="3657600" cy="512064"/>
          </a:xfrm>
          <a:prstGeom prst="rect">
            <a:avLst/>
          </a:prstGeom>
          <a:solidFill>
            <a:srgbClr val="EDE8F5"/>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3" name="Text 31"/>
          <p:cNvSpPr/>
          <p:nvPr/>
        </p:nvSpPr>
        <p:spPr>
          <a:xfrm>
            <a:off x="8144256" y="4901184"/>
            <a:ext cx="3462528" cy="512064"/>
          </a:xfrm>
          <a:prstGeom prst="rect">
            <a:avLst/>
          </a:prstGeom>
          <a:noFill/>
          <a:ln/>
        </p:spPr>
        <p:txBody>
          <a:bodyPr wrap="square" rtlCol="0" anchor="ctr"/>
          <a:lstStyle/>
          <a:p>
            <a:pPr defTabSz="1219170"/>
            <a:r>
              <a:rPr lang="en-US" sz="1400" i="1" dirty="0">
                <a:solidFill>
                  <a:srgbClr val="5B2D8E"/>
                </a:solidFill>
                <a:latin typeface="Calibri" pitchFamily="34" charset="0"/>
                <a:ea typeface="Calibri" pitchFamily="34" charset="-122"/>
                <a:cs typeface="Calibri" pitchFamily="34" charset="-120"/>
              </a:rPr>
              <a:t>Best when: A formal project framework is mandatory, but internal development needs flexibility.</a:t>
            </a:r>
            <a:endParaRPr lang="en-US" sz="1400" dirty="0">
              <a:solidFill>
                <a:prstClr val="black"/>
              </a:solidFill>
              <a:latin typeface="Calibri" panose="020F0502020204030204"/>
            </a:endParaRPr>
          </a:p>
        </p:txBody>
      </p:sp>
      <p:sp>
        <p:nvSpPr>
          <p:cNvPr id="34" name="Shape 32"/>
          <p:cNvSpPr/>
          <p:nvPr/>
        </p:nvSpPr>
        <p:spPr>
          <a:xfrm>
            <a:off x="365760" y="5535168"/>
            <a:ext cx="11460480" cy="877824"/>
          </a:xfrm>
          <a:prstGeom prst="rect">
            <a:avLst/>
          </a:prstGeom>
          <a:solidFill>
            <a:srgbClr val="EDE8F5"/>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5" name="Shape 33"/>
          <p:cNvSpPr/>
          <p:nvPr/>
        </p:nvSpPr>
        <p:spPr>
          <a:xfrm>
            <a:off x="365760" y="5535168"/>
            <a:ext cx="85344" cy="877824"/>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6" name="Text 34"/>
          <p:cNvSpPr/>
          <p:nvPr/>
        </p:nvSpPr>
        <p:spPr>
          <a:xfrm>
            <a:off x="548640" y="5535168"/>
            <a:ext cx="11241024" cy="877824"/>
          </a:xfrm>
          <a:prstGeom prst="rect">
            <a:avLst/>
          </a:prstGeom>
          <a:noFill/>
          <a:ln/>
        </p:spPr>
        <p:txBody>
          <a:bodyPr wrap="square" lIns="84667" tIns="84667" rIns="84667" bIns="84667" rtlCol="0" anchor="ctr"/>
          <a:lstStyle/>
          <a:p>
            <a:pPr defTabSz="1219170"/>
            <a:r>
              <a:rPr lang="en-US" sz="1533" b="1" dirty="0">
                <a:solidFill>
                  <a:srgbClr val="5B2D8E"/>
                </a:solidFill>
                <a:latin typeface="Calibri" pitchFamily="34" charset="0"/>
                <a:ea typeface="Calibri" pitchFamily="34" charset="-122"/>
                <a:cs typeface="Calibri" pitchFamily="34" charset="-120"/>
              </a:rPr>
              <a:t>Why it matters:  </a:t>
            </a:r>
            <a:r>
              <a:rPr lang="en-US" sz="1533" dirty="0">
                <a:solidFill>
                  <a:srgbClr val="1A1A2E"/>
                </a:solidFill>
                <a:latin typeface="Calibri" pitchFamily="34" charset="0"/>
                <a:ea typeface="Calibri" pitchFamily="34" charset="-122"/>
                <a:cs typeface="Calibri" pitchFamily="34" charset="-120"/>
              </a:rPr>
              <a:t>Understanding which pattern applies to a given project is critical. Examiners expect students to identify the specific pattern used and justify why that allocation of methodologies suits the project's characteristics.</a:t>
            </a:r>
            <a:endParaRPr lang="en-US" sz="1533" dirty="0">
              <a:solidFill>
                <a:prstClr val="black"/>
              </a:solidFill>
              <a:latin typeface="Calibri" panose="020F0502020204030204"/>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When Intervention is Applied</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207264"/>
          </a:xfrm>
          <a:prstGeom prst="rect">
            <a:avLst/>
          </a:prstGeom>
          <a:noFill/>
          <a:ln/>
        </p:spPr>
        <p:txBody>
          <a:bodyPr wrap="square" lIns="0" tIns="0" rIns="0" bIns="0" rtlCol="0" anchor="ctr"/>
          <a:lstStyle/>
          <a:p>
            <a:pPr algn="ctr" defTabSz="1219170"/>
            <a:r>
              <a:rPr lang="en-US" sz="1400" i="1" dirty="0">
                <a:solidFill>
                  <a:srgbClr val="1B3A6B"/>
                </a:solidFill>
                <a:latin typeface="Calibri" pitchFamily="34" charset="0"/>
                <a:ea typeface="Calibri" pitchFamily="34" charset="-122"/>
                <a:cs typeface="Calibri" pitchFamily="34" charset="-120"/>
              </a:rPr>
              <a:t>Mapping each phase of the development life cycle to the appropriate methodology</a:t>
            </a:r>
            <a:endParaRPr lang="en-US" sz="1400" dirty="0">
              <a:solidFill>
                <a:prstClr val="black"/>
              </a:solidFill>
              <a:latin typeface="Calibri" panose="020F0502020204030204"/>
            </a:endParaRPr>
          </a:p>
        </p:txBody>
      </p:sp>
      <p:sp>
        <p:nvSpPr>
          <p:cNvPr id="6" name="Text 4"/>
          <p:cNvSpPr/>
          <p:nvPr/>
        </p:nvSpPr>
        <p:spPr>
          <a:xfrm>
            <a:off x="365760" y="1316736"/>
            <a:ext cx="11460480" cy="438912"/>
          </a:xfrm>
          <a:prstGeom prst="rect">
            <a:avLst/>
          </a:prstGeom>
          <a:noFill/>
          <a:ln/>
        </p:spPr>
        <p:txBody>
          <a:bodyPr wrap="square" lIns="67733" tIns="67733" rIns="67733" bIns="67733" rtlCol="0" anchor="ctr"/>
          <a:lstStyle/>
          <a:p>
            <a:pPr defTabSz="1219170"/>
            <a:r>
              <a:rPr lang="en-US" sz="1600" dirty="0">
                <a:solidFill>
                  <a:srgbClr val="1A1A2E"/>
                </a:solidFill>
                <a:latin typeface="Calibri" pitchFamily="34" charset="0"/>
                <a:ea typeface="Calibri" pitchFamily="34" charset="-122"/>
                <a:cs typeface="Calibri" pitchFamily="34" charset="-120"/>
              </a:rPr>
              <a:t>The decision about </a:t>
            </a:r>
            <a:r>
              <a:rPr lang="en-US" sz="1600" b="1" dirty="0">
                <a:solidFill>
                  <a:srgbClr val="5B2D8E"/>
                </a:solidFill>
                <a:latin typeface="Calibri" pitchFamily="34" charset="0"/>
                <a:ea typeface="Calibri" pitchFamily="34" charset="-122"/>
                <a:cs typeface="Calibri" pitchFamily="34" charset="-120"/>
              </a:rPr>
              <a:t>when</a:t>
            </a:r>
            <a:r>
              <a:rPr lang="en-US" sz="1600" dirty="0">
                <a:solidFill>
                  <a:srgbClr val="1A1A2E"/>
                </a:solidFill>
                <a:latin typeface="Calibri" pitchFamily="34" charset="0"/>
                <a:ea typeface="Calibri" pitchFamily="34" charset="-122"/>
                <a:cs typeface="Calibri" pitchFamily="34" charset="-120"/>
              </a:rPr>
              <a:t> to apply each methodology is driven by whether a phase benefits more from </a:t>
            </a:r>
            <a:r>
              <a:rPr lang="en-US" sz="1600" b="1" dirty="0">
                <a:solidFill>
                  <a:srgbClr val="2E75B6"/>
                </a:solidFill>
                <a:latin typeface="Calibri" pitchFamily="34" charset="0"/>
                <a:ea typeface="Calibri" pitchFamily="34" charset="-122"/>
                <a:cs typeface="Calibri" pitchFamily="34" charset="-120"/>
              </a:rPr>
              <a:t>structure and documentation</a:t>
            </a:r>
            <a:r>
              <a:rPr lang="en-US" sz="1600" dirty="0">
                <a:solidFill>
                  <a:srgbClr val="1A1A2E"/>
                </a:solidFill>
                <a:latin typeface="Calibri" pitchFamily="34" charset="0"/>
                <a:ea typeface="Calibri" pitchFamily="34" charset="-122"/>
                <a:cs typeface="Calibri" pitchFamily="34" charset="-120"/>
              </a:rPr>
              <a:t> or from </a:t>
            </a:r>
            <a:r>
              <a:rPr lang="en-US" sz="1600" b="1" dirty="0">
                <a:solidFill>
                  <a:srgbClr val="0D7C6B"/>
                </a:solidFill>
                <a:latin typeface="Calibri" pitchFamily="34" charset="0"/>
                <a:ea typeface="Calibri" pitchFamily="34" charset="-122"/>
                <a:cs typeface="Calibri" pitchFamily="34" charset="-120"/>
              </a:rPr>
              <a:t>flexibility and iteration</a:t>
            </a:r>
            <a:r>
              <a:rPr lang="en-US" sz="1600" dirty="0">
                <a:solidFill>
                  <a:srgbClr val="1A1A2E"/>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7" name="Shape 5"/>
          <p:cNvSpPr/>
          <p:nvPr/>
        </p:nvSpPr>
        <p:spPr>
          <a:xfrm>
            <a:off x="365760" y="1780032"/>
            <a:ext cx="3413760" cy="341376"/>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365760" y="1780032"/>
            <a:ext cx="3413760" cy="341376"/>
          </a:xfrm>
          <a:prstGeom prst="rect">
            <a:avLst/>
          </a:prstGeom>
          <a:noFill/>
          <a:ln/>
        </p:spPr>
        <p:txBody>
          <a:bodyPr wrap="square" lIns="0" tIns="0" rIns="0" bIns="0" rtlCol="0" anchor="ctr"/>
          <a:lstStyle/>
          <a:p>
            <a:pPr algn="ctr" defTabSz="1219170"/>
            <a:r>
              <a:rPr lang="en-US" sz="1200" b="1" kern="0" spc="267" dirty="0">
                <a:solidFill>
                  <a:srgbClr val="FFFFFF"/>
                </a:solidFill>
                <a:latin typeface="Calibri" pitchFamily="34" charset="0"/>
                <a:ea typeface="Calibri" pitchFamily="34" charset="-122"/>
                <a:cs typeface="Calibri" pitchFamily="34" charset="-120"/>
              </a:rPr>
              <a:t>PHASE</a:t>
            </a:r>
            <a:endParaRPr lang="en-US" sz="1200" dirty="0">
              <a:solidFill>
                <a:prstClr val="black"/>
              </a:solidFill>
              <a:latin typeface="Calibri" panose="020F0502020204030204"/>
            </a:endParaRPr>
          </a:p>
        </p:txBody>
      </p:sp>
      <p:sp>
        <p:nvSpPr>
          <p:cNvPr id="9" name="Shape 7"/>
          <p:cNvSpPr/>
          <p:nvPr/>
        </p:nvSpPr>
        <p:spPr>
          <a:xfrm>
            <a:off x="3840480" y="1780032"/>
            <a:ext cx="1828800" cy="341376"/>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3840480" y="1780032"/>
            <a:ext cx="1828800" cy="341376"/>
          </a:xfrm>
          <a:prstGeom prst="rect">
            <a:avLst/>
          </a:prstGeom>
          <a:noFill/>
          <a:ln/>
        </p:spPr>
        <p:txBody>
          <a:bodyPr wrap="square" lIns="0" tIns="0" rIns="0" bIns="0" rtlCol="0" anchor="ctr"/>
          <a:lstStyle/>
          <a:p>
            <a:pPr algn="ctr" defTabSz="1219170"/>
            <a:r>
              <a:rPr lang="en-US" sz="1200" b="1" kern="0" spc="267" dirty="0">
                <a:solidFill>
                  <a:srgbClr val="FFFFFF"/>
                </a:solidFill>
                <a:latin typeface="Calibri" pitchFamily="34" charset="0"/>
                <a:ea typeface="Calibri" pitchFamily="34" charset="-122"/>
                <a:cs typeface="Calibri" pitchFamily="34" charset="-120"/>
              </a:rPr>
              <a:t>METHOD</a:t>
            </a:r>
            <a:endParaRPr lang="en-US" sz="1200" dirty="0">
              <a:solidFill>
                <a:prstClr val="black"/>
              </a:solidFill>
              <a:latin typeface="Calibri" panose="020F0502020204030204"/>
            </a:endParaRPr>
          </a:p>
        </p:txBody>
      </p:sp>
      <p:sp>
        <p:nvSpPr>
          <p:cNvPr id="11" name="Shape 9"/>
          <p:cNvSpPr/>
          <p:nvPr/>
        </p:nvSpPr>
        <p:spPr>
          <a:xfrm>
            <a:off x="5730240" y="1780032"/>
            <a:ext cx="6096000" cy="341376"/>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5730240" y="1780032"/>
            <a:ext cx="6096000" cy="341376"/>
          </a:xfrm>
          <a:prstGeom prst="rect">
            <a:avLst/>
          </a:prstGeom>
          <a:noFill/>
          <a:ln/>
        </p:spPr>
        <p:txBody>
          <a:bodyPr wrap="square" lIns="0" tIns="0" rIns="0" bIns="0" rtlCol="0" anchor="ctr"/>
          <a:lstStyle/>
          <a:p>
            <a:pPr algn="ctr" defTabSz="1219170"/>
            <a:r>
              <a:rPr lang="en-US" sz="1200" b="1" kern="0" spc="267" dirty="0">
                <a:solidFill>
                  <a:srgbClr val="FFFFFF"/>
                </a:solidFill>
                <a:latin typeface="Calibri" pitchFamily="34" charset="0"/>
                <a:ea typeface="Calibri" pitchFamily="34" charset="-122"/>
                <a:cs typeface="Calibri" pitchFamily="34" charset="-120"/>
              </a:rPr>
              <a:t>REASON FOR ALLOCATION</a:t>
            </a:r>
            <a:endParaRPr lang="en-US" sz="1200" dirty="0">
              <a:solidFill>
                <a:prstClr val="black"/>
              </a:solidFill>
              <a:latin typeface="Calibri" panose="020F0502020204030204"/>
            </a:endParaRPr>
          </a:p>
        </p:txBody>
      </p:sp>
      <p:sp>
        <p:nvSpPr>
          <p:cNvPr id="13" name="Shape 11"/>
          <p:cNvSpPr/>
          <p:nvPr/>
        </p:nvSpPr>
        <p:spPr>
          <a:xfrm>
            <a:off x="365760" y="2121408"/>
            <a:ext cx="341376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463296" y="21214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Requirements Definition</a:t>
            </a:r>
            <a:endParaRPr lang="en-US" sz="1467" dirty="0">
              <a:solidFill>
                <a:prstClr val="black"/>
              </a:solidFill>
              <a:latin typeface="Calibri" panose="020F0502020204030204"/>
            </a:endParaRPr>
          </a:p>
        </p:txBody>
      </p:sp>
      <p:sp>
        <p:nvSpPr>
          <p:cNvPr id="15" name="Shape 13"/>
          <p:cNvSpPr/>
          <p:nvPr/>
        </p:nvSpPr>
        <p:spPr>
          <a:xfrm>
            <a:off x="3840480" y="2121408"/>
            <a:ext cx="1828800" cy="60960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3840480" y="21214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17" name="Shape 15"/>
          <p:cNvSpPr/>
          <p:nvPr/>
        </p:nvSpPr>
        <p:spPr>
          <a:xfrm>
            <a:off x="5730240" y="2121408"/>
            <a:ext cx="609600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5827776" y="21214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Requirements are gathered formally with stakeholder sign-off, producing a stable, documented specification.</a:t>
            </a:r>
            <a:endParaRPr lang="en-US" sz="1400" dirty="0">
              <a:solidFill>
                <a:prstClr val="black"/>
              </a:solidFill>
              <a:latin typeface="Calibri" panose="020F0502020204030204"/>
            </a:endParaRPr>
          </a:p>
        </p:txBody>
      </p:sp>
      <p:sp>
        <p:nvSpPr>
          <p:cNvPr id="19" name="Shape 17"/>
          <p:cNvSpPr/>
          <p:nvPr/>
        </p:nvSpPr>
        <p:spPr>
          <a:xfrm>
            <a:off x="365760" y="2731008"/>
            <a:ext cx="341376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463296" y="27310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Determining Specifications</a:t>
            </a:r>
            <a:endParaRPr lang="en-US" sz="1467" dirty="0">
              <a:solidFill>
                <a:prstClr val="black"/>
              </a:solidFill>
              <a:latin typeface="Calibri" panose="020F0502020204030204"/>
            </a:endParaRPr>
          </a:p>
        </p:txBody>
      </p:sp>
      <p:sp>
        <p:nvSpPr>
          <p:cNvPr id="21" name="Shape 19"/>
          <p:cNvSpPr/>
          <p:nvPr/>
        </p:nvSpPr>
        <p:spPr>
          <a:xfrm>
            <a:off x="3840480" y="2731008"/>
            <a:ext cx="1828800" cy="60960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3840480" y="27310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23" name="Shape 21"/>
          <p:cNvSpPr/>
          <p:nvPr/>
        </p:nvSpPr>
        <p:spPr>
          <a:xfrm>
            <a:off x="5730240" y="2731008"/>
            <a:ext cx="609600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Text 22"/>
          <p:cNvSpPr/>
          <p:nvPr/>
        </p:nvSpPr>
        <p:spPr>
          <a:xfrm>
            <a:off x="5827776" y="27310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Technical specifications require precision and documentation. Changes at this stage are costly regardless of methodology.</a:t>
            </a:r>
            <a:endParaRPr lang="en-US" sz="1400" dirty="0">
              <a:solidFill>
                <a:prstClr val="black"/>
              </a:solidFill>
              <a:latin typeface="Calibri" panose="020F0502020204030204"/>
            </a:endParaRPr>
          </a:p>
        </p:txBody>
      </p:sp>
      <p:sp>
        <p:nvSpPr>
          <p:cNvPr id="25" name="Shape 23"/>
          <p:cNvSpPr/>
          <p:nvPr/>
        </p:nvSpPr>
        <p:spPr>
          <a:xfrm>
            <a:off x="365760" y="3340608"/>
            <a:ext cx="341376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463296" y="33406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Design</a:t>
            </a:r>
            <a:endParaRPr lang="en-US" sz="1467" dirty="0">
              <a:solidFill>
                <a:prstClr val="black"/>
              </a:solidFill>
              <a:latin typeface="Calibri" panose="020F0502020204030204"/>
            </a:endParaRPr>
          </a:p>
        </p:txBody>
      </p:sp>
      <p:sp>
        <p:nvSpPr>
          <p:cNvPr id="27" name="Shape 25"/>
          <p:cNvSpPr/>
          <p:nvPr/>
        </p:nvSpPr>
        <p:spPr>
          <a:xfrm>
            <a:off x="3840480" y="3340608"/>
            <a:ext cx="1828800" cy="60960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3840480" y="33406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29" name="Shape 27"/>
          <p:cNvSpPr/>
          <p:nvPr/>
        </p:nvSpPr>
        <p:spPr>
          <a:xfrm>
            <a:off x="5730240" y="3340608"/>
            <a:ext cx="609600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0" name="Text 28"/>
          <p:cNvSpPr/>
          <p:nvPr/>
        </p:nvSpPr>
        <p:spPr>
          <a:xfrm>
            <a:off x="5827776" y="33406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System architecture and high-level design are defined upfront, providing a stable blueprint for development.</a:t>
            </a:r>
            <a:endParaRPr lang="en-US" sz="1400" dirty="0">
              <a:solidFill>
                <a:prstClr val="black"/>
              </a:solidFill>
              <a:latin typeface="Calibri" panose="020F0502020204030204"/>
            </a:endParaRPr>
          </a:p>
        </p:txBody>
      </p:sp>
      <p:sp>
        <p:nvSpPr>
          <p:cNvPr id="31" name="Shape 29"/>
          <p:cNvSpPr/>
          <p:nvPr/>
        </p:nvSpPr>
        <p:spPr>
          <a:xfrm>
            <a:off x="365760" y="3950208"/>
            <a:ext cx="341376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2" name="Text 30"/>
          <p:cNvSpPr/>
          <p:nvPr/>
        </p:nvSpPr>
        <p:spPr>
          <a:xfrm>
            <a:off x="463296" y="39502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Development</a:t>
            </a:r>
            <a:endParaRPr lang="en-US" sz="1467" dirty="0">
              <a:solidFill>
                <a:prstClr val="black"/>
              </a:solidFill>
              <a:latin typeface="Calibri" panose="020F0502020204030204"/>
            </a:endParaRPr>
          </a:p>
        </p:txBody>
      </p:sp>
      <p:sp>
        <p:nvSpPr>
          <p:cNvPr id="33" name="Shape 31"/>
          <p:cNvSpPr/>
          <p:nvPr/>
        </p:nvSpPr>
        <p:spPr>
          <a:xfrm>
            <a:off x="3840480" y="3950208"/>
            <a:ext cx="1828800" cy="60960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4" name="Text 32"/>
          <p:cNvSpPr/>
          <p:nvPr/>
        </p:nvSpPr>
        <p:spPr>
          <a:xfrm>
            <a:off x="3840480" y="39502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a:t>
            </a:r>
            <a:endParaRPr lang="en-US" sz="1467" dirty="0">
              <a:solidFill>
                <a:prstClr val="black"/>
              </a:solidFill>
              <a:latin typeface="Calibri" panose="020F0502020204030204"/>
            </a:endParaRPr>
          </a:p>
        </p:txBody>
      </p:sp>
      <p:sp>
        <p:nvSpPr>
          <p:cNvPr id="35" name="Shape 33"/>
          <p:cNvSpPr/>
          <p:nvPr/>
        </p:nvSpPr>
        <p:spPr>
          <a:xfrm>
            <a:off x="5730240" y="3950208"/>
            <a:ext cx="609600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6" name="Text 34"/>
          <p:cNvSpPr/>
          <p:nvPr/>
        </p:nvSpPr>
        <p:spPr>
          <a:xfrm>
            <a:off x="5827776" y="39502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Features are built iteratively in sprints, allowing incremental delivery and rapid response to issues uncovered during coding.</a:t>
            </a:r>
            <a:endParaRPr lang="en-US" sz="1400" dirty="0">
              <a:solidFill>
                <a:prstClr val="black"/>
              </a:solidFill>
              <a:latin typeface="Calibri" panose="020F0502020204030204"/>
            </a:endParaRPr>
          </a:p>
        </p:txBody>
      </p:sp>
      <p:sp>
        <p:nvSpPr>
          <p:cNvPr id="37" name="Shape 35"/>
          <p:cNvSpPr/>
          <p:nvPr/>
        </p:nvSpPr>
        <p:spPr>
          <a:xfrm>
            <a:off x="365760" y="4559808"/>
            <a:ext cx="341376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8" name="Text 36"/>
          <p:cNvSpPr/>
          <p:nvPr/>
        </p:nvSpPr>
        <p:spPr>
          <a:xfrm>
            <a:off x="463296" y="45598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Testing</a:t>
            </a:r>
            <a:endParaRPr lang="en-US" sz="1467" dirty="0">
              <a:solidFill>
                <a:prstClr val="black"/>
              </a:solidFill>
              <a:latin typeface="Calibri" panose="020F0502020204030204"/>
            </a:endParaRPr>
          </a:p>
        </p:txBody>
      </p:sp>
      <p:sp>
        <p:nvSpPr>
          <p:cNvPr id="39" name="Shape 37"/>
          <p:cNvSpPr/>
          <p:nvPr/>
        </p:nvSpPr>
        <p:spPr>
          <a:xfrm>
            <a:off x="3840480" y="4559808"/>
            <a:ext cx="1828800" cy="60960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0" name="Text 38"/>
          <p:cNvSpPr/>
          <p:nvPr/>
        </p:nvSpPr>
        <p:spPr>
          <a:xfrm>
            <a:off x="3840480" y="45598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a:t>
            </a:r>
            <a:endParaRPr lang="en-US" sz="1467" dirty="0">
              <a:solidFill>
                <a:prstClr val="black"/>
              </a:solidFill>
              <a:latin typeface="Calibri" panose="020F0502020204030204"/>
            </a:endParaRPr>
          </a:p>
        </p:txBody>
      </p:sp>
      <p:sp>
        <p:nvSpPr>
          <p:cNvPr id="41" name="Shape 39"/>
          <p:cNvSpPr/>
          <p:nvPr/>
        </p:nvSpPr>
        <p:spPr>
          <a:xfrm>
            <a:off x="5730240" y="4559808"/>
            <a:ext cx="609600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2" name="Text 40"/>
          <p:cNvSpPr/>
          <p:nvPr/>
        </p:nvSpPr>
        <p:spPr>
          <a:xfrm>
            <a:off x="5827776" y="45598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Testing is integrated into each sprint, allowing defects to be identified and resolved early rather than accumulating until the end.</a:t>
            </a:r>
            <a:endParaRPr lang="en-US" sz="1400" dirty="0">
              <a:solidFill>
                <a:prstClr val="black"/>
              </a:solidFill>
              <a:latin typeface="Calibri" panose="020F0502020204030204"/>
            </a:endParaRPr>
          </a:p>
        </p:txBody>
      </p:sp>
      <p:sp>
        <p:nvSpPr>
          <p:cNvPr id="43" name="Shape 41"/>
          <p:cNvSpPr/>
          <p:nvPr/>
        </p:nvSpPr>
        <p:spPr>
          <a:xfrm>
            <a:off x="365760" y="5169408"/>
            <a:ext cx="341376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4" name="Text 42"/>
          <p:cNvSpPr/>
          <p:nvPr/>
        </p:nvSpPr>
        <p:spPr>
          <a:xfrm>
            <a:off x="463296" y="51694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Installation</a:t>
            </a:r>
            <a:endParaRPr lang="en-US" sz="1467" dirty="0">
              <a:solidFill>
                <a:prstClr val="black"/>
              </a:solidFill>
              <a:latin typeface="Calibri" panose="020F0502020204030204"/>
            </a:endParaRPr>
          </a:p>
        </p:txBody>
      </p:sp>
      <p:sp>
        <p:nvSpPr>
          <p:cNvPr id="45" name="Shape 43"/>
          <p:cNvSpPr/>
          <p:nvPr/>
        </p:nvSpPr>
        <p:spPr>
          <a:xfrm>
            <a:off x="3840480" y="5169408"/>
            <a:ext cx="1828800" cy="60960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6" name="Text 44"/>
          <p:cNvSpPr/>
          <p:nvPr/>
        </p:nvSpPr>
        <p:spPr>
          <a:xfrm>
            <a:off x="3840480" y="51694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Waterfall</a:t>
            </a:r>
            <a:endParaRPr lang="en-US" sz="1467" dirty="0">
              <a:solidFill>
                <a:prstClr val="black"/>
              </a:solidFill>
              <a:latin typeface="Calibri" panose="020F0502020204030204"/>
            </a:endParaRPr>
          </a:p>
        </p:txBody>
      </p:sp>
      <p:sp>
        <p:nvSpPr>
          <p:cNvPr id="47" name="Shape 45"/>
          <p:cNvSpPr/>
          <p:nvPr/>
        </p:nvSpPr>
        <p:spPr>
          <a:xfrm>
            <a:off x="5730240" y="5169408"/>
            <a:ext cx="6096000" cy="609600"/>
          </a:xfrm>
          <a:prstGeom prst="rect">
            <a:avLst/>
          </a:prstGeom>
          <a:solidFill>
            <a:srgbClr val="FFFFFF"/>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8" name="Text 46"/>
          <p:cNvSpPr/>
          <p:nvPr/>
        </p:nvSpPr>
        <p:spPr>
          <a:xfrm>
            <a:off x="5827776" y="51694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Deployment is a formal, planned event with documented procedures, data migration planning, and user training.</a:t>
            </a:r>
            <a:endParaRPr lang="en-US" sz="1400" dirty="0">
              <a:solidFill>
                <a:prstClr val="black"/>
              </a:solidFill>
              <a:latin typeface="Calibri" panose="020F0502020204030204"/>
            </a:endParaRPr>
          </a:p>
        </p:txBody>
      </p:sp>
      <p:sp>
        <p:nvSpPr>
          <p:cNvPr id="49" name="Shape 47"/>
          <p:cNvSpPr/>
          <p:nvPr/>
        </p:nvSpPr>
        <p:spPr>
          <a:xfrm>
            <a:off x="365760" y="5779008"/>
            <a:ext cx="341376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0" name="Text 48"/>
          <p:cNvSpPr/>
          <p:nvPr/>
        </p:nvSpPr>
        <p:spPr>
          <a:xfrm>
            <a:off x="463296" y="5779008"/>
            <a:ext cx="3218688" cy="609600"/>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Maintenance</a:t>
            </a:r>
            <a:endParaRPr lang="en-US" sz="1467" dirty="0">
              <a:solidFill>
                <a:prstClr val="black"/>
              </a:solidFill>
              <a:latin typeface="Calibri" panose="020F0502020204030204"/>
            </a:endParaRPr>
          </a:p>
        </p:txBody>
      </p:sp>
      <p:sp>
        <p:nvSpPr>
          <p:cNvPr id="51" name="Shape 49"/>
          <p:cNvSpPr/>
          <p:nvPr/>
        </p:nvSpPr>
        <p:spPr>
          <a:xfrm>
            <a:off x="3840480" y="5779008"/>
            <a:ext cx="1828800" cy="60960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2" name="Text 50"/>
          <p:cNvSpPr/>
          <p:nvPr/>
        </p:nvSpPr>
        <p:spPr>
          <a:xfrm>
            <a:off x="3840480" y="5779008"/>
            <a:ext cx="1828800" cy="609600"/>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Agile</a:t>
            </a:r>
            <a:endParaRPr lang="en-US" sz="1467" dirty="0">
              <a:solidFill>
                <a:prstClr val="black"/>
              </a:solidFill>
              <a:latin typeface="Calibri" panose="020F0502020204030204"/>
            </a:endParaRPr>
          </a:p>
        </p:txBody>
      </p:sp>
      <p:sp>
        <p:nvSpPr>
          <p:cNvPr id="53" name="Shape 51"/>
          <p:cNvSpPr/>
          <p:nvPr/>
        </p:nvSpPr>
        <p:spPr>
          <a:xfrm>
            <a:off x="5730240" y="5779008"/>
            <a:ext cx="6096000" cy="609600"/>
          </a:xfrm>
          <a:prstGeom prst="rect">
            <a:avLst/>
          </a:prstGeom>
          <a:solidFill>
            <a:srgbClr val="F4F6F9"/>
          </a:solidFill>
          <a:ln w="12700">
            <a:solidFill>
              <a:srgbClr val="DDDDDD"/>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4" name="Text 52"/>
          <p:cNvSpPr/>
          <p:nvPr/>
        </p:nvSpPr>
        <p:spPr>
          <a:xfrm>
            <a:off x="5827776" y="5779008"/>
            <a:ext cx="5900928" cy="609600"/>
          </a:xfrm>
          <a:prstGeom prst="rect">
            <a:avLst/>
          </a:prstGeom>
          <a:noFill/>
          <a:ln/>
        </p:spPr>
        <p:txBody>
          <a:bodyPr wrap="square" rtlCol="0" anchor="ctr"/>
          <a:lstStyle/>
          <a:p>
            <a:pPr defTabSz="1219170"/>
            <a:r>
              <a:rPr lang="en-US" sz="1400" dirty="0">
                <a:solidFill>
                  <a:srgbClr val="1A1A2E"/>
                </a:solidFill>
                <a:latin typeface="Calibri" pitchFamily="34" charset="0"/>
                <a:ea typeface="Calibri" pitchFamily="34" charset="-122"/>
                <a:cs typeface="Calibri" pitchFamily="34" charset="-120"/>
              </a:rPr>
              <a:t>Ongoing enhancements and bug fixes are managed as iterative cycles, responding to user feedback and evolving needs.</a:t>
            </a:r>
            <a:endParaRPr lang="en-US" sz="1400" dirty="0">
              <a:solidFill>
                <a:prstClr val="black"/>
              </a:solidFill>
              <a:latin typeface="Calibri" panose="020F0502020204030204"/>
            </a:endParaRPr>
          </a:p>
        </p:txBody>
      </p:sp>
      <p:sp>
        <p:nvSpPr>
          <p:cNvPr id="55" name="Shape 53"/>
          <p:cNvSpPr/>
          <p:nvPr/>
        </p:nvSpPr>
        <p:spPr>
          <a:xfrm>
            <a:off x="365760" y="6437376"/>
            <a:ext cx="11460480" cy="365760"/>
          </a:xfrm>
          <a:prstGeom prst="rect">
            <a:avLst/>
          </a:prstGeom>
          <a:solidFill>
            <a:srgbClr val="EDE8F5"/>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6" name="Text 54"/>
          <p:cNvSpPr/>
          <p:nvPr/>
        </p:nvSpPr>
        <p:spPr>
          <a:xfrm>
            <a:off x="585216" y="6437376"/>
            <a:ext cx="11094720" cy="365760"/>
          </a:xfrm>
          <a:prstGeom prst="rect">
            <a:avLst/>
          </a:prstGeom>
          <a:noFill/>
          <a:ln/>
        </p:spPr>
        <p:txBody>
          <a:bodyPr wrap="square" lIns="67733" tIns="67733" rIns="67733" bIns="67733" rtlCol="0" anchor="ctr"/>
          <a:lstStyle/>
          <a:p>
            <a:pPr defTabSz="1219170"/>
            <a:r>
              <a:rPr lang="en-US" sz="1467" b="1" dirty="0">
                <a:solidFill>
                  <a:srgbClr val="5B2D8E"/>
                </a:solidFill>
                <a:latin typeface="Calibri" pitchFamily="34" charset="0"/>
                <a:ea typeface="Calibri" pitchFamily="34" charset="-122"/>
                <a:cs typeface="Calibri" pitchFamily="34" charset="-120"/>
              </a:rPr>
              <a:t>Key concept — Handover point:  </a:t>
            </a:r>
            <a:r>
              <a:rPr lang="en-US" sz="1467" dirty="0">
                <a:solidFill>
                  <a:srgbClr val="1A1A2E"/>
                </a:solidFill>
                <a:latin typeface="Calibri" pitchFamily="34" charset="0"/>
                <a:ea typeface="Calibri" pitchFamily="34" charset="-122"/>
                <a:cs typeface="Calibri" pitchFamily="34" charset="-120"/>
              </a:rPr>
              <a:t>The transition from Waterfall to Agile occurs when the requirements specification and system design are formally approved by all stakeholders.</a:t>
            </a:r>
            <a:endParaRPr lang="en-US" sz="1467" dirty="0">
              <a:solidFill>
                <a:prstClr val="black"/>
              </a:solidFill>
              <a:latin typeface="Calibri" panose="020F0502020204030204"/>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How Intervention is Applied</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Practical implementation of each methodology within the WAgile life cycle</a:t>
            </a:r>
            <a:endParaRPr lang="en-US" sz="1333" dirty="0">
              <a:solidFill>
                <a:prstClr val="black"/>
              </a:solidFill>
              <a:latin typeface="Calibri" panose="020F0502020204030204"/>
            </a:endParaRPr>
          </a:p>
        </p:txBody>
      </p:sp>
      <p:sp>
        <p:nvSpPr>
          <p:cNvPr id="6" name="Shape 4"/>
          <p:cNvSpPr/>
          <p:nvPr/>
        </p:nvSpPr>
        <p:spPr>
          <a:xfrm>
            <a:off x="365760" y="1280160"/>
            <a:ext cx="5486400" cy="414528"/>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365760" y="1280160"/>
            <a:ext cx="5486400" cy="414528"/>
          </a:xfrm>
          <a:prstGeom prst="rect">
            <a:avLst/>
          </a:prstGeom>
          <a:noFill/>
          <a:ln/>
        </p:spPr>
        <p:txBody>
          <a:bodyPr wrap="square" lIns="0" tIns="0" rIns="0" bIns="0" rtlCol="0" anchor="ctr"/>
          <a:lstStyle/>
          <a:p>
            <a:pPr algn="ctr" defTabSz="1219170"/>
            <a:r>
              <a:rPr lang="en-US" sz="1333" b="1" kern="0" spc="133" dirty="0">
                <a:solidFill>
                  <a:srgbClr val="FFFFFF"/>
                </a:solidFill>
                <a:latin typeface="Calibri" pitchFamily="34" charset="0"/>
                <a:ea typeface="Calibri" pitchFamily="34" charset="-122"/>
                <a:cs typeface="Calibri" pitchFamily="34" charset="-120"/>
              </a:rPr>
              <a:t>HOW WATERFALL IS APPLIED</a:t>
            </a:r>
            <a:endParaRPr lang="en-US" sz="1333" dirty="0">
              <a:solidFill>
                <a:prstClr val="black"/>
              </a:solidFill>
              <a:latin typeface="Calibri" panose="020F0502020204030204"/>
            </a:endParaRPr>
          </a:p>
        </p:txBody>
      </p:sp>
      <p:sp>
        <p:nvSpPr>
          <p:cNvPr id="8" name="Shape 6"/>
          <p:cNvSpPr/>
          <p:nvPr/>
        </p:nvSpPr>
        <p:spPr>
          <a:xfrm>
            <a:off x="365760" y="1694688"/>
            <a:ext cx="5486400" cy="3998976"/>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Shape 7"/>
          <p:cNvSpPr/>
          <p:nvPr/>
        </p:nvSpPr>
        <p:spPr>
          <a:xfrm>
            <a:off x="463296" y="1780032"/>
            <a:ext cx="97536" cy="75590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658368" y="1780032"/>
            <a:ext cx="4998720" cy="292608"/>
          </a:xfrm>
          <a:prstGeom prst="rect">
            <a:avLst/>
          </a:prstGeom>
          <a:noFill/>
          <a:ln/>
        </p:spPr>
        <p:txBody>
          <a:bodyPr wrap="square" rtlCol="0" anchor="ctr"/>
          <a:lstStyle/>
          <a:p>
            <a:pPr defTabSz="1219170"/>
            <a:r>
              <a:rPr lang="en-US" sz="1533" b="1" dirty="0">
                <a:solidFill>
                  <a:srgbClr val="2E75B6"/>
                </a:solidFill>
                <a:latin typeface="Calibri" pitchFamily="34" charset="0"/>
                <a:ea typeface="Calibri" pitchFamily="34" charset="-122"/>
                <a:cs typeface="Calibri" pitchFamily="34" charset="-120"/>
              </a:rPr>
              <a:t>Formal documentation</a:t>
            </a:r>
            <a:endParaRPr lang="en-US" sz="1533" dirty="0">
              <a:solidFill>
                <a:prstClr val="black"/>
              </a:solidFill>
              <a:latin typeface="Calibri" panose="020F0502020204030204"/>
            </a:endParaRPr>
          </a:p>
        </p:txBody>
      </p:sp>
      <p:sp>
        <p:nvSpPr>
          <p:cNvPr id="11" name="Text 9"/>
          <p:cNvSpPr/>
          <p:nvPr/>
        </p:nvSpPr>
        <p:spPr>
          <a:xfrm>
            <a:off x="658368" y="2072640"/>
            <a:ext cx="499872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Requirements specification is produced and signed off by all stakeholders, providing a stable, agreed baseline.</a:t>
            </a:r>
            <a:endParaRPr lang="en-US" sz="1467" dirty="0">
              <a:solidFill>
                <a:prstClr val="black"/>
              </a:solidFill>
              <a:latin typeface="Calibri" panose="020F0502020204030204"/>
            </a:endParaRPr>
          </a:p>
        </p:txBody>
      </p:sp>
      <p:sp>
        <p:nvSpPr>
          <p:cNvPr id="12" name="Shape 10"/>
          <p:cNvSpPr/>
          <p:nvPr/>
        </p:nvSpPr>
        <p:spPr>
          <a:xfrm>
            <a:off x="463296" y="2731008"/>
            <a:ext cx="97536" cy="75590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Text 11"/>
          <p:cNvSpPr/>
          <p:nvPr/>
        </p:nvSpPr>
        <p:spPr>
          <a:xfrm>
            <a:off x="658368" y="2731008"/>
            <a:ext cx="4998720" cy="292608"/>
          </a:xfrm>
          <a:prstGeom prst="rect">
            <a:avLst/>
          </a:prstGeom>
          <a:noFill/>
          <a:ln/>
        </p:spPr>
        <p:txBody>
          <a:bodyPr wrap="square" rtlCol="0" anchor="ctr"/>
          <a:lstStyle/>
          <a:p>
            <a:pPr defTabSz="1219170"/>
            <a:r>
              <a:rPr lang="en-US" sz="1533" b="1" dirty="0">
                <a:solidFill>
                  <a:srgbClr val="2E75B6"/>
                </a:solidFill>
                <a:latin typeface="Calibri" pitchFamily="34" charset="0"/>
                <a:ea typeface="Calibri" pitchFamily="34" charset="-122"/>
                <a:cs typeface="Calibri" pitchFamily="34" charset="-120"/>
              </a:rPr>
              <a:t>System design</a:t>
            </a:r>
            <a:endParaRPr lang="en-US" sz="1533" dirty="0">
              <a:solidFill>
                <a:prstClr val="black"/>
              </a:solidFill>
              <a:latin typeface="Calibri" panose="020F0502020204030204"/>
            </a:endParaRPr>
          </a:p>
        </p:txBody>
      </p:sp>
      <p:sp>
        <p:nvSpPr>
          <p:cNvPr id="14" name="Text 12"/>
          <p:cNvSpPr/>
          <p:nvPr/>
        </p:nvSpPr>
        <p:spPr>
          <a:xfrm>
            <a:off x="658368" y="3023616"/>
            <a:ext cx="499872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Architecture diagrams, database schemas, and interface specifications are completed before any Agile sprints begin.</a:t>
            </a:r>
            <a:endParaRPr lang="en-US" sz="1467" dirty="0">
              <a:solidFill>
                <a:prstClr val="black"/>
              </a:solidFill>
              <a:latin typeface="Calibri" panose="020F0502020204030204"/>
            </a:endParaRPr>
          </a:p>
        </p:txBody>
      </p:sp>
      <p:sp>
        <p:nvSpPr>
          <p:cNvPr id="15" name="Shape 13"/>
          <p:cNvSpPr/>
          <p:nvPr/>
        </p:nvSpPr>
        <p:spPr>
          <a:xfrm>
            <a:off x="463296" y="3681984"/>
            <a:ext cx="97536" cy="75590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6" name="Text 14"/>
          <p:cNvSpPr/>
          <p:nvPr/>
        </p:nvSpPr>
        <p:spPr>
          <a:xfrm>
            <a:off x="658368" y="3681984"/>
            <a:ext cx="4998720" cy="292608"/>
          </a:xfrm>
          <a:prstGeom prst="rect">
            <a:avLst/>
          </a:prstGeom>
          <a:noFill/>
          <a:ln/>
        </p:spPr>
        <p:txBody>
          <a:bodyPr wrap="square" rtlCol="0" anchor="ctr"/>
          <a:lstStyle/>
          <a:p>
            <a:pPr defTabSz="1219170"/>
            <a:r>
              <a:rPr lang="en-US" sz="1533" b="1" dirty="0">
                <a:solidFill>
                  <a:srgbClr val="2E75B6"/>
                </a:solidFill>
                <a:latin typeface="Calibri" pitchFamily="34" charset="0"/>
                <a:ea typeface="Calibri" pitchFamily="34" charset="-122"/>
                <a:cs typeface="Calibri" pitchFamily="34" charset="-120"/>
              </a:rPr>
              <a:t>Milestone sign-off</a:t>
            </a:r>
            <a:endParaRPr lang="en-US" sz="1533" dirty="0">
              <a:solidFill>
                <a:prstClr val="black"/>
              </a:solidFill>
              <a:latin typeface="Calibri" panose="020F0502020204030204"/>
            </a:endParaRPr>
          </a:p>
        </p:txBody>
      </p:sp>
      <p:sp>
        <p:nvSpPr>
          <p:cNvPr id="17" name="Text 15"/>
          <p:cNvSpPr/>
          <p:nvPr/>
        </p:nvSpPr>
        <p:spPr>
          <a:xfrm>
            <a:off x="658368" y="3974592"/>
            <a:ext cx="499872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Formal governance at the end of Waterfall phases satisfies large organisations and government contract requirements.</a:t>
            </a:r>
            <a:endParaRPr lang="en-US" sz="1467" dirty="0">
              <a:solidFill>
                <a:prstClr val="black"/>
              </a:solidFill>
              <a:latin typeface="Calibri" panose="020F0502020204030204"/>
            </a:endParaRPr>
          </a:p>
        </p:txBody>
      </p:sp>
      <p:sp>
        <p:nvSpPr>
          <p:cNvPr id="18" name="Shape 16"/>
          <p:cNvSpPr/>
          <p:nvPr/>
        </p:nvSpPr>
        <p:spPr>
          <a:xfrm>
            <a:off x="463296" y="4632960"/>
            <a:ext cx="97536" cy="755904"/>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Text 17"/>
          <p:cNvSpPr/>
          <p:nvPr/>
        </p:nvSpPr>
        <p:spPr>
          <a:xfrm>
            <a:off x="658368" y="4632960"/>
            <a:ext cx="4998720" cy="292608"/>
          </a:xfrm>
          <a:prstGeom prst="rect">
            <a:avLst/>
          </a:prstGeom>
          <a:noFill/>
          <a:ln/>
        </p:spPr>
        <p:txBody>
          <a:bodyPr wrap="square" rtlCol="0" anchor="ctr"/>
          <a:lstStyle/>
          <a:p>
            <a:pPr defTabSz="1219170"/>
            <a:r>
              <a:rPr lang="en-US" sz="1533" b="1" dirty="0">
                <a:solidFill>
                  <a:srgbClr val="2E75B6"/>
                </a:solidFill>
                <a:latin typeface="Calibri" pitchFamily="34" charset="0"/>
                <a:ea typeface="Calibri" pitchFamily="34" charset="-122"/>
                <a:cs typeface="Calibri" pitchFamily="34" charset="-120"/>
              </a:rPr>
              <a:t>Project timeline</a:t>
            </a:r>
            <a:endParaRPr lang="en-US" sz="1533" dirty="0">
              <a:solidFill>
                <a:prstClr val="black"/>
              </a:solidFill>
              <a:latin typeface="Calibri" panose="020F0502020204030204"/>
            </a:endParaRPr>
          </a:p>
        </p:txBody>
      </p:sp>
      <p:sp>
        <p:nvSpPr>
          <p:cNvPr id="20" name="Text 18"/>
          <p:cNvSpPr/>
          <p:nvPr/>
        </p:nvSpPr>
        <p:spPr>
          <a:xfrm>
            <a:off x="658368" y="4925568"/>
            <a:ext cx="499872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A Gantt chart maps the overall project, with Agile sprints scheduled as a block within the Development phase.</a:t>
            </a:r>
            <a:endParaRPr lang="en-US" sz="1467" dirty="0">
              <a:solidFill>
                <a:prstClr val="black"/>
              </a:solidFill>
              <a:latin typeface="Calibri" panose="020F0502020204030204"/>
            </a:endParaRPr>
          </a:p>
        </p:txBody>
      </p:sp>
      <p:sp>
        <p:nvSpPr>
          <p:cNvPr id="21" name="Shape 19"/>
          <p:cNvSpPr/>
          <p:nvPr/>
        </p:nvSpPr>
        <p:spPr>
          <a:xfrm>
            <a:off x="6096000" y="1280160"/>
            <a:ext cx="5730240" cy="414528"/>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6096000" y="1280160"/>
            <a:ext cx="5730240" cy="414528"/>
          </a:xfrm>
          <a:prstGeom prst="rect">
            <a:avLst/>
          </a:prstGeom>
          <a:noFill/>
          <a:ln/>
        </p:spPr>
        <p:txBody>
          <a:bodyPr wrap="square" lIns="0" tIns="0" rIns="0" bIns="0" rtlCol="0" anchor="ctr"/>
          <a:lstStyle/>
          <a:p>
            <a:pPr algn="ctr" defTabSz="1219170"/>
            <a:r>
              <a:rPr lang="en-US" sz="1333" b="1" kern="0" spc="133" dirty="0">
                <a:solidFill>
                  <a:srgbClr val="FFFFFF"/>
                </a:solidFill>
                <a:latin typeface="Calibri" pitchFamily="34" charset="0"/>
                <a:ea typeface="Calibri" pitchFamily="34" charset="-122"/>
                <a:cs typeface="Calibri" pitchFamily="34" charset="-120"/>
              </a:rPr>
              <a:t>HOW AGILE IS APPLIED</a:t>
            </a:r>
            <a:endParaRPr lang="en-US" sz="1333" dirty="0">
              <a:solidFill>
                <a:prstClr val="black"/>
              </a:solidFill>
              <a:latin typeface="Calibri" panose="020F0502020204030204"/>
            </a:endParaRPr>
          </a:p>
        </p:txBody>
      </p:sp>
      <p:sp>
        <p:nvSpPr>
          <p:cNvPr id="23" name="Shape 21"/>
          <p:cNvSpPr/>
          <p:nvPr/>
        </p:nvSpPr>
        <p:spPr>
          <a:xfrm>
            <a:off x="6096000" y="1694688"/>
            <a:ext cx="5730240" cy="3998976"/>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Shape 22"/>
          <p:cNvSpPr/>
          <p:nvPr/>
        </p:nvSpPr>
        <p:spPr>
          <a:xfrm>
            <a:off x="6193536" y="1780032"/>
            <a:ext cx="97536" cy="755904"/>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Text 23"/>
          <p:cNvSpPr/>
          <p:nvPr/>
        </p:nvSpPr>
        <p:spPr>
          <a:xfrm>
            <a:off x="6388608" y="1780032"/>
            <a:ext cx="5242560" cy="292608"/>
          </a:xfrm>
          <a:prstGeom prst="rect">
            <a:avLst/>
          </a:prstGeom>
          <a:noFill/>
          <a:ln/>
        </p:spPr>
        <p:txBody>
          <a:bodyPr wrap="square" rtlCol="0" anchor="ctr"/>
          <a:lstStyle/>
          <a:p>
            <a:pPr defTabSz="1219170"/>
            <a:r>
              <a:rPr lang="en-US" sz="1533" b="1" dirty="0">
                <a:solidFill>
                  <a:srgbClr val="0D7C6B"/>
                </a:solidFill>
                <a:latin typeface="Calibri" pitchFamily="34" charset="0"/>
                <a:ea typeface="Calibri" pitchFamily="34" charset="-122"/>
                <a:cs typeface="Calibri" pitchFamily="34" charset="-120"/>
              </a:rPr>
              <a:t>Iterative sprints</a:t>
            </a:r>
            <a:endParaRPr lang="en-US" sz="1533" dirty="0">
              <a:solidFill>
                <a:prstClr val="black"/>
              </a:solidFill>
              <a:latin typeface="Calibri" panose="020F0502020204030204"/>
            </a:endParaRPr>
          </a:p>
        </p:txBody>
      </p:sp>
      <p:sp>
        <p:nvSpPr>
          <p:cNvPr id="26" name="Text 24"/>
          <p:cNvSpPr/>
          <p:nvPr/>
        </p:nvSpPr>
        <p:spPr>
          <a:xfrm>
            <a:off x="6388608" y="2072640"/>
            <a:ext cx="524256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Features are built in two-to-four week sprints with a working software increment produced at the end of each cycle.</a:t>
            </a:r>
            <a:endParaRPr lang="en-US" sz="1467" dirty="0">
              <a:solidFill>
                <a:prstClr val="black"/>
              </a:solidFill>
              <a:latin typeface="Calibri" panose="020F0502020204030204"/>
            </a:endParaRPr>
          </a:p>
        </p:txBody>
      </p:sp>
      <p:sp>
        <p:nvSpPr>
          <p:cNvPr id="27" name="Shape 25"/>
          <p:cNvSpPr/>
          <p:nvPr/>
        </p:nvSpPr>
        <p:spPr>
          <a:xfrm>
            <a:off x="6193536" y="2731008"/>
            <a:ext cx="97536" cy="755904"/>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6388608" y="2731008"/>
            <a:ext cx="5242560" cy="292608"/>
          </a:xfrm>
          <a:prstGeom prst="rect">
            <a:avLst/>
          </a:prstGeom>
          <a:noFill/>
          <a:ln/>
        </p:spPr>
        <p:txBody>
          <a:bodyPr wrap="square" rtlCol="0" anchor="ctr"/>
          <a:lstStyle/>
          <a:p>
            <a:pPr defTabSz="1219170"/>
            <a:r>
              <a:rPr lang="en-US" sz="1533" b="1" dirty="0">
                <a:solidFill>
                  <a:srgbClr val="0D7C6B"/>
                </a:solidFill>
                <a:latin typeface="Calibri" pitchFamily="34" charset="0"/>
                <a:ea typeface="Calibri" pitchFamily="34" charset="-122"/>
                <a:cs typeface="Calibri" pitchFamily="34" charset="-120"/>
              </a:rPr>
              <a:t>Product backlog</a:t>
            </a:r>
            <a:endParaRPr lang="en-US" sz="1533" dirty="0">
              <a:solidFill>
                <a:prstClr val="black"/>
              </a:solidFill>
              <a:latin typeface="Calibri" panose="020F0502020204030204"/>
            </a:endParaRPr>
          </a:p>
        </p:txBody>
      </p:sp>
      <p:sp>
        <p:nvSpPr>
          <p:cNvPr id="29" name="Text 27"/>
          <p:cNvSpPr/>
          <p:nvPr/>
        </p:nvSpPr>
        <p:spPr>
          <a:xfrm>
            <a:off x="6388608" y="3023616"/>
            <a:ext cx="524256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Derived from the signed-off requirements document — ensuring Agile development remains aligned with agreed scope.</a:t>
            </a:r>
            <a:endParaRPr lang="en-US" sz="1467" dirty="0">
              <a:solidFill>
                <a:prstClr val="black"/>
              </a:solidFill>
              <a:latin typeface="Calibri" panose="020F0502020204030204"/>
            </a:endParaRPr>
          </a:p>
        </p:txBody>
      </p:sp>
      <p:sp>
        <p:nvSpPr>
          <p:cNvPr id="30" name="Shape 28"/>
          <p:cNvSpPr/>
          <p:nvPr/>
        </p:nvSpPr>
        <p:spPr>
          <a:xfrm>
            <a:off x="6193536" y="3681984"/>
            <a:ext cx="97536" cy="755904"/>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Text 29"/>
          <p:cNvSpPr/>
          <p:nvPr/>
        </p:nvSpPr>
        <p:spPr>
          <a:xfrm>
            <a:off x="6388608" y="3681984"/>
            <a:ext cx="5242560" cy="292608"/>
          </a:xfrm>
          <a:prstGeom prst="rect">
            <a:avLst/>
          </a:prstGeom>
          <a:noFill/>
          <a:ln/>
        </p:spPr>
        <p:txBody>
          <a:bodyPr wrap="square" rtlCol="0" anchor="ctr"/>
          <a:lstStyle/>
          <a:p>
            <a:pPr defTabSz="1219170"/>
            <a:r>
              <a:rPr lang="en-US" sz="1533" b="1" dirty="0">
                <a:solidFill>
                  <a:srgbClr val="0D7C6B"/>
                </a:solidFill>
                <a:latin typeface="Calibri" pitchFamily="34" charset="0"/>
                <a:ea typeface="Calibri" pitchFamily="34" charset="-122"/>
                <a:cs typeface="Calibri" pitchFamily="34" charset="-120"/>
              </a:rPr>
              <a:t>Stakeholder reviews</a:t>
            </a:r>
            <a:endParaRPr lang="en-US" sz="1533" dirty="0">
              <a:solidFill>
                <a:prstClr val="black"/>
              </a:solidFill>
              <a:latin typeface="Calibri" panose="020F0502020204030204"/>
            </a:endParaRPr>
          </a:p>
        </p:txBody>
      </p:sp>
      <p:sp>
        <p:nvSpPr>
          <p:cNvPr id="32" name="Text 30"/>
          <p:cNvSpPr/>
          <p:nvPr/>
        </p:nvSpPr>
        <p:spPr>
          <a:xfrm>
            <a:off x="6388608" y="3974592"/>
            <a:ext cx="524256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Feedback is collected at the end of each sprint and incorporated into the next iteration's backlog without restarting the life cycle.</a:t>
            </a:r>
            <a:endParaRPr lang="en-US" sz="1467" dirty="0">
              <a:solidFill>
                <a:prstClr val="black"/>
              </a:solidFill>
              <a:latin typeface="Calibri" panose="020F0502020204030204"/>
            </a:endParaRPr>
          </a:p>
        </p:txBody>
      </p:sp>
      <p:sp>
        <p:nvSpPr>
          <p:cNvPr id="33" name="Shape 31"/>
          <p:cNvSpPr/>
          <p:nvPr/>
        </p:nvSpPr>
        <p:spPr>
          <a:xfrm>
            <a:off x="6193536" y="4632960"/>
            <a:ext cx="97536" cy="755904"/>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4" name="Text 32"/>
          <p:cNvSpPr/>
          <p:nvPr/>
        </p:nvSpPr>
        <p:spPr>
          <a:xfrm>
            <a:off x="6388608" y="4632960"/>
            <a:ext cx="5242560" cy="292608"/>
          </a:xfrm>
          <a:prstGeom prst="rect">
            <a:avLst/>
          </a:prstGeom>
          <a:noFill/>
          <a:ln/>
        </p:spPr>
        <p:txBody>
          <a:bodyPr wrap="square" rtlCol="0" anchor="ctr"/>
          <a:lstStyle/>
          <a:p>
            <a:pPr defTabSz="1219170"/>
            <a:r>
              <a:rPr lang="en-US" sz="1533" b="1" dirty="0">
                <a:solidFill>
                  <a:srgbClr val="0D7C6B"/>
                </a:solidFill>
                <a:latin typeface="Calibri" pitchFamily="34" charset="0"/>
                <a:ea typeface="Calibri" pitchFamily="34" charset="-122"/>
                <a:cs typeface="Calibri" pitchFamily="34" charset="-120"/>
              </a:rPr>
              <a:t>Continuous testing</a:t>
            </a:r>
            <a:endParaRPr lang="en-US" sz="1533" dirty="0">
              <a:solidFill>
                <a:prstClr val="black"/>
              </a:solidFill>
              <a:latin typeface="Calibri" panose="020F0502020204030204"/>
            </a:endParaRPr>
          </a:p>
        </p:txBody>
      </p:sp>
      <p:sp>
        <p:nvSpPr>
          <p:cNvPr id="35" name="Text 33"/>
          <p:cNvSpPr/>
          <p:nvPr/>
        </p:nvSpPr>
        <p:spPr>
          <a:xfrm>
            <a:off x="6388608" y="4925568"/>
            <a:ext cx="5242560" cy="463296"/>
          </a:xfrm>
          <a:prstGeom prst="rect">
            <a:avLst/>
          </a:prstGeom>
          <a:noFill/>
          <a:ln/>
        </p:spPr>
        <p:txBody>
          <a:bodyPr wrap="square" rtlCol="0" anchor="ctr"/>
          <a:lstStyle/>
          <a:p>
            <a:pPr defTabSz="1219170"/>
            <a:r>
              <a:rPr lang="en-US" sz="1467" dirty="0">
                <a:solidFill>
                  <a:srgbClr val="1A1A2E"/>
                </a:solidFill>
                <a:latin typeface="Calibri" pitchFamily="34" charset="0"/>
                <a:ea typeface="Calibri" pitchFamily="34" charset="-122"/>
                <a:cs typeface="Calibri" pitchFamily="34" charset="-120"/>
              </a:rPr>
              <a:t>Testing within each sprint ensures defects are caught early, reducing risk of fundamental flaws surfacing at the final stage.</a:t>
            </a:r>
            <a:endParaRPr lang="en-US" sz="1467" dirty="0">
              <a:solidFill>
                <a:prstClr val="black"/>
              </a:solidFill>
              <a:latin typeface="Calibri" panose="020F0502020204030204"/>
            </a:endParaRPr>
          </a:p>
        </p:txBody>
      </p:sp>
      <p:sp>
        <p:nvSpPr>
          <p:cNvPr id="36" name="Shape 34"/>
          <p:cNvSpPr/>
          <p:nvPr/>
        </p:nvSpPr>
        <p:spPr>
          <a:xfrm>
            <a:off x="365760" y="5779008"/>
            <a:ext cx="11460480" cy="1024128"/>
          </a:xfrm>
          <a:prstGeom prst="rect">
            <a:avLst/>
          </a:prstGeom>
          <a:solidFill>
            <a:srgbClr val="EDE8F5"/>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7" name="Shape 35"/>
          <p:cNvSpPr/>
          <p:nvPr/>
        </p:nvSpPr>
        <p:spPr>
          <a:xfrm>
            <a:off x="365760" y="5779008"/>
            <a:ext cx="85344" cy="1024128"/>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8" name="Text 36"/>
          <p:cNvSpPr/>
          <p:nvPr/>
        </p:nvSpPr>
        <p:spPr>
          <a:xfrm>
            <a:off x="585216" y="5779008"/>
            <a:ext cx="11094720" cy="1024128"/>
          </a:xfrm>
          <a:prstGeom prst="rect">
            <a:avLst/>
          </a:prstGeom>
          <a:noFill/>
          <a:ln/>
        </p:spPr>
        <p:txBody>
          <a:bodyPr wrap="square" lIns="101600" tIns="101600" rIns="101600" bIns="101600" rtlCol="0" anchor="ctr"/>
          <a:lstStyle/>
          <a:p>
            <a:pPr defTabSz="1219170"/>
            <a:r>
              <a:rPr lang="en-US" sz="1600" b="1" dirty="0">
                <a:solidFill>
                  <a:srgbClr val="5B2D8E"/>
                </a:solidFill>
                <a:latin typeface="Calibri" pitchFamily="34" charset="0"/>
                <a:ea typeface="Calibri" pitchFamily="34" charset="-122"/>
                <a:cs typeface="Calibri" pitchFamily="34" charset="-120"/>
              </a:rPr>
              <a:t>The Handover Point:  </a:t>
            </a:r>
            <a:r>
              <a:rPr lang="en-US" sz="1533" dirty="0">
                <a:solidFill>
                  <a:srgbClr val="1A1A2E"/>
                </a:solidFill>
                <a:latin typeface="Calibri" pitchFamily="34" charset="0"/>
                <a:ea typeface="Calibri" pitchFamily="34" charset="-122"/>
                <a:cs typeface="Calibri" pitchFamily="34" charset="-120"/>
              </a:rPr>
              <a:t>The transition from Waterfall to Agile occurs when (1) the </a:t>
            </a:r>
            <a:r>
              <a:rPr lang="en-US" sz="1533" b="1" dirty="0">
                <a:solidFill>
                  <a:srgbClr val="1B3A6B"/>
                </a:solidFill>
                <a:latin typeface="Calibri" pitchFamily="34" charset="0"/>
                <a:ea typeface="Calibri" pitchFamily="34" charset="-122"/>
                <a:cs typeface="Calibri" pitchFamily="34" charset="-120"/>
              </a:rPr>
              <a:t>requirements specification is formally approved</a:t>
            </a:r>
            <a:r>
              <a:rPr lang="en-US" sz="1533" dirty="0">
                <a:solidFill>
                  <a:srgbClr val="1A1A2E"/>
                </a:solidFill>
                <a:latin typeface="Calibri" pitchFamily="34" charset="0"/>
                <a:ea typeface="Calibri" pitchFamily="34" charset="-122"/>
                <a:cs typeface="Calibri" pitchFamily="34" charset="-120"/>
              </a:rPr>
              <a:t>, (2) the </a:t>
            </a:r>
            <a:r>
              <a:rPr lang="en-US" sz="1533" b="1" dirty="0">
                <a:solidFill>
                  <a:srgbClr val="1B3A6B"/>
                </a:solidFill>
                <a:latin typeface="Calibri" pitchFamily="34" charset="0"/>
                <a:ea typeface="Calibri" pitchFamily="34" charset="-122"/>
                <a:cs typeface="Calibri" pitchFamily="34" charset="-120"/>
              </a:rPr>
              <a:t>system design is complete</a:t>
            </a:r>
            <a:r>
              <a:rPr lang="en-US" sz="1533" dirty="0">
                <a:solidFill>
                  <a:srgbClr val="1A1A2E"/>
                </a:solidFill>
                <a:latin typeface="Calibri" pitchFamily="34" charset="0"/>
                <a:ea typeface="Calibri" pitchFamily="34" charset="-122"/>
                <a:cs typeface="Calibri" pitchFamily="34" charset="-120"/>
              </a:rPr>
              <a:t>, and (3) the project team has </a:t>
            </a:r>
            <a:r>
              <a:rPr lang="en-US" sz="1533" b="1" dirty="0">
                <a:solidFill>
                  <a:srgbClr val="1B3A6B"/>
                </a:solidFill>
                <a:latin typeface="Calibri" pitchFamily="34" charset="0"/>
                <a:ea typeface="Calibri" pitchFamily="34" charset="-122"/>
                <a:cs typeface="Calibri" pitchFamily="34" charset="-120"/>
              </a:rPr>
              <a:t>confirmed the scope</a:t>
            </a:r>
            <a:r>
              <a:rPr lang="en-US" sz="1533" dirty="0">
                <a:solidFill>
                  <a:srgbClr val="1A1A2E"/>
                </a:solidFill>
                <a:latin typeface="Calibri" pitchFamily="34" charset="0"/>
                <a:ea typeface="Calibri" pitchFamily="34" charset="-122"/>
                <a:cs typeface="Calibri" pitchFamily="34" charset="-120"/>
              </a:rPr>
              <a:t> and feature priority order.</a:t>
            </a:r>
            <a:endParaRPr lang="en-US" sz="1600" dirty="0">
              <a:solidFill>
                <a:prstClr val="black"/>
              </a:solidFill>
              <a:latin typeface="Calibri" panose="020F05020202040302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WAgile Life Cycle Structure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Visualising where Waterfall and Agile intervention points occur across the project</a:t>
            </a:r>
            <a:endParaRPr lang="en-US" sz="1333" dirty="0">
              <a:solidFill>
                <a:prstClr val="black"/>
              </a:solidFill>
              <a:latin typeface="Calibri" panose="020F0502020204030204"/>
            </a:endParaRPr>
          </a:p>
        </p:txBody>
      </p:sp>
      <p:sp>
        <p:nvSpPr>
          <p:cNvPr id="6" name="Shape 4"/>
          <p:cNvSpPr/>
          <p:nvPr/>
        </p:nvSpPr>
        <p:spPr>
          <a:xfrm>
            <a:off x="365760" y="1280160"/>
            <a:ext cx="11460480" cy="34137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365760" y="1280160"/>
            <a:ext cx="11460480" cy="341376"/>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WATERFALL PHASE  —  Structured, sequential, formally documented</a:t>
            </a:r>
            <a:endParaRPr lang="en-US" sz="1333" dirty="0">
              <a:solidFill>
                <a:prstClr val="black"/>
              </a:solidFill>
              <a:latin typeface="Calibri" panose="020F0502020204030204"/>
            </a:endParaRPr>
          </a:p>
        </p:txBody>
      </p:sp>
      <p:sp>
        <p:nvSpPr>
          <p:cNvPr id="8" name="Shape 6"/>
          <p:cNvSpPr/>
          <p:nvPr/>
        </p:nvSpPr>
        <p:spPr>
          <a:xfrm>
            <a:off x="365760" y="1621536"/>
            <a:ext cx="3633216"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365760" y="1621536"/>
            <a:ext cx="3633216" cy="877824"/>
          </a:xfrm>
          <a:prstGeom prst="rect">
            <a:avLst/>
          </a:prstGeom>
          <a:noFill/>
          <a:ln/>
        </p:spPr>
        <p:txBody>
          <a:bodyPr wrap="square" rtlCol="0" anchor="ctr"/>
          <a:lstStyle/>
          <a:p>
            <a:pPr algn="ctr" defTabSz="1219170"/>
            <a:r>
              <a:rPr lang="en-US" sz="1533" b="1" dirty="0">
                <a:solidFill>
                  <a:srgbClr val="2E75B6"/>
                </a:solidFill>
                <a:latin typeface="Calibri" pitchFamily="34" charset="0"/>
                <a:ea typeface="Calibri" pitchFamily="34" charset="-122"/>
                <a:cs typeface="Calibri" pitchFamily="34" charset="-120"/>
              </a:rPr>
              <a:t>Requirements</a:t>
            </a:r>
            <a:endParaRPr lang="en-US" sz="1533" dirty="0">
              <a:solidFill>
                <a:prstClr val="black"/>
              </a:solidFill>
              <a:latin typeface="Calibri" panose="020F0502020204030204"/>
            </a:endParaRPr>
          </a:p>
          <a:p>
            <a:pPr algn="ctr" defTabSz="1219170"/>
            <a:r>
              <a:rPr lang="en-US" sz="1533" b="1" dirty="0">
                <a:solidFill>
                  <a:srgbClr val="2E75B6"/>
                </a:solidFill>
                <a:latin typeface="Calibri" pitchFamily="34" charset="0"/>
                <a:ea typeface="Calibri" pitchFamily="34" charset="-122"/>
                <a:cs typeface="Calibri" pitchFamily="34" charset="-120"/>
              </a:rPr>
              <a:t>Definition</a:t>
            </a:r>
            <a:endParaRPr lang="en-US" sz="1533" dirty="0">
              <a:solidFill>
                <a:prstClr val="black"/>
              </a:solidFill>
              <a:latin typeface="Calibri" panose="020F0502020204030204"/>
            </a:endParaRPr>
          </a:p>
        </p:txBody>
      </p:sp>
      <p:sp>
        <p:nvSpPr>
          <p:cNvPr id="10" name="Shape 8"/>
          <p:cNvSpPr/>
          <p:nvPr/>
        </p:nvSpPr>
        <p:spPr>
          <a:xfrm>
            <a:off x="3998976" y="1999488"/>
            <a:ext cx="182880" cy="12192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Shape 9"/>
          <p:cNvSpPr/>
          <p:nvPr/>
        </p:nvSpPr>
        <p:spPr>
          <a:xfrm>
            <a:off x="4181856" y="1621536"/>
            <a:ext cx="3633216"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4181856" y="1621536"/>
            <a:ext cx="3633216" cy="877824"/>
          </a:xfrm>
          <a:prstGeom prst="rect">
            <a:avLst/>
          </a:prstGeom>
          <a:noFill/>
          <a:ln/>
        </p:spPr>
        <p:txBody>
          <a:bodyPr wrap="square" rtlCol="0" anchor="ctr"/>
          <a:lstStyle/>
          <a:p>
            <a:pPr algn="ctr" defTabSz="1219170"/>
            <a:r>
              <a:rPr lang="en-US" sz="1533" b="1" dirty="0">
                <a:solidFill>
                  <a:srgbClr val="2E75B6"/>
                </a:solidFill>
                <a:latin typeface="Calibri" pitchFamily="34" charset="0"/>
                <a:ea typeface="Calibri" pitchFamily="34" charset="-122"/>
                <a:cs typeface="Calibri" pitchFamily="34" charset="-120"/>
              </a:rPr>
              <a:t>Determining</a:t>
            </a:r>
            <a:endParaRPr lang="en-US" sz="1533" dirty="0">
              <a:solidFill>
                <a:prstClr val="black"/>
              </a:solidFill>
              <a:latin typeface="Calibri" panose="020F0502020204030204"/>
            </a:endParaRPr>
          </a:p>
          <a:p>
            <a:pPr algn="ctr" defTabSz="1219170"/>
            <a:r>
              <a:rPr lang="en-US" sz="1533" b="1" dirty="0">
                <a:solidFill>
                  <a:srgbClr val="2E75B6"/>
                </a:solidFill>
                <a:latin typeface="Calibri" pitchFamily="34" charset="0"/>
                <a:ea typeface="Calibri" pitchFamily="34" charset="-122"/>
                <a:cs typeface="Calibri" pitchFamily="34" charset="-120"/>
              </a:rPr>
              <a:t>Specifications</a:t>
            </a:r>
            <a:endParaRPr lang="en-US" sz="1533" dirty="0">
              <a:solidFill>
                <a:prstClr val="black"/>
              </a:solidFill>
              <a:latin typeface="Calibri" panose="020F0502020204030204"/>
            </a:endParaRPr>
          </a:p>
        </p:txBody>
      </p:sp>
      <p:sp>
        <p:nvSpPr>
          <p:cNvPr id="13" name="Shape 11"/>
          <p:cNvSpPr/>
          <p:nvPr/>
        </p:nvSpPr>
        <p:spPr>
          <a:xfrm>
            <a:off x="7815072" y="1999488"/>
            <a:ext cx="182880" cy="12192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Shape 12"/>
          <p:cNvSpPr/>
          <p:nvPr/>
        </p:nvSpPr>
        <p:spPr>
          <a:xfrm>
            <a:off x="7997952" y="1621536"/>
            <a:ext cx="3633216"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7997952" y="1621536"/>
            <a:ext cx="3633216" cy="877824"/>
          </a:xfrm>
          <a:prstGeom prst="rect">
            <a:avLst/>
          </a:prstGeom>
          <a:noFill/>
          <a:ln/>
        </p:spPr>
        <p:txBody>
          <a:bodyPr wrap="square" rtlCol="0" anchor="ctr"/>
          <a:lstStyle/>
          <a:p>
            <a:pPr algn="ctr" defTabSz="1219170"/>
            <a:r>
              <a:rPr lang="en-US" sz="1533" b="1" dirty="0">
                <a:solidFill>
                  <a:srgbClr val="2E75B6"/>
                </a:solidFill>
                <a:latin typeface="Calibri" pitchFamily="34" charset="0"/>
                <a:ea typeface="Calibri" pitchFamily="34" charset="-122"/>
                <a:cs typeface="Calibri" pitchFamily="34" charset="-120"/>
              </a:rPr>
              <a:t>Design</a:t>
            </a:r>
            <a:endParaRPr lang="en-US" sz="1533" dirty="0">
              <a:solidFill>
                <a:prstClr val="black"/>
              </a:solidFill>
              <a:latin typeface="Calibri" panose="020F0502020204030204"/>
            </a:endParaRPr>
          </a:p>
        </p:txBody>
      </p:sp>
      <p:sp>
        <p:nvSpPr>
          <p:cNvPr id="16" name="Shape 14"/>
          <p:cNvSpPr/>
          <p:nvPr/>
        </p:nvSpPr>
        <p:spPr>
          <a:xfrm>
            <a:off x="4267200" y="2560320"/>
            <a:ext cx="3657600" cy="341376"/>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Text 15"/>
          <p:cNvSpPr/>
          <p:nvPr/>
        </p:nvSpPr>
        <p:spPr>
          <a:xfrm>
            <a:off x="4267200" y="2560320"/>
            <a:ext cx="3657600" cy="34137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Sign-off point — formal stakeholder approval</a:t>
            </a:r>
            <a:endParaRPr lang="en-US" sz="1267" dirty="0">
              <a:solidFill>
                <a:prstClr val="black"/>
              </a:solidFill>
              <a:latin typeface="Calibri" panose="020F0502020204030204"/>
            </a:endParaRPr>
          </a:p>
        </p:txBody>
      </p:sp>
      <p:sp>
        <p:nvSpPr>
          <p:cNvPr id="18" name="Shape 16"/>
          <p:cNvSpPr/>
          <p:nvPr/>
        </p:nvSpPr>
        <p:spPr>
          <a:xfrm>
            <a:off x="5913120" y="2901696"/>
            <a:ext cx="365760" cy="316992"/>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5608320" y="3169920"/>
            <a:ext cx="975360" cy="341376"/>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5608320" y="3169920"/>
            <a:ext cx="975360" cy="341376"/>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Handover</a:t>
            </a:r>
            <a:endParaRPr lang="en-US" sz="1133" dirty="0">
              <a:solidFill>
                <a:prstClr val="black"/>
              </a:solidFill>
              <a:latin typeface="Calibri" panose="020F0502020204030204"/>
            </a:endParaRPr>
          </a:p>
        </p:txBody>
      </p:sp>
      <p:sp>
        <p:nvSpPr>
          <p:cNvPr id="21" name="Shape 19"/>
          <p:cNvSpPr/>
          <p:nvPr/>
        </p:nvSpPr>
        <p:spPr>
          <a:xfrm>
            <a:off x="365760" y="3596640"/>
            <a:ext cx="11460480" cy="341376"/>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365760" y="3596640"/>
            <a:ext cx="11460480" cy="341376"/>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AGILE PHASE  —  Iterative sprints with stakeholder review after each cycle</a:t>
            </a:r>
            <a:endParaRPr lang="en-US" sz="1333" dirty="0">
              <a:solidFill>
                <a:prstClr val="black"/>
              </a:solidFill>
              <a:latin typeface="Calibri" panose="020F0502020204030204"/>
            </a:endParaRPr>
          </a:p>
        </p:txBody>
      </p:sp>
      <p:sp>
        <p:nvSpPr>
          <p:cNvPr id="23" name="Shape 21"/>
          <p:cNvSpPr/>
          <p:nvPr/>
        </p:nvSpPr>
        <p:spPr>
          <a:xfrm>
            <a:off x="365760" y="3938016"/>
            <a:ext cx="268224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4" name="Text 22"/>
          <p:cNvSpPr/>
          <p:nvPr/>
        </p:nvSpPr>
        <p:spPr>
          <a:xfrm>
            <a:off x="365760" y="3938016"/>
            <a:ext cx="2682240" cy="877824"/>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Sprint 1</a:t>
            </a:r>
            <a:endParaRPr lang="en-US" sz="1467" dirty="0">
              <a:solidFill>
                <a:prstClr val="black"/>
              </a:solidFill>
              <a:latin typeface="Calibri" panose="020F0502020204030204"/>
            </a:endParaRPr>
          </a:p>
          <a:p>
            <a:pPr algn="ctr" defTabSz="1219170"/>
            <a:r>
              <a:rPr lang="en-US" sz="1467" b="1" dirty="0">
                <a:solidFill>
                  <a:srgbClr val="0D7C6B"/>
                </a:solidFill>
                <a:latin typeface="Calibri" pitchFamily="34" charset="0"/>
                <a:ea typeface="Calibri" pitchFamily="34" charset="-122"/>
                <a:cs typeface="Calibri" pitchFamily="34" charset="-120"/>
              </a:rPr>
              <a:t>Core features</a:t>
            </a:r>
            <a:endParaRPr lang="en-US" sz="1467" dirty="0">
              <a:solidFill>
                <a:prstClr val="black"/>
              </a:solidFill>
              <a:latin typeface="Calibri" panose="020F0502020204030204"/>
            </a:endParaRPr>
          </a:p>
        </p:txBody>
      </p:sp>
      <p:sp>
        <p:nvSpPr>
          <p:cNvPr id="25" name="Shape 23"/>
          <p:cNvSpPr/>
          <p:nvPr/>
        </p:nvSpPr>
        <p:spPr>
          <a:xfrm>
            <a:off x="3048000" y="4315968"/>
            <a:ext cx="219456" cy="12192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Shape 24"/>
          <p:cNvSpPr/>
          <p:nvPr/>
        </p:nvSpPr>
        <p:spPr>
          <a:xfrm>
            <a:off x="3267456" y="3938016"/>
            <a:ext cx="268224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7" name="Text 25"/>
          <p:cNvSpPr/>
          <p:nvPr/>
        </p:nvSpPr>
        <p:spPr>
          <a:xfrm>
            <a:off x="3267456" y="3938016"/>
            <a:ext cx="2682240" cy="877824"/>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Sprint 2</a:t>
            </a:r>
            <a:endParaRPr lang="en-US" sz="1467" dirty="0">
              <a:solidFill>
                <a:prstClr val="black"/>
              </a:solidFill>
              <a:latin typeface="Calibri" panose="020F0502020204030204"/>
            </a:endParaRPr>
          </a:p>
          <a:p>
            <a:pPr algn="ctr" defTabSz="1219170"/>
            <a:r>
              <a:rPr lang="en-US" sz="1467" b="1" dirty="0">
                <a:solidFill>
                  <a:srgbClr val="0D7C6B"/>
                </a:solidFill>
                <a:latin typeface="Calibri" pitchFamily="34" charset="0"/>
                <a:ea typeface="Calibri" pitchFamily="34" charset="-122"/>
                <a:cs typeface="Calibri" pitchFamily="34" charset="-120"/>
              </a:rPr>
              <a:t>Extended features</a:t>
            </a:r>
            <a:endParaRPr lang="en-US" sz="1467" dirty="0">
              <a:solidFill>
                <a:prstClr val="black"/>
              </a:solidFill>
              <a:latin typeface="Calibri" panose="020F0502020204030204"/>
            </a:endParaRPr>
          </a:p>
        </p:txBody>
      </p:sp>
      <p:sp>
        <p:nvSpPr>
          <p:cNvPr id="28" name="Shape 26"/>
          <p:cNvSpPr/>
          <p:nvPr/>
        </p:nvSpPr>
        <p:spPr>
          <a:xfrm>
            <a:off x="5949696" y="4315968"/>
            <a:ext cx="219456" cy="12192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9" name="Shape 27"/>
          <p:cNvSpPr/>
          <p:nvPr/>
        </p:nvSpPr>
        <p:spPr>
          <a:xfrm>
            <a:off x="6169152" y="3938016"/>
            <a:ext cx="268224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0" name="Text 28"/>
          <p:cNvSpPr/>
          <p:nvPr/>
        </p:nvSpPr>
        <p:spPr>
          <a:xfrm>
            <a:off x="6169152" y="3938016"/>
            <a:ext cx="2682240" cy="877824"/>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Sprint 3</a:t>
            </a:r>
            <a:endParaRPr lang="en-US" sz="1467" dirty="0">
              <a:solidFill>
                <a:prstClr val="black"/>
              </a:solidFill>
              <a:latin typeface="Calibri" panose="020F0502020204030204"/>
            </a:endParaRPr>
          </a:p>
          <a:p>
            <a:pPr algn="ctr" defTabSz="1219170"/>
            <a:r>
              <a:rPr lang="en-US" sz="1467" b="1" dirty="0">
                <a:solidFill>
                  <a:srgbClr val="0D7C6B"/>
                </a:solidFill>
                <a:latin typeface="Calibri" pitchFamily="34" charset="0"/>
                <a:ea typeface="Calibri" pitchFamily="34" charset="-122"/>
                <a:cs typeface="Calibri" pitchFamily="34" charset="-120"/>
              </a:rPr>
              <a:t>Refinements</a:t>
            </a:r>
            <a:endParaRPr lang="en-US" sz="1467" dirty="0">
              <a:solidFill>
                <a:prstClr val="black"/>
              </a:solidFill>
              <a:latin typeface="Calibri" panose="020F0502020204030204"/>
            </a:endParaRPr>
          </a:p>
        </p:txBody>
      </p:sp>
      <p:sp>
        <p:nvSpPr>
          <p:cNvPr id="31" name="Shape 29"/>
          <p:cNvSpPr/>
          <p:nvPr/>
        </p:nvSpPr>
        <p:spPr>
          <a:xfrm>
            <a:off x="8851392" y="4315968"/>
            <a:ext cx="219456" cy="121920"/>
          </a:xfrm>
          <a:prstGeom prst="rect">
            <a:avLst/>
          </a:prstGeom>
          <a:solidFill>
            <a:srgbClr val="0D7C6B"/>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2" name="Shape 30"/>
          <p:cNvSpPr/>
          <p:nvPr/>
        </p:nvSpPr>
        <p:spPr>
          <a:xfrm>
            <a:off x="9070848" y="3938016"/>
            <a:ext cx="2682240"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3" name="Text 31"/>
          <p:cNvSpPr/>
          <p:nvPr/>
        </p:nvSpPr>
        <p:spPr>
          <a:xfrm>
            <a:off x="9070848" y="3938016"/>
            <a:ext cx="2682240" cy="877824"/>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Sprint N</a:t>
            </a:r>
            <a:endParaRPr lang="en-US" sz="1467" dirty="0">
              <a:solidFill>
                <a:prstClr val="black"/>
              </a:solidFill>
              <a:latin typeface="Calibri" panose="020F0502020204030204"/>
            </a:endParaRPr>
          </a:p>
          <a:p>
            <a:pPr algn="ctr" defTabSz="1219170"/>
            <a:r>
              <a:rPr lang="en-US" sz="1467" b="1" dirty="0">
                <a:solidFill>
                  <a:srgbClr val="0D7C6B"/>
                </a:solidFill>
                <a:latin typeface="Calibri" pitchFamily="34" charset="0"/>
                <a:ea typeface="Calibri" pitchFamily="34" charset="-122"/>
                <a:cs typeface="Calibri" pitchFamily="34" charset="-120"/>
              </a:rPr>
              <a:t>Final increment</a:t>
            </a:r>
            <a:endParaRPr lang="en-US" sz="1467" dirty="0">
              <a:solidFill>
                <a:prstClr val="black"/>
              </a:solidFill>
              <a:latin typeface="Calibri" panose="020F0502020204030204"/>
            </a:endParaRPr>
          </a:p>
        </p:txBody>
      </p:sp>
      <p:sp>
        <p:nvSpPr>
          <p:cNvPr id="34" name="Shape 32"/>
          <p:cNvSpPr/>
          <p:nvPr/>
        </p:nvSpPr>
        <p:spPr>
          <a:xfrm>
            <a:off x="365760" y="4852416"/>
            <a:ext cx="11460480" cy="292608"/>
          </a:xfrm>
          <a:prstGeom prst="rect">
            <a:avLst/>
          </a:prstGeom>
          <a:solidFill>
            <a:srgbClr val="D4EDE9"/>
          </a:solidFill>
          <a:ln w="12700">
            <a:solidFill>
              <a:srgbClr val="0D7C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5" name="Text 33"/>
          <p:cNvSpPr/>
          <p:nvPr/>
        </p:nvSpPr>
        <p:spPr>
          <a:xfrm>
            <a:off x="365760" y="4852416"/>
            <a:ext cx="11460480" cy="292608"/>
          </a:xfrm>
          <a:prstGeom prst="rect">
            <a:avLst/>
          </a:prstGeom>
          <a:noFill/>
          <a:ln/>
        </p:spPr>
        <p:txBody>
          <a:bodyPr wrap="square" lIns="0" tIns="0" rIns="0" bIns="0" rtlCol="0" anchor="ctr"/>
          <a:lstStyle/>
          <a:p>
            <a:pPr algn="ctr" defTabSz="1219170"/>
            <a:r>
              <a:rPr lang="en-US" sz="1267" i="1" dirty="0">
                <a:solidFill>
                  <a:srgbClr val="0D7C6B"/>
                </a:solidFill>
                <a:latin typeface="Calibri" pitchFamily="34" charset="0"/>
                <a:ea typeface="Calibri" pitchFamily="34" charset="-122"/>
                <a:cs typeface="Calibri" pitchFamily="34" charset="-120"/>
              </a:rPr>
              <a:t>Stakeholder review and backlog update after each sprint  →  cycle repeats</a:t>
            </a:r>
            <a:endParaRPr lang="en-US" sz="1267" dirty="0">
              <a:solidFill>
                <a:prstClr val="black"/>
              </a:solidFill>
              <a:latin typeface="Calibri" panose="020F0502020204030204"/>
            </a:endParaRPr>
          </a:p>
        </p:txBody>
      </p:sp>
      <p:sp>
        <p:nvSpPr>
          <p:cNvPr id="36" name="Shape 34"/>
          <p:cNvSpPr/>
          <p:nvPr/>
        </p:nvSpPr>
        <p:spPr>
          <a:xfrm>
            <a:off x="365760" y="5205984"/>
            <a:ext cx="11460480" cy="341376"/>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7" name="Text 35"/>
          <p:cNvSpPr/>
          <p:nvPr/>
        </p:nvSpPr>
        <p:spPr>
          <a:xfrm>
            <a:off x="365760" y="5205984"/>
            <a:ext cx="11460480" cy="341376"/>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WATERFALL PHASE  —  Formal integration, installation, and initial maintenance</a:t>
            </a:r>
            <a:endParaRPr lang="en-US" sz="1333" dirty="0">
              <a:solidFill>
                <a:prstClr val="black"/>
              </a:solidFill>
              <a:latin typeface="Calibri" panose="020F0502020204030204"/>
            </a:endParaRPr>
          </a:p>
        </p:txBody>
      </p:sp>
      <p:sp>
        <p:nvSpPr>
          <p:cNvPr id="38" name="Shape 36"/>
          <p:cNvSpPr/>
          <p:nvPr/>
        </p:nvSpPr>
        <p:spPr>
          <a:xfrm>
            <a:off x="365760" y="5547360"/>
            <a:ext cx="3633216"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9" name="Text 37"/>
          <p:cNvSpPr/>
          <p:nvPr/>
        </p:nvSpPr>
        <p:spPr>
          <a:xfrm>
            <a:off x="365760" y="5547360"/>
            <a:ext cx="3633216" cy="877824"/>
          </a:xfrm>
          <a:prstGeom prst="rect">
            <a:avLst/>
          </a:prstGeom>
          <a:noFill/>
          <a:ln/>
        </p:spPr>
        <p:txBody>
          <a:bodyPr wrap="square" rtlCol="0" anchor="ctr"/>
          <a:lstStyle/>
          <a:p>
            <a:pPr algn="ctr" defTabSz="1219170"/>
            <a:r>
              <a:rPr lang="en-US" sz="1467" b="1" dirty="0">
                <a:solidFill>
                  <a:srgbClr val="2E75B6"/>
                </a:solidFill>
                <a:latin typeface="Calibri" pitchFamily="34" charset="0"/>
                <a:ea typeface="Calibri" pitchFamily="34" charset="-122"/>
                <a:cs typeface="Calibri" pitchFamily="34" charset="-120"/>
              </a:rPr>
              <a:t>Integration &amp;</a:t>
            </a:r>
            <a:endParaRPr lang="en-US" sz="1467" dirty="0">
              <a:solidFill>
                <a:prstClr val="black"/>
              </a:solidFill>
              <a:latin typeface="Calibri" panose="020F0502020204030204"/>
            </a:endParaRPr>
          </a:p>
          <a:p>
            <a:pPr algn="ctr" defTabSz="1219170"/>
            <a:r>
              <a:rPr lang="en-US" sz="1467" b="1" dirty="0">
                <a:solidFill>
                  <a:srgbClr val="2E75B6"/>
                </a:solidFill>
                <a:latin typeface="Calibri" pitchFamily="34" charset="0"/>
                <a:ea typeface="Calibri" pitchFamily="34" charset="-122"/>
                <a:cs typeface="Calibri" pitchFamily="34" charset="-120"/>
              </a:rPr>
              <a:t>Final Testing</a:t>
            </a:r>
            <a:endParaRPr lang="en-US" sz="1467" dirty="0">
              <a:solidFill>
                <a:prstClr val="black"/>
              </a:solidFill>
              <a:latin typeface="Calibri" panose="020F0502020204030204"/>
            </a:endParaRPr>
          </a:p>
        </p:txBody>
      </p:sp>
      <p:sp>
        <p:nvSpPr>
          <p:cNvPr id="40" name="Shape 38"/>
          <p:cNvSpPr/>
          <p:nvPr/>
        </p:nvSpPr>
        <p:spPr>
          <a:xfrm>
            <a:off x="3998976" y="5925312"/>
            <a:ext cx="182880" cy="12192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1" name="Shape 39"/>
          <p:cNvSpPr/>
          <p:nvPr/>
        </p:nvSpPr>
        <p:spPr>
          <a:xfrm>
            <a:off x="4181856" y="5547360"/>
            <a:ext cx="3633216" cy="877824"/>
          </a:xfrm>
          <a:prstGeom prst="rect">
            <a:avLst/>
          </a:prstGeom>
          <a:solidFill>
            <a:srgbClr val="D6E4F0"/>
          </a:solidFill>
          <a:ln w="12700">
            <a:solidFill>
              <a:srgbClr val="2E75B6"/>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2" name="Text 40"/>
          <p:cNvSpPr/>
          <p:nvPr/>
        </p:nvSpPr>
        <p:spPr>
          <a:xfrm>
            <a:off x="4181856" y="5547360"/>
            <a:ext cx="3633216" cy="877824"/>
          </a:xfrm>
          <a:prstGeom prst="rect">
            <a:avLst/>
          </a:prstGeom>
          <a:noFill/>
          <a:ln/>
        </p:spPr>
        <p:txBody>
          <a:bodyPr wrap="square" rtlCol="0" anchor="ctr"/>
          <a:lstStyle/>
          <a:p>
            <a:pPr algn="ctr" defTabSz="1219170"/>
            <a:r>
              <a:rPr lang="en-US" sz="1467" b="1" dirty="0">
                <a:solidFill>
                  <a:srgbClr val="2E75B6"/>
                </a:solidFill>
                <a:latin typeface="Calibri" pitchFamily="34" charset="0"/>
                <a:ea typeface="Calibri" pitchFamily="34" charset="-122"/>
                <a:cs typeface="Calibri" pitchFamily="34" charset="-120"/>
              </a:rPr>
              <a:t>Installation</a:t>
            </a:r>
            <a:endParaRPr lang="en-US" sz="1467" dirty="0">
              <a:solidFill>
                <a:prstClr val="black"/>
              </a:solidFill>
              <a:latin typeface="Calibri" panose="020F0502020204030204"/>
            </a:endParaRPr>
          </a:p>
        </p:txBody>
      </p:sp>
      <p:sp>
        <p:nvSpPr>
          <p:cNvPr id="43" name="Shape 41"/>
          <p:cNvSpPr/>
          <p:nvPr/>
        </p:nvSpPr>
        <p:spPr>
          <a:xfrm>
            <a:off x="7815072" y="5925312"/>
            <a:ext cx="182880" cy="121920"/>
          </a:xfrm>
          <a:prstGeom prst="rect">
            <a:avLst/>
          </a:prstGeom>
          <a:solidFill>
            <a:srgbClr val="2E75B6"/>
          </a:solidFill>
          <a:ln w="12700">
            <a:solidFill>
              <a:srgbClr val="2E75B6"/>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4" name="Shape 42"/>
          <p:cNvSpPr/>
          <p:nvPr/>
        </p:nvSpPr>
        <p:spPr>
          <a:xfrm>
            <a:off x="7997952" y="5547360"/>
            <a:ext cx="3633216" cy="877824"/>
          </a:xfrm>
          <a:prstGeom prst="rect">
            <a:avLst/>
          </a:prstGeom>
          <a:solidFill>
            <a:srgbClr val="D4EDE9"/>
          </a:solidFill>
          <a:ln w="12700">
            <a:solidFill>
              <a:srgbClr val="0D7C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45" name="Text 43"/>
          <p:cNvSpPr/>
          <p:nvPr/>
        </p:nvSpPr>
        <p:spPr>
          <a:xfrm>
            <a:off x="7997952" y="5547360"/>
            <a:ext cx="3633216" cy="877824"/>
          </a:xfrm>
          <a:prstGeom prst="rect">
            <a:avLst/>
          </a:prstGeom>
          <a:noFill/>
          <a:ln/>
        </p:spPr>
        <p:txBody>
          <a:bodyPr wrap="square" rtlCol="0" anchor="ctr"/>
          <a:lstStyle/>
          <a:p>
            <a:pPr algn="ctr" defTabSz="1219170"/>
            <a:r>
              <a:rPr lang="en-US" sz="1467" b="1" dirty="0">
                <a:solidFill>
                  <a:srgbClr val="0D7C6B"/>
                </a:solidFill>
                <a:latin typeface="Calibri" pitchFamily="34" charset="0"/>
                <a:ea typeface="Calibri" pitchFamily="34" charset="-122"/>
                <a:cs typeface="Calibri" pitchFamily="34" charset="-120"/>
              </a:rPr>
              <a:t>Maintenance</a:t>
            </a:r>
            <a:endParaRPr lang="en-US" sz="1467" dirty="0">
              <a:solidFill>
                <a:prstClr val="black"/>
              </a:solidFill>
              <a:latin typeface="Calibri" panose="020F0502020204030204"/>
            </a:endParaRPr>
          </a:p>
          <a:p>
            <a:pPr algn="ctr" defTabSz="1219170"/>
            <a:r>
              <a:rPr lang="en-US" sz="1467" b="1" dirty="0">
                <a:solidFill>
                  <a:srgbClr val="0D7C6B"/>
                </a:solidFill>
                <a:latin typeface="Calibri" pitchFamily="34" charset="0"/>
                <a:ea typeface="Calibri" pitchFamily="34" charset="-122"/>
                <a:cs typeface="Calibri" pitchFamily="34" charset="-120"/>
              </a:rPr>
              <a:t>(Agile cycles)</a:t>
            </a:r>
            <a:endParaRPr lang="en-US" sz="1467" dirty="0">
              <a:solidFill>
                <a:prstClr val="black"/>
              </a:solidFill>
              <a:latin typeface="Calibri" panose="020F0502020204030204"/>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Scale and Types of Development</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Identifying when WAgile is the most appropriate choice</a:t>
            </a:r>
            <a:endParaRPr lang="en-US" sz="1333" dirty="0">
              <a:solidFill>
                <a:prstClr val="black"/>
              </a:solidFill>
              <a:latin typeface="Calibri" panose="020F0502020204030204"/>
            </a:endParaRPr>
          </a:p>
        </p:txBody>
      </p:sp>
      <p:sp>
        <p:nvSpPr>
          <p:cNvPr id="6" name="Shape 4"/>
          <p:cNvSpPr/>
          <p:nvPr/>
        </p:nvSpPr>
        <p:spPr>
          <a:xfrm>
            <a:off x="365760" y="1280160"/>
            <a:ext cx="11460480" cy="414528"/>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365760" y="1280160"/>
            <a:ext cx="11460480" cy="414528"/>
          </a:xfrm>
          <a:prstGeom prst="rect">
            <a:avLst/>
          </a:prstGeom>
          <a:noFill/>
          <a:ln/>
        </p:spPr>
        <p:txBody>
          <a:bodyPr wrap="square" lIns="0" tIns="0" rIns="0" bIns="0" rtlCol="0" anchor="ctr"/>
          <a:lstStyle/>
          <a:p>
            <a:pPr algn="ctr" defTabSz="1219170"/>
            <a:r>
              <a:rPr lang="en-US" sz="1467" b="1" kern="0" spc="267" dirty="0">
                <a:solidFill>
                  <a:srgbClr val="FFFFFF"/>
                </a:solidFill>
                <a:latin typeface="Calibri" pitchFamily="34" charset="0"/>
                <a:ea typeface="Calibri" pitchFamily="34" charset="-122"/>
                <a:cs typeface="Calibri" pitchFamily="34" charset="-120"/>
              </a:rPr>
              <a:t>BEST SUITED TO</a:t>
            </a:r>
            <a:endParaRPr lang="en-US" sz="1467" dirty="0">
              <a:solidFill>
                <a:prstClr val="black"/>
              </a:solidFill>
              <a:latin typeface="Calibri" panose="020F0502020204030204"/>
            </a:endParaRPr>
          </a:p>
        </p:txBody>
      </p:sp>
      <p:sp>
        <p:nvSpPr>
          <p:cNvPr id="8" name="Shape 6"/>
          <p:cNvSpPr/>
          <p:nvPr/>
        </p:nvSpPr>
        <p:spPr>
          <a:xfrm>
            <a:off x="365760" y="1792224"/>
            <a:ext cx="5486400" cy="121920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Shape 7"/>
          <p:cNvSpPr/>
          <p:nvPr/>
        </p:nvSpPr>
        <p:spPr>
          <a:xfrm>
            <a:off x="365760" y="1792224"/>
            <a:ext cx="85344" cy="121920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548640" y="1840992"/>
            <a:ext cx="5120640" cy="316992"/>
          </a:xfrm>
          <a:prstGeom prst="rect">
            <a:avLst/>
          </a:prstGeom>
          <a:noFill/>
          <a:ln/>
        </p:spPr>
        <p:txBody>
          <a:bodyPr wrap="square" rtlCol="0" anchor="ctr"/>
          <a:lstStyle/>
          <a:p>
            <a:pPr defTabSz="1219170"/>
            <a:r>
              <a:rPr lang="en-US" sz="1600" b="1" dirty="0">
                <a:solidFill>
                  <a:srgbClr val="1D6A3A"/>
                </a:solidFill>
                <a:latin typeface="Calibri" pitchFamily="34" charset="0"/>
                <a:ea typeface="Calibri" pitchFamily="34" charset="-122"/>
                <a:cs typeface="Calibri" pitchFamily="34" charset="-120"/>
              </a:rPr>
              <a:t>Mixed-requirement projects</a:t>
            </a:r>
            <a:endParaRPr lang="en-US" sz="1600" dirty="0">
              <a:solidFill>
                <a:prstClr val="black"/>
              </a:solidFill>
              <a:latin typeface="Calibri" panose="020F0502020204030204"/>
            </a:endParaRPr>
          </a:p>
        </p:txBody>
      </p:sp>
      <p:sp>
        <p:nvSpPr>
          <p:cNvPr id="11" name="Text 9"/>
          <p:cNvSpPr/>
          <p:nvPr/>
        </p:nvSpPr>
        <p:spPr>
          <a:xfrm>
            <a:off x="548640" y="2182368"/>
            <a:ext cx="5120640" cy="79248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Medium to large-scale projects where some elements are well understood upfront, but user-facing features require ongoing refinement based on feedback.</a:t>
            </a:r>
            <a:endParaRPr lang="en-US" sz="1467" dirty="0">
              <a:solidFill>
                <a:prstClr val="black"/>
              </a:solidFill>
              <a:latin typeface="Calibri" panose="020F0502020204030204"/>
            </a:endParaRPr>
          </a:p>
        </p:txBody>
      </p:sp>
      <p:sp>
        <p:nvSpPr>
          <p:cNvPr id="12" name="Shape 10"/>
          <p:cNvSpPr/>
          <p:nvPr/>
        </p:nvSpPr>
        <p:spPr>
          <a:xfrm>
            <a:off x="6156960" y="1792224"/>
            <a:ext cx="5486400" cy="121920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Shape 11"/>
          <p:cNvSpPr/>
          <p:nvPr/>
        </p:nvSpPr>
        <p:spPr>
          <a:xfrm>
            <a:off x="6156960" y="1792224"/>
            <a:ext cx="85344" cy="121920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6339840" y="1840992"/>
            <a:ext cx="5120640" cy="316992"/>
          </a:xfrm>
          <a:prstGeom prst="rect">
            <a:avLst/>
          </a:prstGeom>
          <a:noFill/>
          <a:ln/>
        </p:spPr>
        <p:txBody>
          <a:bodyPr wrap="square" rtlCol="0" anchor="ctr"/>
          <a:lstStyle/>
          <a:p>
            <a:pPr defTabSz="1219170"/>
            <a:r>
              <a:rPr lang="en-US" sz="1600" b="1" dirty="0">
                <a:solidFill>
                  <a:srgbClr val="1D6A3A"/>
                </a:solidFill>
                <a:latin typeface="Calibri" pitchFamily="34" charset="0"/>
                <a:ea typeface="Calibri" pitchFamily="34" charset="-122"/>
                <a:cs typeface="Calibri" pitchFamily="34" charset="-120"/>
              </a:rPr>
              <a:t>Regulated enterprise projects</a:t>
            </a:r>
            <a:endParaRPr lang="en-US" sz="1600" dirty="0">
              <a:solidFill>
                <a:prstClr val="black"/>
              </a:solidFill>
              <a:latin typeface="Calibri" panose="020F0502020204030204"/>
            </a:endParaRPr>
          </a:p>
        </p:txBody>
      </p:sp>
      <p:sp>
        <p:nvSpPr>
          <p:cNvPr id="15" name="Text 13"/>
          <p:cNvSpPr/>
          <p:nvPr/>
        </p:nvSpPr>
        <p:spPr>
          <a:xfrm>
            <a:off x="6339840" y="2182368"/>
            <a:ext cx="5120640" cy="79248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Government and enterprise environments with contractual or regulatory obligations for formal documentation, but where development benefits from iterative flexibility.</a:t>
            </a:r>
            <a:endParaRPr lang="en-US" sz="1467" dirty="0">
              <a:solidFill>
                <a:prstClr val="black"/>
              </a:solidFill>
              <a:latin typeface="Calibri" panose="020F0502020204030204"/>
            </a:endParaRPr>
          </a:p>
        </p:txBody>
      </p:sp>
      <p:sp>
        <p:nvSpPr>
          <p:cNvPr id="16" name="Shape 14"/>
          <p:cNvSpPr/>
          <p:nvPr/>
        </p:nvSpPr>
        <p:spPr>
          <a:xfrm>
            <a:off x="365760" y="3133344"/>
            <a:ext cx="5486400" cy="121920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Shape 15"/>
          <p:cNvSpPr/>
          <p:nvPr/>
        </p:nvSpPr>
        <p:spPr>
          <a:xfrm>
            <a:off x="365760" y="3133344"/>
            <a:ext cx="85344" cy="121920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548640" y="3182112"/>
            <a:ext cx="5120640" cy="316992"/>
          </a:xfrm>
          <a:prstGeom prst="rect">
            <a:avLst/>
          </a:prstGeom>
          <a:noFill/>
          <a:ln/>
        </p:spPr>
        <p:txBody>
          <a:bodyPr wrap="square" rtlCol="0" anchor="ctr"/>
          <a:lstStyle/>
          <a:p>
            <a:pPr defTabSz="1219170"/>
            <a:r>
              <a:rPr lang="en-US" sz="1600" b="1" dirty="0">
                <a:solidFill>
                  <a:srgbClr val="1D6A3A"/>
                </a:solidFill>
                <a:latin typeface="Calibri" pitchFamily="34" charset="0"/>
                <a:ea typeface="Calibri" pitchFamily="34" charset="-122"/>
                <a:cs typeface="Calibri" pitchFamily="34" charset="-120"/>
              </a:rPr>
              <a:t>Multiple stakeholder groups</a:t>
            </a:r>
            <a:endParaRPr lang="en-US" sz="1600" dirty="0">
              <a:solidFill>
                <a:prstClr val="black"/>
              </a:solidFill>
              <a:latin typeface="Calibri" panose="020F0502020204030204"/>
            </a:endParaRPr>
          </a:p>
        </p:txBody>
      </p:sp>
      <p:sp>
        <p:nvSpPr>
          <p:cNvPr id="19" name="Text 17"/>
          <p:cNvSpPr/>
          <p:nvPr/>
        </p:nvSpPr>
        <p:spPr>
          <a:xfrm>
            <a:off x="548640" y="3523488"/>
            <a:ext cx="5120640" cy="79248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Projects where executives and legal teams require Waterfall governance, while end users and product teams expect regular demonstrations of working software.</a:t>
            </a:r>
            <a:endParaRPr lang="en-US" sz="1467" dirty="0">
              <a:solidFill>
                <a:prstClr val="black"/>
              </a:solidFill>
              <a:latin typeface="Calibri" panose="020F0502020204030204"/>
            </a:endParaRPr>
          </a:p>
        </p:txBody>
      </p:sp>
      <p:sp>
        <p:nvSpPr>
          <p:cNvPr id="20" name="Shape 18"/>
          <p:cNvSpPr/>
          <p:nvPr/>
        </p:nvSpPr>
        <p:spPr>
          <a:xfrm>
            <a:off x="6156960" y="3133344"/>
            <a:ext cx="5486400" cy="1219200"/>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1" name="Shape 19"/>
          <p:cNvSpPr/>
          <p:nvPr/>
        </p:nvSpPr>
        <p:spPr>
          <a:xfrm>
            <a:off x="6156960" y="3133344"/>
            <a:ext cx="85344" cy="121920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2" name="Text 20"/>
          <p:cNvSpPr/>
          <p:nvPr/>
        </p:nvSpPr>
        <p:spPr>
          <a:xfrm>
            <a:off x="6339840" y="3182112"/>
            <a:ext cx="5120640" cy="316992"/>
          </a:xfrm>
          <a:prstGeom prst="rect">
            <a:avLst/>
          </a:prstGeom>
          <a:noFill/>
          <a:ln/>
        </p:spPr>
        <p:txBody>
          <a:bodyPr wrap="square" rtlCol="0" anchor="ctr"/>
          <a:lstStyle/>
          <a:p>
            <a:pPr defTabSz="1219170"/>
            <a:r>
              <a:rPr lang="en-US" sz="1600" b="1" dirty="0">
                <a:solidFill>
                  <a:srgbClr val="1D6A3A"/>
                </a:solidFill>
                <a:latin typeface="Calibri" pitchFamily="34" charset="0"/>
                <a:ea typeface="Calibri" pitchFamily="34" charset="-122"/>
                <a:cs typeface="Calibri" pitchFamily="34" charset="-120"/>
              </a:rPr>
              <a:t>Upgrade and replacement projects</a:t>
            </a:r>
            <a:endParaRPr lang="en-US" sz="1600" dirty="0">
              <a:solidFill>
                <a:prstClr val="black"/>
              </a:solidFill>
              <a:latin typeface="Calibri" panose="020F0502020204030204"/>
            </a:endParaRPr>
          </a:p>
        </p:txBody>
      </p:sp>
      <p:sp>
        <p:nvSpPr>
          <p:cNvPr id="23" name="Text 21"/>
          <p:cNvSpPr/>
          <p:nvPr/>
        </p:nvSpPr>
        <p:spPr>
          <a:xfrm>
            <a:off x="6339840" y="3523488"/>
            <a:ext cx="5120640" cy="792480"/>
          </a:xfrm>
          <a:prstGeom prst="rect">
            <a:avLst/>
          </a:prstGeom>
          <a:noFill/>
          <a:ln/>
        </p:spPr>
        <p:txBody>
          <a:bodyPr wrap="square" rtlCol="0" anchor="t"/>
          <a:lstStyle/>
          <a:p>
            <a:pPr defTabSz="1219170"/>
            <a:r>
              <a:rPr lang="en-US" sz="1467" dirty="0">
                <a:solidFill>
                  <a:srgbClr val="1A1A2E"/>
                </a:solidFill>
                <a:latin typeface="Calibri" pitchFamily="34" charset="0"/>
                <a:ea typeface="Calibri" pitchFamily="34" charset="-122"/>
                <a:cs typeface="Calibri" pitchFamily="34" charset="-120"/>
              </a:rPr>
              <a:t>Existing legacy systems are formally documented using Waterfall analysis and design, before a new system is built iteratively through Agile sprints.</a:t>
            </a:r>
            <a:endParaRPr lang="en-US" sz="1467" dirty="0">
              <a:solidFill>
                <a:prstClr val="black"/>
              </a:solidFill>
              <a:latin typeface="Calibri" panose="020F0502020204030204"/>
            </a:endParaRPr>
          </a:p>
        </p:txBody>
      </p:sp>
      <p:sp>
        <p:nvSpPr>
          <p:cNvPr id="24" name="Shape 22"/>
          <p:cNvSpPr/>
          <p:nvPr/>
        </p:nvSpPr>
        <p:spPr>
          <a:xfrm>
            <a:off x="365760" y="4559808"/>
            <a:ext cx="11460480" cy="1292352"/>
          </a:xfrm>
          <a:prstGeom prst="rect">
            <a:avLst/>
          </a:prstGeom>
          <a:solidFill>
            <a:srgbClr val="E6F4EC"/>
          </a:solidFill>
          <a:ln w="12700">
            <a:solidFill>
              <a:srgbClr val="1D6A3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Shape 23"/>
          <p:cNvSpPr/>
          <p:nvPr/>
        </p:nvSpPr>
        <p:spPr>
          <a:xfrm>
            <a:off x="365760" y="4559808"/>
            <a:ext cx="85344" cy="1292352"/>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548640" y="4559808"/>
            <a:ext cx="11241024" cy="1292352"/>
          </a:xfrm>
          <a:prstGeom prst="rect">
            <a:avLst/>
          </a:prstGeom>
          <a:noFill/>
          <a:ln/>
        </p:spPr>
        <p:txBody>
          <a:bodyPr wrap="square" lIns="101600" tIns="101600" rIns="101600" bIns="101600" rtlCol="0" anchor="t"/>
          <a:lstStyle/>
          <a:p>
            <a:pPr defTabSz="1219170"/>
            <a:r>
              <a:rPr lang="en-US" sz="1533" b="1" dirty="0">
                <a:solidFill>
                  <a:srgbClr val="1D6A3A"/>
                </a:solidFill>
                <a:latin typeface="Calibri" pitchFamily="34" charset="0"/>
                <a:ea typeface="Calibri" pitchFamily="34" charset="-122"/>
                <a:cs typeface="Calibri" pitchFamily="34" charset="-120"/>
              </a:rPr>
              <a:t>Example:  </a:t>
            </a:r>
            <a:r>
              <a:rPr lang="en-US" sz="1533" dirty="0">
                <a:solidFill>
                  <a:srgbClr val="1A1A2E"/>
                </a:solidFill>
                <a:latin typeface="Calibri" pitchFamily="34" charset="0"/>
                <a:ea typeface="Calibri" pitchFamily="34" charset="-122"/>
                <a:cs typeface="Calibri" pitchFamily="34" charset="-120"/>
              </a:rPr>
              <a:t>A large hospital patient management system: clinical requirements formally specified (Waterfall), user interface developed iteratively with nursing and administrative staff feedback (Agile).  A government taxation portal: legislative compliance documented upfront (Waterfall), self-service interface built iteratively based on citizen usability testing (Agile).</a:t>
            </a:r>
            <a:endParaRPr lang="en-US" sz="1533" dirty="0">
              <a:solidFill>
                <a:prstClr val="black"/>
              </a:solidFill>
              <a:latin typeface="Calibri" panose="020F0502020204030204"/>
            </a:endParaRPr>
          </a:p>
        </p:txBody>
      </p:sp>
      <p:sp>
        <p:nvSpPr>
          <p:cNvPr id="27" name="Shape 25"/>
          <p:cNvSpPr/>
          <p:nvPr/>
        </p:nvSpPr>
        <p:spPr>
          <a:xfrm>
            <a:off x="365760" y="5949696"/>
            <a:ext cx="11460480" cy="341376"/>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8" name="Text 26"/>
          <p:cNvSpPr/>
          <p:nvPr/>
        </p:nvSpPr>
        <p:spPr>
          <a:xfrm>
            <a:off x="365760" y="5949696"/>
            <a:ext cx="11460480" cy="341376"/>
          </a:xfrm>
          <a:prstGeom prst="rect">
            <a:avLst/>
          </a:prstGeom>
          <a:noFill/>
          <a:ln/>
        </p:spPr>
        <p:txBody>
          <a:bodyPr wrap="square" lIns="0" tIns="0" rIns="0" bIns="0" rtlCol="0" anchor="ctr"/>
          <a:lstStyle/>
          <a:p>
            <a:pPr algn="ctr" defTabSz="1219170"/>
            <a:r>
              <a:rPr lang="en-US" sz="1333" b="1" kern="0" spc="267" dirty="0">
                <a:solidFill>
                  <a:srgbClr val="FFFFFF"/>
                </a:solidFill>
                <a:latin typeface="Calibri" pitchFamily="34" charset="0"/>
                <a:ea typeface="Calibri" pitchFamily="34" charset="-122"/>
                <a:cs typeface="Calibri" pitchFamily="34" charset="-120"/>
              </a:rPr>
              <a:t>NOT WELL SUITED TO</a:t>
            </a:r>
            <a:endParaRPr lang="en-US" sz="1333" dirty="0">
              <a:solidFill>
                <a:prstClr val="black"/>
              </a:solidFill>
              <a:latin typeface="Calibri" panose="020F0502020204030204"/>
            </a:endParaRPr>
          </a:p>
        </p:txBody>
      </p:sp>
      <p:sp>
        <p:nvSpPr>
          <p:cNvPr id="29" name="Shape 27"/>
          <p:cNvSpPr/>
          <p:nvPr/>
        </p:nvSpPr>
        <p:spPr>
          <a:xfrm>
            <a:off x="365760" y="6291072"/>
            <a:ext cx="11460480" cy="512064"/>
          </a:xfrm>
          <a:prstGeom prst="rect">
            <a:avLst/>
          </a:prstGeom>
          <a:solidFill>
            <a:srgbClr val="FDECEA"/>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0" name="Text 28"/>
          <p:cNvSpPr/>
          <p:nvPr/>
        </p:nvSpPr>
        <p:spPr>
          <a:xfrm>
            <a:off x="585216" y="6291072"/>
            <a:ext cx="11094720" cy="512064"/>
          </a:xfrm>
          <a:prstGeom prst="rect">
            <a:avLst/>
          </a:prstGeom>
          <a:noFill/>
          <a:ln/>
        </p:spPr>
        <p:txBody>
          <a:bodyPr wrap="square" lIns="101600" tIns="101600" rIns="101600" bIns="101600" rtlCol="0" anchor="ctr"/>
          <a:lstStyle/>
          <a:p>
            <a:pPr defTabSz="1219170"/>
            <a:r>
              <a:rPr lang="en-US" sz="1533" b="1" dirty="0">
                <a:solidFill>
                  <a:srgbClr val="C0392B"/>
                </a:solidFill>
                <a:latin typeface="Calibri" pitchFamily="34" charset="0"/>
                <a:ea typeface="Calibri" pitchFamily="34" charset="-122"/>
                <a:cs typeface="Calibri" pitchFamily="34" charset="-120"/>
              </a:rPr>
              <a:t>Small, simple projects</a:t>
            </a:r>
            <a:r>
              <a:rPr lang="en-US" sz="1533" dirty="0">
                <a:solidFill>
                  <a:srgbClr val="1A1A2E"/>
                </a:solidFill>
                <a:latin typeface="Calibri" pitchFamily="34" charset="0"/>
                <a:ea typeface="Calibri" pitchFamily="34" charset="-122"/>
                <a:cs typeface="Calibri" pitchFamily="34" charset="-120"/>
              </a:rPr>
              <a:t> (pure Agile is more efficient)  |  </a:t>
            </a:r>
            <a:r>
              <a:rPr lang="en-US" sz="1533" b="1" dirty="0">
                <a:solidFill>
                  <a:srgbClr val="C0392B"/>
                </a:solidFill>
                <a:latin typeface="Calibri" pitchFamily="34" charset="0"/>
                <a:ea typeface="Calibri" pitchFamily="34" charset="-122"/>
                <a:cs typeface="Calibri" pitchFamily="34" charset="-120"/>
              </a:rPr>
              <a:t>Fully stable, fixed-scope projects</a:t>
            </a:r>
            <a:r>
              <a:rPr lang="en-US" sz="1533" dirty="0">
                <a:solidFill>
                  <a:srgbClr val="1A1A2E"/>
                </a:solidFill>
                <a:latin typeface="Calibri" pitchFamily="34" charset="0"/>
                <a:ea typeface="Calibri" pitchFamily="34" charset="-122"/>
                <a:cs typeface="Calibri" pitchFamily="34" charset="-120"/>
              </a:rPr>
              <a:t> (pure Waterfall is sufficient)  |  </a:t>
            </a:r>
            <a:r>
              <a:rPr lang="en-US" sz="1533" b="1" dirty="0">
                <a:solidFill>
                  <a:srgbClr val="C0392B"/>
                </a:solidFill>
                <a:latin typeface="Calibri" pitchFamily="34" charset="0"/>
                <a:ea typeface="Calibri" pitchFamily="34" charset="-122"/>
                <a:cs typeface="Calibri" pitchFamily="34" charset="-120"/>
              </a:rPr>
              <a:t>Teams inexperienced in both models</a:t>
            </a:r>
            <a:r>
              <a:rPr lang="en-US" sz="1533" dirty="0">
                <a:solidFill>
                  <a:srgbClr val="1A1A2E"/>
                </a:solidFill>
                <a:latin typeface="Calibri" pitchFamily="34" charset="0"/>
                <a:ea typeface="Calibri" pitchFamily="34" charset="-122"/>
                <a:cs typeface="Calibri" pitchFamily="34" charset="-120"/>
              </a:rPr>
              <a:t> (WAgile demands fluency in both methodologies).</a:t>
            </a:r>
            <a:endParaRPr lang="en-US" sz="1533" dirty="0">
              <a:solidFill>
                <a:prstClr val="black"/>
              </a:solidFill>
              <a:latin typeface="Calibri" panose="020F05020202040302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Advantages and Disadvantages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Evaluating the strengths and limitations of the WAgile model</a:t>
            </a:r>
            <a:endParaRPr lang="en-US" sz="1333" dirty="0">
              <a:solidFill>
                <a:prstClr val="black"/>
              </a:solidFill>
              <a:latin typeface="Calibri" panose="020F0502020204030204"/>
            </a:endParaRPr>
          </a:p>
        </p:txBody>
      </p:sp>
      <p:graphicFrame>
        <p:nvGraphicFramePr>
          <p:cNvPr id="9" name="Table 0"/>
          <p:cNvGraphicFramePr>
            <a:graphicFrameLocks noGrp="1"/>
          </p:cNvGraphicFramePr>
          <p:nvPr/>
        </p:nvGraphicFramePr>
        <p:xfrm>
          <a:off x="365760" y="1280160"/>
          <a:ext cx="11460480" cy="5120640"/>
        </p:xfrm>
        <a:graphic>
          <a:graphicData uri="http://schemas.openxmlformats.org/drawingml/2006/table">
            <a:tbl>
              <a:tblPr/>
              <a:tblGrid>
                <a:gridCol w="19507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73152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6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Advantage</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6A3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Disadvantage</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Flexibility</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Combines upfront planning with the ability to respond to change during development.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More complex to manage than committing to a single methodology throughout.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Documentation</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Formal documentation where required (Waterfall phases), with reduced overhead during development.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Determining the appropriate documentation level at each phase requires careful judgement.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Client Involvement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Stakeholder sign-off during Waterfall phases, plus iterative feedback during Agile sprints.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Managing two different engagement styles with stakeholders simultaneously can be demanding.</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3"/>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Stable foundation from Waterfall planning reduces risk of fundamental design errors.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Poor management of the handover point between methodologies can cause confusion and delays.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Delivery</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Working software increments delivered during development before formal installation.</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F4EC"/>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No single, clearly defined delivery date as in pure Waterfall — timelines are harder to predict.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extLst>
                  <a:ext uri="{0D108BD9-81ED-4DB2-BD59-A6C34878D82A}">
                    <a16:rowId xmlns:a16="http://schemas.microsoft.com/office/drawing/2014/main" val="10005"/>
                  </a:ext>
                </a:extLst>
              </a:tr>
              <a:tr h="731520">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Team</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Suited to larger teams where specialists can work within their preferred methodology.</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Requires team members skilled in both Waterfall governance and Agile practices.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Comparing All Three Models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Waterfall vs Agile vs WAgile — structured comparison across key criteria</a:t>
            </a:r>
            <a:endParaRPr lang="en-US" sz="1333" dirty="0">
              <a:solidFill>
                <a:prstClr val="black"/>
              </a:solidFill>
              <a:latin typeface="Calibri" panose="020F0502020204030204"/>
            </a:endParaRPr>
          </a:p>
        </p:txBody>
      </p:sp>
      <p:graphicFrame>
        <p:nvGraphicFramePr>
          <p:cNvPr id="10" name="Table 0"/>
          <p:cNvGraphicFramePr>
            <a:graphicFrameLocks noGrp="1"/>
          </p:cNvGraphicFramePr>
          <p:nvPr/>
        </p:nvGraphicFramePr>
        <p:xfrm>
          <a:off x="365760" y="1280160"/>
          <a:ext cx="11460480" cy="4949952"/>
        </p:xfrm>
        <a:graphic>
          <a:graphicData uri="http://schemas.openxmlformats.org/drawingml/2006/table">
            <a:tbl>
              <a:tblPr/>
              <a:tblGrid>
                <a:gridCol w="1706880">
                  <a:extLst>
                    <a:ext uri="{9D8B030D-6E8A-4147-A177-3AD203B41FA5}">
                      <a16:colId xmlns:a16="http://schemas.microsoft.com/office/drawing/2014/main" val="20000"/>
                    </a:ext>
                  </a:extLst>
                </a:gridCol>
                <a:gridCol w="3243072">
                  <a:extLst>
                    <a:ext uri="{9D8B030D-6E8A-4147-A177-3AD203B41FA5}">
                      <a16:colId xmlns:a16="http://schemas.microsoft.com/office/drawing/2014/main" val="20001"/>
                    </a:ext>
                  </a:extLst>
                </a:gridCol>
                <a:gridCol w="3243072">
                  <a:extLst>
                    <a:ext uri="{9D8B030D-6E8A-4147-A177-3AD203B41FA5}">
                      <a16:colId xmlns:a16="http://schemas.microsoft.com/office/drawing/2014/main" val="20002"/>
                    </a:ext>
                  </a:extLst>
                </a:gridCol>
                <a:gridCol w="3267456">
                  <a:extLst>
                    <a:ext uri="{9D8B030D-6E8A-4147-A177-3AD203B41FA5}">
                      <a16:colId xmlns:a16="http://schemas.microsoft.com/office/drawing/2014/main" val="20003"/>
                    </a:ext>
                  </a:extLst>
                </a:gridCol>
              </a:tblGrid>
              <a:tr h="707136">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Criterion</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6B"/>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Waterfall</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5B6"/>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Agile</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7C6B"/>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WAgile</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D8E"/>
                    </a:solidFill>
                  </a:tcPr>
                </a:tc>
                <a:extLst>
                  <a:ext uri="{0D108BD9-81ED-4DB2-BD59-A6C34878D82A}">
                    <a16:rowId xmlns:a16="http://schemas.microsoft.com/office/drawing/2014/main" val="10000"/>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Requirements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Fixed, fully defined upfront. Changes are costly.</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Evolving, updated continuously based on feedback.</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Fixed in Waterfall phases; flexible within Agile sprints.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extLst>
                  <a:ext uri="{0D108BD9-81ED-4DB2-BD59-A6C34878D82A}">
                    <a16:rowId xmlns:a16="http://schemas.microsoft.com/office/drawing/2014/main" val="10001"/>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Documentation</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Comprehensive, mandatory at every stage.</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Minimal — just enough to support development.</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Full documentation in planning phases; reduced in sprints.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Client Involvement</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Limited to formal sign-off milestones.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Continuous throughout every iteration.</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Sign-off at Waterfall milestones; reviews at every sprint.</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extLst>
                  <a:ext uri="{0D108BD9-81ED-4DB2-BD59-A6C34878D82A}">
                    <a16:rowId xmlns:a16="http://schemas.microsoft.com/office/drawing/2014/main" val="10003"/>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Delivery</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Single, complete product at Installation.</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Working increments after every sprint.</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Increments during Agile phase; formal delivery at Installation.</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Low for stable projects; high if requirements change.</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Low for evolving requirements; risk of scope creep.</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4EDE9"/>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Balanced — structure reduces planning risk, iteration reduces late defects.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8F5"/>
                    </a:solidFill>
                  </a:tcPr>
                </a:tc>
                <a:extLst>
                  <a:ext uri="{0D108BD9-81ED-4DB2-BD59-A6C34878D82A}">
                    <a16:rowId xmlns:a16="http://schemas.microsoft.com/office/drawing/2014/main" val="10005"/>
                  </a:ext>
                </a:extLst>
              </a:tr>
              <a:tr h="707136">
                <a:tc>
                  <a:txBody>
                    <a:bodyPr/>
                    <a:lstStyle/>
                    <a:p>
                      <a:pPr marL="0" indent="0" algn="ctr">
                        <a:buNone/>
                      </a:pPr>
                      <a:r>
                        <a:rPr lang="en-US" sz="1500" b="1" dirty="0">
                          <a:solidFill>
                            <a:srgbClr val="1B3A6B"/>
                          </a:solidFill>
                          <a:latin typeface="Calibri" pitchFamily="34" charset="0"/>
                          <a:ea typeface="Calibri" pitchFamily="34" charset="-122"/>
                          <a:cs typeface="Calibri" pitchFamily="34" charset="-120"/>
                        </a:rPr>
                        <a:t>Best suited to</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Large, regulated, fixed-scope projects.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Small/medium, evolving, fast-feedback projects.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Medium/large, mixed-requirement, multi-stakeholder projects.</a:t>
                      </a:r>
                      <a:endParaRPr lang="en-US" sz="14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Common Mistakes</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Errors frequently made by students when discussing the WAgile model</a:t>
            </a:r>
            <a:endParaRPr lang="en-US" sz="1333" dirty="0">
              <a:solidFill>
                <a:prstClr val="black"/>
              </a:solidFill>
              <a:latin typeface="Calibri" panose="020F0502020204030204"/>
            </a:endParaRPr>
          </a:p>
        </p:txBody>
      </p:sp>
      <p:sp>
        <p:nvSpPr>
          <p:cNvPr id="6" name="Shape 4"/>
          <p:cNvSpPr/>
          <p:nvPr/>
        </p:nvSpPr>
        <p:spPr>
          <a:xfrm>
            <a:off x="365760" y="1316736"/>
            <a:ext cx="5486400" cy="1755648"/>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316736"/>
            <a:ext cx="670560" cy="1755648"/>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Text 6"/>
          <p:cNvSpPr/>
          <p:nvPr/>
        </p:nvSpPr>
        <p:spPr>
          <a:xfrm>
            <a:off x="365760" y="1316736"/>
            <a:ext cx="670560" cy="1755648"/>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01</a:t>
            </a:r>
            <a:endParaRPr lang="en-US" sz="2133" dirty="0">
              <a:solidFill>
                <a:prstClr val="black"/>
              </a:solidFill>
              <a:latin typeface="Calibri" panose="020F0502020204030204"/>
            </a:endParaRPr>
          </a:p>
        </p:txBody>
      </p:sp>
      <p:sp>
        <p:nvSpPr>
          <p:cNvPr id="9" name="Text 7"/>
          <p:cNvSpPr/>
          <p:nvPr/>
        </p:nvSpPr>
        <p:spPr>
          <a:xfrm>
            <a:off x="1121664" y="1414272"/>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0" name="Text 8"/>
          <p:cNvSpPr/>
          <p:nvPr/>
        </p:nvSpPr>
        <p:spPr>
          <a:xfrm>
            <a:off x="1121664" y="1658112"/>
            <a:ext cx="4572000" cy="414528"/>
          </a:xfrm>
          <a:prstGeom prst="rect">
            <a:avLst/>
          </a:prstGeom>
          <a:noFill/>
          <a:ln/>
        </p:spPr>
        <p:txBody>
          <a:bodyPr wrap="square" rtlCol="0" anchor="ctr"/>
          <a:lstStyle/>
          <a:p>
            <a:pPr defTabSz="1219170"/>
            <a:r>
              <a:rPr lang="en-US" sz="1533" b="1" dirty="0">
                <a:solidFill>
                  <a:srgbClr val="1B3A6B"/>
                </a:solidFill>
                <a:latin typeface="Calibri" pitchFamily="34" charset="0"/>
                <a:ea typeface="Calibri" pitchFamily="34" charset="-122"/>
                <a:cs typeface="Calibri" pitchFamily="34" charset="-120"/>
              </a:rPr>
              <a:t>WAgile = using both models simultaneously</a:t>
            </a:r>
            <a:endParaRPr lang="en-US" sz="1533" dirty="0">
              <a:solidFill>
                <a:prstClr val="black"/>
              </a:solidFill>
              <a:latin typeface="Calibri" panose="020F0502020204030204"/>
            </a:endParaRPr>
          </a:p>
        </p:txBody>
      </p:sp>
      <p:sp>
        <p:nvSpPr>
          <p:cNvPr id="11" name="Text 9"/>
          <p:cNvSpPr/>
          <p:nvPr/>
        </p:nvSpPr>
        <p:spPr>
          <a:xfrm>
            <a:off x="1121664" y="2072640"/>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WAgile is a deliberate, planned allocation of each methodology to the phases where it adds the most value — not simply applying both at the same time without purpose.</a:t>
            </a:r>
            <a:endParaRPr lang="en-US" sz="1400" dirty="0">
              <a:solidFill>
                <a:prstClr val="black"/>
              </a:solidFill>
              <a:latin typeface="Calibri" panose="020F0502020204030204"/>
            </a:endParaRPr>
          </a:p>
        </p:txBody>
      </p:sp>
      <p:sp>
        <p:nvSpPr>
          <p:cNvPr id="12" name="Shape 10"/>
          <p:cNvSpPr/>
          <p:nvPr/>
        </p:nvSpPr>
        <p:spPr>
          <a:xfrm>
            <a:off x="6156960" y="1316736"/>
            <a:ext cx="5486400" cy="1755648"/>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3" name="Shape 11"/>
          <p:cNvSpPr/>
          <p:nvPr/>
        </p:nvSpPr>
        <p:spPr>
          <a:xfrm>
            <a:off x="6156960" y="1316736"/>
            <a:ext cx="670560" cy="1755648"/>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Text 12"/>
          <p:cNvSpPr/>
          <p:nvPr/>
        </p:nvSpPr>
        <p:spPr>
          <a:xfrm>
            <a:off x="6156960" y="1316736"/>
            <a:ext cx="670560" cy="1755648"/>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02</a:t>
            </a:r>
            <a:endParaRPr lang="en-US" sz="2133" dirty="0">
              <a:solidFill>
                <a:prstClr val="black"/>
              </a:solidFill>
              <a:latin typeface="Calibri" panose="020F0502020204030204"/>
            </a:endParaRPr>
          </a:p>
        </p:txBody>
      </p:sp>
      <p:sp>
        <p:nvSpPr>
          <p:cNvPr id="15" name="Text 13"/>
          <p:cNvSpPr/>
          <p:nvPr/>
        </p:nvSpPr>
        <p:spPr>
          <a:xfrm>
            <a:off x="6912864" y="1414272"/>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16" name="Text 14"/>
          <p:cNvSpPr/>
          <p:nvPr/>
        </p:nvSpPr>
        <p:spPr>
          <a:xfrm>
            <a:off x="6912864" y="1658112"/>
            <a:ext cx="4572000" cy="414528"/>
          </a:xfrm>
          <a:prstGeom prst="rect">
            <a:avLst/>
          </a:prstGeom>
          <a:noFill/>
          <a:ln/>
        </p:spPr>
        <p:txBody>
          <a:bodyPr wrap="square" rtlCol="0" anchor="ctr"/>
          <a:lstStyle/>
          <a:p>
            <a:pPr defTabSz="1219170"/>
            <a:r>
              <a:rPr lang="en-US" sz="1533" b="1" dirty="0">
                <a:solidFill>
                  <a:srgbClr val="1B3A6B"/>
                </a:solidFill>
                <a:latin typeface="Calibri" pitchFamily="34" charset="0"/>
                <a:ea typeface="Calibri" pitchFamily="34" charset="-122"/>
                <a:cs typeface="Calibri" pitchFamily="34" charset="-120"/>
              </a:rPr>
              <a:t>WAgile is always the best approach</a:t>
            </a:r>
            <a:endParaRPr lang="en-US" sz="1533" dirty="0">
              <a:solidFill>
                <a:prstClr val="black"/>
              </a:solidFill>
              <a:latin typeface="Calibri" panose="020F0502020204030204"/>
            </a:endParaRPr>
          </a:p>
        </p:txBody>
      </p:sp>
      <p:sp>
        <p:nvSpPr>
          <p:cNvPr id="17" name="Text 15"/>
          <p:cNvSpPr/>
          <p:nvPr/>
        </p:nvSpPr>
        <p:spPr>
          <a:xfrm>
            <a:off x="6912864" y="2072640"/>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WAgile introduces management complexity. For small projects or fully stable requirements, a single methodology is more efficient and appropriate.</a:t>
            </a:r>
            <a:endParaRPr lang="en-US" sz="1400" dirty="0">
              <a:solidFill>
                <a:prstClr val="black"/>
              </a:solidFill>
              <a:latin typeface="Calibri" panose="020F0502020204030204"/>
            </a:endParaRPr>
          </a:p>
        </p:txBody>
      </p:sp>
      <p:sp>
        <p:nvSpPr>
          <p:cNvPr id="18" name="Shape 16"/>
          <p:cNvSpPr/>
          <p:nvPr/>
        </p:nvSpPr>
        <p:spPr>
          <a:xfrm>
            <a:off x="365760" y="3218688"/>
            <a:ext cx="5486400" cy="1755648"/>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9" name="Shape 17"/>
          <p:cNvSpPr/>
          <p:nvPr/>
        </p:nvSpPr>
        <p:spPr>
          <a:xfrm>
            <a:off x="365760" y="3218688"/>
            <a:ext cx="670560" cy="1755648"/>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0" name="Text 18"/>
          <p:cNvSpPr/>
          <p:nvPr/>
        </p:nvSpPr>
        <p:spPr>
          <a:xfrm>
            <a:off x="365760" y="3218688"/>
            <a:ext cx="670560" cy="1755648"/>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03</a:t>
            </a:r>
            <a:endParaRPr lang="en-US" sz="2133" dirty="0">
              <a:solidFill>
                <a:prstClr val="black"/>
              </a:solidFill>
              <a:latin typeface="Calibri" panose="020F0502020204030204"/>
            </a:endParaRPr>
          </a:p>
        </p:txBody>
      </p:sp>
      <p:sp>
        <p:nvSpPr>
          <p:cNvPr id="21" name="Text 19"/>
          <p:cNvSpPr/>
          <p:nvPr/>
        </p:nvSpPr>
        <p:spPr>
          <a:xfrm>
            <a:off x="1121664" y="3316224"/>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2" name="Text 20"/>
          <p:cNvSpPr/>
          <p:nvPr/>
        </p:nvSpPr>
        <p:spPr>
          <a:xfrm>
            <a:off x="1121664" y="3560064"/>
            <a:ext cx="4572000" cy="414528"/>
          </a:xfrm>
          <a:prstGeom prst="rect">
            <a:avLst/>
          </a:prstGeom>
          <a:noFill/>
          <a:ln/>
        </p:spPr>
        <p:txBody>
          <a:bodyPr wrap="square" rtlCol="0" anchor="ctr"/>
          <a:lstStyle/>
          <a:p>
            <a:pPr defTabSz="1219170"/>
            <a:r>
              <a:rPr lang="en-US" sz="1533" b="1" dirty="0">
                <a:solidFill>
                  <a:srgbClr val="1B3A6B"/>
                </a:solidFill>
                <a:latin typeface="Calibri" pitchFamily="34" charset="0"/>
                <a:ea typeface="Calibri" pitchFamily="34" charset="-122"/>
                <a:cs typeface="Calibri" pitchFamily="34" charset="-120"/>
              </a:rPr>
              <a:t>Failing to identify the handover point</a:t>
            </a:r>
            <a:endParaRPr lang="en-US" sz="1533" dirty="0">
              <a:solidFill>
                <a:prstClr val="black"/>
              </a:solidFill>
              <a:latin typeface="Calibri" panose="020F0502020204030204"/>
            </a:endParaRPr>
          </a:p>
        </p:txBody>
      </p:sp>
      <p:sp>
        <p:nvSpPr>
          <p:cNvPr id="23" name="Text 21"/>
          <p:cNvSpPr/>
          <p:nvPr/>
        </p:nvSpPr>
        <p:spPr>
          <a:xfrm>
            <a:off x="1121664" y="3974592"/>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Examiners expect students to state when and why the transition between Waterfall and Agile phases occurs, and what conditions must be met before it can proceed.</a:t>
            </a:r>
            <a:endParaRPr lang="en-US" sz="1400" dirty="0">
              <a:solidFill>
                <a:prstClr val="black"/>
              </a:solidFill>
              <a:latin typeface="Calibri" panose="020F0502020204030204"/>
            </a:endParaRPr>
          </a:p>
        </p:txBody>
      </p:sp>
      <p:sp>
        <p:nvSpPr>
          <p:cNvPr id="24" name="Shape 22"/>
          <p:cNvSpPr/>
          <p:nvPr/>
        </p:nvSpPr>
        <p:spPr>
          <a:xfrm>
            <a:off x="6156960" y="3218688"/>
            <a:ext cx="5486400" cy="1755648"/>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5" name="Shape 23"/>
          <p:cNvSpPr/>
          <p:nvPr/>
        </p:nvSpPr>
        <p:spPr>
          <a:xfrm>
            <a:off x="6156960" y="3218688"/>
            <a:ext cx="670560" cy="1755648"/>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26" name="Text 24"/>
          <p:cNvSpPr/>
          <p:nvPr/>
        </p:nvSpPr>
        <p:spPr>
          <a:xfrm>
            <a:off x="6156960" y="3218688"/>
            <a:ext cx="670560" cy="1755648"/>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04</a:t>
            </a:r>
            <a:endParaRPr lang="en-US" sz="2133" dirty="0">
              <a:solidFill>
                <a:prstClr val="black"/>
              </a:solidFill>
              <a:latin typeface="Calibri" panose="020F0502020204030204"/>
            </a:endParaRPr>
          </a:p>
        </p:txBody>
      </p:sp>
      <p:sp>
        <p:nvSpPr>
          <p:cNvPr id="27" name="Text 25"/>
          <p:cNvSpPr/>
          <p:nvPr/>
        </p:nvSpPr>
        <p:spPr>
          <a:xfrm>
            <a:off x="6912864" y="3316224"/>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28" name="Text 26"/>
          <p:cNvSpPr/>
          <p:nvPr/>
        </p:nvSpPr>
        <p:spPr>
          <a:xfrm>
            <a:off x="6912864" y="3560064"/>
            <a:ext cx="4572000" cy="414528"/>
          </a:xfrm>
          <a:prstGeom prst="rect">
            <a:avLst/>
          </a:prstGeom>
          <a:noFill/>
          <a:ln/>
        </p:spPr>
        <p:txBody>
          <a:bodyPr wrap="square" rtlCol="0" anchor="ctr"/>
          <a:lstStyle/>
          <a:p>
            <a:pPr defTabSz="1219170"/>
            <a:r>
              <a:rPr lang="en-US" sz="1533" b="1" dirty="0">
                <a:solidFill>
                  <a:srgbClr val="1B3A6B"/>
                </a:solidFill>
                <a:latin typeface="Calibri" pitchFamily="34" charset="0"/>
                <a:ea typeface="Calibri" pitchFamily="34" charset="-122"/>
                <a:cs typeface="Calibri" pitchFamily="34" charset="-120"/>
              </a:rPr>
              <a:t>Agile fully replaces Waterfall in WAgile</a:t>
            </a:r>
            <a:endParaRPr lang="en-US" sz="1533" dirty="0">
              <a:solidFill>
                <a:prstClr val="black"/>
              </a:solidFill>
              <a:latin typeface="Calibri" panose="020F0502020204030204"/>
            </a:endParaRPr>
          </a:p>
        </p:txBody>
      </p:sp>
      <p:sp>
        <p:nvSpPr>
          <p:cNvPr id="29" name="Text 27"/>
          <p:cNvSpPr/>
          <p:nvPr/>
        </p:nvSpPr>
        <p:spPr>
          <a:xfrm>
            <a:off x="6912864" y="3974592"/>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The Waterfall phases — Requirements Definition, Design, and Installation — remain fully intact and formal. Agile augments development; it does not remove structured planning.</a:t>
            </a:r>
            <a:endParaRPr lang="en-US" sz="1400" dirty="0">
              <a:solidFill>
                <a:prstClr val="black"/>
              </a:solidFill>
              <a:latin typeface="Calibri" panose="020F0502020204030204"/>
            </a:endParaRPr>
          </a:p>
        </p:txBody>
      </p:sp>
      <p:sp>
        <p:nvSpPr>
          <p:cNvPr id="30" name="Shape 28"/>
          <p:cNvSpPr/>
          <p:nvPr/>
        </p:nvSpPr>
        <p:spPr>
          <a:xfrm>
            <a:off x="365760" y="5120640"/>
            <a:ext cx="5486400" cy="1755648"/>
          </a:xfrm>
          <a:prstGeom prst="rect">
            <a:avLst/>
          </a:prstGeom>
          <a:solidFill>
            <a:srgbClr val="F4F6F9"/>
          </a:solidFill>
          <a:ln w="12700">
            <a:solidFill>
              <a:srgbClr val="C0392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1" name="Shape 29"/>
          <p:cNvSpPr/>
          <p:nvPr/>
        </p:nvSpPr>
        <p:spPr>
          <a:xfrm>
            <a:off x="365760" y="5120640"/>
            <a:ext cx="670560" cy="1755648"/>
          </a:xfrm>
          <a:prstGeom prst="rect">
            <a:avLst/>
          </a:prstGeom>
          <a:solidFill>
            <a:srgbClr val="C0392B"/>
          </a:solidFill>
          <a:ln w="12700">
            <a:solidFill>
              <a:srgbClr val="C0392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2" name="Text 30"/>
          <p:cNvSpPr/>
          <p:nvPr/>
        </p:nvSpPr>
        <p:spPr>
          <a:xfrm>
            <a:off x="365760" y="5120640"/>
            <a:ext cx="670560" cy="1755648"/>
          </a:xfrm>
          <a:prstGeom prst="rect">
            <a:avLst/>
          </a:prstGeom>
          <a:noFill/>
          <a:ln/>
        </p:spPr>
        <p:txBody>
          <a:bodyPr wrap="square" lIns="0" tIns="0" rIns="0" bIns="0" rtlCol="0" anchor="ctr"/>
          <a:lstStyle/>
          <a:p>
            <a:pPr algn="ctr" defTabSz="1219170"/>
            <a:r>
              <a:rPr lang="en-US" sz="2133" b="1" dirty="0">
                <a:solidFill>
                  <a:srgbClr val="FFFFFF"/>
                </a:solidFill>
                <a:latin typeface="Calibri" pitchFamily="34" charset="0"/>
                <a:ea typeface="Calibri" pitchFamily="34" charset="-122"/>
                <a:cs typeface="Calibri" pitchFamily="34" charset="-120"/>
              </a:rPr>
              <a:t>05</a:t>
            </a:r>
            <a:endParaRPr lang="en-US" sz="2133" dirty="0">
              <a:solidFill>
                <a:prstClr val="black"/>
              </a:solidFill>
              <a:latin typeface="Calibri" panose="020F0502020204030204"/>
            </a:endParaRPr>
          </a:p>
        </p:txBody>
      </p:sp>
      <p:sp>
        <p:nvSpPr>
          <p:cNvPr id="33" name="Text 31"/>
          <p:cNvSpPr/>
          <p:nvPr/>
        </p:nvSpPr>
        <p:spPr>
          <a:xfrm>
            <a:off x="1121664" y="5218176"/>
            <a:ext cx="4572000" cy="243840"/>
          </a:xfrm>
          <a:prstGeom prst="rect">
            <a:avLst/>
          </a:prstGeom>
          <a:noFill/>
          <a:ln/>
        </p:spPr>
        <p:txBody>
          <a:bodyPr wrap="square" rtlCol="0" anchor="ctr"/>
          <a:lstStyle/>
          <a:p>
            <a:pPr defTabSz="1219170"/>
            <a:r>
              <a:rPr lang="en-US" sz="1067" b="1" kern="0" spc="267" dirty="0">
                <a:solidFill>
                  <a:srgbClr val="C0392B"/>
                </a:solidFill>
                <a:latin typeface="Calibri" pitchFamily="34" charset="0"/>
                <a:ea typeface="Calibri" pitchFamily="34" charset="-122"/>
                <a:cs typeface="Calibri" pitchFamily="34" charset="-120"/>
              </a:rPr>
              <a:t>MISTAKE</a:t>
            </a:r>
            <a:endParaRPr lang="en-US" sz="1067" dirty="0">
              <a:solidFill>
                <a:prstClr val="black"/>
              </a:solidFill>
              <a:latin typeface="Calibri" panose="020F0502020204030204"/>
            </a:endParaRPr>
          </a:p>
        </p:txBody>
      </p:sp>
      <p:sp>
        <p:nvSpPr>
          <p:cNvPr id="34" name="Text 32"/>
          <p:cNvSpPr/>
          <p:nvPr/>
        </p:nvSpPr>
        <p:spPr>
          <a:xfrm>
            <a:off x="1121664" y="5462016"/>
            <a:ext cx="4572000" cy="414528"/>
          </a:xfrm>
          <a:prstGeom prst="rect">
            <a:avLst/>
          </a:prstGeom>
          <a:noFill/>
          <a:ln/>
        </p:spPr>
        <p:txBody>
          <a:bodyPr wrap="square" rtlCol="0" anchor="ctr"/>
          <a:lstStyle/>
          <a:p>
            <a:pPr defTabSz="1219170"/>
            <a:r>
              <a:rPr lang="en-US" sz="1533" b="1" dirty="0">
                <a:solidFill>
                  <a:srgbClr val="1B3A6B"/>
                </a:solidFill>
                <a:latin typeface="Calibri" pitchFamily="34" charset="0"/>
                <a:ea typeface="Calibri" pitchFamily="34" charset="-122"/>
                <a:cs typeface="Calibri" pitchFamily="34" charset="-120"/>
              </a:rPr>
              <a:t>Confusing WAgile with method tailoring</a:t>
            </a:r>
            <a:endParaRPr lang="en-US" sz="1533" dirty="0">
              <a:solidFill>
                <a:prstClr val="black"/>
              </a:solidFill>
              <a:latin typeface="Calibri" panose="020F0502020204030204"/>
            </a:endParaRPr>
          </a:p>
        </p:txBody>
      </p:sp>
      <p:sp>
        <p:nvSpPr>
          <p:cNvPr id="35" name="Text 33"/>
          <p:cNvSpPr/>
          <p:nvPr/>
        </p:nvSpPr>
        <p:spPr>
          <a:xfrm>
            <a:off x="1121664" y="5876544"/>
            <a:ext cx="4572000" cy="926592"/>
          </a:xfrm>
          <a:prstGeom prst="rect">
            <a:avLst/>
          </a:prstGeom>
          <a:noFill/>
          <a:ln/>
        </p:spPr>
        <p:txBody>
          <a:bodyPr wrap="square" rtlCol="0" anchor="t"/>
          <a:lstStyle/>
          <a:p>
            <a:pPr defTabSz="1219170"/>
            <a:r>
              <a:rPr lang="en-US" sz="1400" dirty="0">
                <a:solidFill>
                  <a:srgbClr val="1A1A2E"/>
                </a:solidFill>
                <a:latin typeface="Calibri" pitchFamily="34" charset="0"/>
                <a:ea typeface="Calibri" pitchFamily="34" charset="-122"/>
                <a:cs typeface="Calibri" pitchFamily="34" charset="-120"/>
              </a:rPr>
              <a:t>Method tailoring adjusts how Agile is applied within a purely Agile project. WAgile is a structural hybrid that uses both methodologies across different phases of the same project.</a:t>
            </a:r>
            <a:endParaRPr lang="en-US" sz="1400" dirty="0">
              <a:solidFill>
                <a:prstClr val="black"/>
              </a:solidFill>
              <a:latin typeface="Calibri" panose="020F0502020204030204"/>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Exam Tip</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How to maximise marks when answering questions about the WAgile model</a:t>
            </a:r>
            <a:endParaRPr lang="en-US" sz="1333" dirty="0">
              <a:solidFill>
                <a:prstClr val="black"/>
              </a:solidFill>
              <a:latin typeface="Calibri" panose="020F0502020204030204"/>
            </a:endParaRPr>
          </a:p>
        </p:txBody>
      </p:sp>
      <p:sp>
        <p:nvSpPr>
          <p:cNvPr id="6" name="Shape 4"/>
          <p:cNvSpPr/>
          <p:nvPr/>
        </p:nvSpPr>
        <p:spPr>
          <a:xfrm>
            <a:off x="0" y="1036320"/>
            <a:ext cx="219456" cy="5827776"/>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Shape 5"/>
          <p:cNvSpPr/>
          <p:nvPr/>
        </p:nvSpPr>
        <p:spPr>
          <a:xfrm>
            <a:off x="365760" y="128016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8" name="Shape 6"/>
          <p:cNvSpPr/>
          <p:nvPr/>
        </p:nvSpPr>
        <p:spPr>
          <a:xfrm>
            <a:off x="365760" y="128016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Text 7"/>
          <p:cNvSpPr/>
          <p:nvPr/>
        </p:nvSpPr>
        <p:spPr>
          <a:xfrm>
            <a:off x="609600" y="128016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Name Specific Phases:  </a:t>
            </a:r>
            <a:r>
              <a:rPr lang="en-US" sz="1600" dirty="0">
                <a:solidFill>
                  <a:srgbClr val="1A1A2E"/>
                </a:solidFill>
                <a:latin typeface="Calibri" pitchFamily="34" charset="0"/>
                <a:ea typeface="Calibri" pitchFamily="34" charset="-122"/>
                <a:cs typeface="Calibri" pitchFamily="34" charset="-120"/>
              </a:rPr>
              <a:t>Always identify the specific life cycle phases that use Waterfall and those that use Agile. Vague statements such as 'WAgile combines both methods' will not receive full marks.</a:t>
            </a:r>
            <a:endParaRPr lang="en-US" sz="1667" dirty="0">
              <a:solidFill>
                <a:prstClr val="black"/>
              </a:solidFill>
              <a:latin typeface="Calibri" panose="020F0502020204030204"/>
            </a:endParaRPr>
          </a:p>
        </p:txBody>
      </p:sp>
      <p:sp>
        <p:nvSpPr>
          <p:cNvPr id="10" name="Shape 8"/>
          <p:cNvSpPr/>
          <p:nvPr/>
        </p:nvSpPr>
        <p:spPr>
          <a:xfrm>
            <a:off x="365760" y="262128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1" name="Shape 9"/>
          <p:cNvSpPr/>
          <p:nvPr/>
        </p:nvSpPr>
        <p:spPr>
          <a:xfrm>
            <a:off x="365760" y="262128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609600" y="262128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Justify the Hybrid Structure:  </a:t>
            </a:r>
            <a:r>
              <a:rPr lang="en-US" sz="1600" dirty="0">
                <a:solidFill>
                  <a:srgbClr val="1A1A2E"/>
                </a:solidFill>
                <a:latin typeface="Calibri" pitchFamily="34" charset="0"/>
                <a:ea typeface="Calibri" pitchFamily="34" charset="-122"/>
                <a:cs typeface="Calibri" pitchFamily="34" charset="-120"/>
              </a:rPr>
              <a:t>Explain why the project benefits from Waterfall in the planning phases and Agile in the development phases. Link your justification to the project's specific characteristics — scale, stakeholder requirements, and requirement stability.</a:t>
            </a:r>
            <a:endParaRPr lang="en-US" sz="1667" dirty="0">
              <a:solidFill>
                <a:prstClr val="black"/>
              </a:solidFill>
              <a:latin typeface="Calibri" panose="020F0502020204030204"/>
            </a:endParaRPr>
          </a:p>
        </p:txBody>
      </p:sp>
      <p:sp>
        <p:nvSpPr>
          <p:cNvPr id="13" name="Shape 11"/>
          <p:cNvSpPr/>
          <p:nvPr/>
        </p:nvSpPr>
        <p:spPr>
          <a:xfrm>
            <a:off x="365760" y="396240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4" name="Shape 12"/>
          <p:cNvSpPr/>
          <p:nvPr/>
        </p:nvSpPr>
        <p:spPr>
          <a:xfrm>
            <a:off x="365760" y="396240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5" name="Text 13"/>
          <p:cNvSpPr/>
          <p:nvPr/>
        </p:nvSpPr>
        <p:spPr>
          <a:xfrm>
            <a:off x="609600" y="396240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Identify the Handover Point:  </a:t>
            </a:r>
            <a:r>
              <a:rPr lang="en-US" sz="1600" dirty="0">
                <a:solidFill>
                  <a:srgbClr val="1A1A2E"/>
                </a:solidFill>
                <a:latin typeface="Calibri" pitchFamily="34" charset="0"/>
                <a:ea typeface="Calibri" pitchFamily="34" charset="-122"/>
                <a:cs typeface="Calibri" pitchFamily="34" charset="-120"/>
              </a:rPr>
              <a:t>State what conditions must be met before the transition from Waterfall to Agile occurs. This is a key concept examiners look for when assessing understanding of the model.</a:t>
            </a:r>
            <a:endParaRPr lang="en-US" sz="1667" dirty="0">
              <a:solidFill>
                <a:prstClr val="black"/>
              </a:solidFill>
              <a:latin typeface="Calibri" panose="020F0502020204030204"/>
            </a:endParaRPr>
          </a:p>
        </p:txBody>
      </p:sp>
      <p:sp>
        <p:nvSpPr>
          <p:cNvPr id="16" name="Shape 14"/>
          <p:cNvSpPr/>
          <p:nvPr/>
        </p:nvSpPr>
        <p:spPr>
          <a:xfrm>
            <a:off x="365760" y="5303520"/>
            <a:ext cx="11460480" cy="1219200"/>
          </a:xfrm>
          <a:prstGeom prst="rect">
            <a:avLst/>
          </a:prstGeom>
          <a:solidFill>
            <a:srgbClr val="FEF0E6"/>
          </a:solidFill>
          <a:ln w="12700">
            <a:solidFill>
              <a:srgbClr val="E8701A"/>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7" name="Shape 15"/>
          <p:cNvSpPr/>
          <p:nvPr/>
        </p:nvSpPr>
        <p:spPr>
          <a:xfrm>
            <a:off x="365760" y="5303520"/>
            <a:ext cx="85344" cy="1219200"/>
          </a:xfrm>
          <a:prstGeom prst="rect">
            <a:avLst/>
          </a:prstGeom>
          <a:solidFill>
            <a:srgbClr val="E8701A"/>
          </a:solidFill>
          <a:ln w="12700">
            <a:solidFill>
              <a:srgbClr val="E8701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8" name="Text 16"/>
          <p:cNvSpPr/>
          <p:nvPr/>
        </p:nvSpPr>
        <p:spPr>
          <a:xfrm>
            <a:off x="609600" y="5303520"/>
            <a:ext cx="11094720" cy="1219200"/>
          </a:xfrm>
          <a:prstGeom prst="rect">
            <a:avLst/>
          </a:prstGeom>
          <a:noFill/>
          <a:ln/>
        </p:spPr>
        <p:txBody>
          <a:bodyPr wrap="square" lIns="135467" tIns="135467" rIns="135467" bIns="135467" rtlCol="0" anchor="ctr"/>
          <a:lstStyle/>
          <a:p>
            <a:pPr defTabSz="1219170"/>
            <a:r>
              <a:rPr lang="en-US" sz="1667" b="1" dirty="0">
                <a:solidFill>
                  <a:srgbClr val="E8701A"/>
                </a:solidFill>
                <a:latin typeface="Calibri" pitchFamily="34" charset="0"/>
                <a:ea typeface="Calibri" pitchFamily="34" charset="-122"/>
                <a:cs typeface="Calibri" pitchFamily="34" charset="-120"/>
              </a:rPr>
              <a:t>Comparing All Three Models:  </a:t>
            </a:r>
            <a:r>
              <a:rPr lang="en-US" sz="1600" dirty="0">
                <a:solidFill>
                  <a:srgbClr val="1A1A2E"/>
                </a:solidFill>
                <a:latin typeface="Calibri" pitchFamily="34" charset="0"/>
                <a:ea typeface="Calibri" pitchFamily="34" charset="-122"/>
                <a:cs typeface="Calibri" pitchFamily="34" charset="-120"/>
              </a:rPr>
              <a:t>Structure your response around a specific criterion — documentation, delivery rate, client involvement, or risk — and address all three models against that criterion before moving to the next. Avoid broad generalisations.</a:t>
            </a:r>
            <a:endParaRPr lang="en-US" sz="1667" dirty="0">
              <a:solidFill>
                <a:prstClr val="black"/>
              </a:solidFill>
              <a:latin typeface="Calibri" panose="020F0502020204030204"/>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3" name="Text 1"/>
          <p:cNvSpPr/>
          <p:nvPr/>
        </p:nvSpPr>
        <p:spPr>
          <a:xfrm>
            <a:off x="426720" y="0"/>
            <a:ext cx="11338560" cy="103632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HSC Exam Practice</a:t>
            </a:r>
            <a:endParaRPr lang="en-US" sz="2933" dirty="0">
              <a:solidFill>
                <a:prstClr val="black"/>
              </a:solidFill>
              <a:latin typeface="Calibri" panose="020F0502020204030204"/>
            </a:endParaRPr>
          </a:p>
        </p:txBody>
      </p:sp>
      <p:sp>
        <p:nvSpPr>
          <p:cNvPr id="4" name="Shape 2"/>
          <p:cNvSpPr/>
          <p:nvPr/>
        </p:nvSpPr>
        <p:spPr>
          <a:xfrm>
            <a:off x="0" y="1036320"/>
            <a:ext cx="12192000" cy="341376"/>
          </a:xfrm>
          <a:prstGeom prst="rect">
            <a:avLst/>
          </a:prstGeom>
          <a:solidFill>
            <a:srgbClr val="EDE8F5"/>
          </a:solidFill>
          <a:ln w="12700">
            <a:solidFill>
              <a:srgbClr val="EDE8F5"/>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5" name="Text 3"/>
          <p:cNvSpPr/>
          <p:nvPr/>
        </p:nvSpPr>
        <p:spPr>
          <a:xfrm>
            <a:off x="426720" y="1036320"/>
            <a:ext cx="11338560" cy="341376"/>
          </a:xfrm>
          <a:prstGeom prst="rect">
            <a:avLst/>
          </a:prstGeom>
          <a:noFill/>
          <a:ln/>
        </p:spPr>
        <p:txBody>
          <a:bodyPr wrap="square" lIns="0" tIns="0" rIns="0" bIns="0" rtlCol="0" anchor="ctr"/>
          <a:lstStyle/>
          <a:p>
            <a:pPr defTabSz="1219170"/>
            <a:r>
              <a:rPr lang="en-US" sz="1333" i="1" dirty="0">
                <a:solidFill>
                  <a:srgbClr val="1B3A6B"/>
                </a:solidFill>
                <a:latin typeface="Calibri" pitchFamily="34" charset="0"/>
                <a:ea typeface="Calibri" pitchFamily="34" charset="-122"/>
                <a:cs typeface="Calibri" pitchFamily="34" charset="-120"/>
              </a:rPr>
              <a:t>Model Band 6 response — 6-mark question</a:t>
            </a:r>
            <a:endParaRPr lang="en-US" sz="1333" dirty="0">
              <a:solidFill>
                <a:prstClr val="black"/>
              </a:solidFill>
              <a:latin typeface="Calibri" panose="020F0502020204030204"/>
            </a:endParaRPr>
          </a:p>
        </p:txBody>
      </p:sp>
      <p:sp>
        <p:nvSpPr>
          <p:cNvPr id="6" name="Shape 4"/>
          <p:cNvSpPr/>
          <p:nvPr/>
        </p:nvSpPr>
        <p:spPr>
          <a:xfrm>
            <a:off x="365760" y="1243584"/>
            <a:ext cx="11460480" cy="1048512"/>
          </a:xfrm>
          <a:prstGeom prst="rect">
            <a:avLst/>
          </a:prstGeom>
          <a:solidFill>
            <a:srgbClr val="1B3A6B"/>
          </a:solidFill>
          <a:ln w="12700">
            <a:solidFill>
              <a:srgbClr val="1B3A6B"/>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7" name="Text 5"/>
          <p:cNvSpPr/>
          <p:nvPr/>
        </p:nvSpPr>
        <p:spPr>
          <a:xfrm>
            <a:off x="548640" y="1243584"/>
            <a:ext cx="11094720" cy="1048512"/>
          </a:xfrm>
          <a:prstGeom prst="rect">
            <a:avLst/>
          </a:prstGeom>
          <a:noFill/>
          <a:ln/>
        </p:spPr>
        <p:txBody>
          <a:bodyPr wrap="square" lIns="135467" tIns="135467" rIns="135467" bIns="135467" rtlCol="0" anchor="ctr"/>
          <a:lstStyle/>
          <a:p>
            <a:pPr defTabSz="1219170"/>
            <a:r>
              <a:rPr lang="en-US" sz="1600" b="1" dirty="0">
                <a:solidFill>
                  <a:srgbClr val="C4AEE8"/>
                </a:solidFill>
                <a:latin typeface="Calibri" pitchFamily="34" charset="0"/>
                <a:ea typeface="Calibri" pitchFamily="34" charset="-122"/>
                <a:cs typeface="Calibri" pitchFamily="34" charset="-120"/>
              </a:rPr>
              <a:t>Question (6 marks):  </a:t>
            </a:r>
            <a:r>
              <a:rPr lang="en-US" sz="1533" dirty="0">
                <a:solidFill>
                  <a:srgbClr val="FFFFFF"/>
                </a:solidFill>
                <a:latin typeface="Calibri" pitchFamily="34" charset="0"/>
                <a:ea typeface="Calibri" pitchFamily="34" charset="-122"/>
                <a:cs typeface="Calibri" pitchFamily="34" charset="-120"/>
              </a:rPr>
              <a:t>Analyse how the WAgile software development approach would be applied to a medium-scale government project to develop a new online taxation portal. In your response, refer to the hybrid nature of the model, when and how each methodology is applied during the life cycle, and the scale and type of development for which WAgile is suited.</a:t>
            </a:r>
            <a:endParaRPr lang="en-US" sz="1600" dirty="0">
              <a:solidFill>
                <a:prstClr val="black"/>
              </a:solidFill>
              <a:latin typeface="Calibri" panose="020F0502020204030204"/>
            </a:endParaRPr>
          </a:p>
        </p:txBody>
      </p:sp>
      <p:sp>
        <p:nvSpPr>
          <p:cNvPr id="8" name="Shape 6"/>
          <p:cNvSpPr/>
          <p:nvPr/>
        </p:nvSpPr>
        <p:spPr>
          <a:xfrm>
            <a:off x="365760" y="2389632"/>
            <a:ext cx="11460480" cy="4389120"/>
          </a:xfrm>
          <a:prstGeom prst="rect">
            <a:avLst/>
          </a:prstGeom>
          <a:solidFill>
            <a:srgbClr val="F4F6F9"/>
          </a:solidFill>
          <a:ln w="12700">
            <a:solidFill>
              <a:srgbClr val="5B2D8E"/>
            </a:solidFill>
            <a:prstDash val="solid"/>
          </a:ln>
          <a:effectLst>
            <a:outerShdw blurRad="63500" dist="25400" dir="8100000" algn="bl" rotWithShape="0">
              <a:srgbClr val="000000">
                <a:alpha val="10000"/>
              </a:srgbClr>
            </a:outerShdw>
          </a:effectLst>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9" name="Shape 7"/>
          <p:cNvSpPr/>
          <p:nvPr/>
        </p:nvSpPr>
        <p:spPr>
          <a:xfrm>
            <a:off x="365760" y="2389632"/>
            <a:ext cx="85344" cy="4389120"/>
          </a:xfrm>
          <a:prstGeom prst="rect">
            <a:avLst/>
          </a:prstGeom>
          <a:solidFill>
            <a:srgbClr val="5B2D8E"/>
          </a:solidFill>
          <a:ln w="12700">
            <a:solidFill>
              <a:srgbClr val="5B2D8E"/>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0" name="Text 8"/>
          <p:cNvSpPr/>
          <p:nvPr/>
        </p:nvSpPr>
        <p:spPr>
          <a:xfrm>
            <a:off x="585216" y="2450592"/>
            <a:ext cx="11094720" cy="4267200"/>
          </a:xfrm>
          <a:prstGeom prst="rect">
            <a:avLst/>
          </a:prstGeom>
          <a:noFill/>
          <a:ln/>
        </p:spPr>
        <p:txBody>
          <a:bodyPr wrap="square" lIns="135467" tIns="135467" rIns="135467" bIns="135467" rtlCol="0" anchor="t"/>
          <a:lstStyle/>
          <a:p>
            <a:pPr defTabSz="1219170"/>
            <a:r>
              <a:rPr lang="en-US" sz="1440" dirty="0">
                <a:solidFill>
                  <a:srgbClr val="1A1A2E"/>
                </a:solidFill>
                <a:latin typeface="Calibri" pitchFamily="34" charset="0"/>
                <a:ea typeface="Calibri" pitchFamily="34" charset="-122"/>
                <a:cs typeface="Calibri" pitchFamily="34" charset="-120"/>
              </a:rPr>
              <a:t>WAgile is suited to a government taxation portal because the project combines characteristics that align with both Waterfall and Agile, making a </a:t>
            </a:r>
            <a:r>
              <a:rPr lang="en-US" sz="1440" b="1" dirty="0">
                <a:solidFill>
                  <a:srgbClr val="1B3A6B"/>
                </a:solidFill>
                <a:latin typeface="Calibri" pitchFamily="34" charset="0"/>
                <a:ea typeface="Calibri" pitchFamily="34" charset="-122"/>
                <a:cs typeface="Calibri" pitchFamily="34" charset="-120"/>
              </a:rPr>
              <a:t>hybrid model</a:t>
            </a:r>
            <a:r>
              <a:rPr lang="en-US" sz="1440" dirty="0">
                <a:solidFill>
                  <a:srgbClr val="1A1A2E"/>
                </a:solidFill>
                <a:latin typeface="Calibri" pitchFamily="34" charset="0"/>
                <a:ea typeface="Calibri" pitchFamily="34" charset="-122"/>
                <a:cs typeface="Calibri" pitchFamily="34" charset="-120"/>
              </a:rPr>
              <a:t> the most effective choice.
During the early phases, </a:t>
            </a:r>
            <a:r>
              <a:rPr lang="en-US" sz="1440" b="1" dirty="0">
                <a:solidFill>
                  <a:srgbClr val="2E75B6"/>
                </a:solidFill>
                <a:latin typeface="Calibri" pitchFamily="34" charset="0"/>
                <a:ea typeface="Calibri" pitchFamily="34" charset="-122"/>
                <a:cs typeface="Calibri" pitchFamily="34" charset="-120"/>
              </a:rPr>
              <a:t>Waterfall</a:t>
            </a:r>
            <a:r>
              <a:rPr lang="en-US" sz="1440" dirty="0">
                <a:solidFill>
                  <a:srgbClr val="1A1A2E"/>
                </a:solidFill>
                <a:latin typeface="Calibri" pitchFamily="34" charset="0"/>
                <a:ea typeface="Calibri" pitchFamily="34" charset="-122"/>
                <a:cs typeface="Calibri" pitchFamily="34" charset="-120"/>
              </a:rPr>
              <a:t> is applied to </a:t>
            </a:r>
            <a:r>
              <a:rPr lang="en-US" sz="1440" b="1" dirty="0">
                <a:solidFill>
                  <a:srgbClr val="1B3A6B"/>
                </a:solidFill>
                <a:latin typeface="Calibri" pitchFamily="34" charset="0"/>
                <a:ea typeface="Calibri" pitchFamily="34" charset="-122"/>
                <a:cs typeface="Calibri" pitchFamily="34" charset="-120"/>
              </a:rPr>
              <a:t>Requirements Definition</a:t>
            </a:r>
            <a:r>
              <a:rPr lang="en-US" sz="1440" dirty="0">
                <a:solidFill>
                  <a:srgbClr val="1A1A2E"/>
                </a:solidFill>
                <a:latin typeface="Calibri" pitchFamily="34" charset="0"/>
                <a:ea typeface="Calibri" pitchFamily="34" charset="-122"/>
                <a:cs typeface="Calibri" pitchFamily="34" charset="-120"/>
              </a:rPr>
              <a:t> and </a:t>
            </a:r>
            <a:r>
              <a:rPr lang="en-US" sz="1440" b="1" dirty="0">
                <a:solidFill>
                  <a:srgbClr val="1B3A6B"/>
                </a:solidFill>
                <a:latin typeface="Calibri" pitchFamily="34" charset="0"/>
                <a:ea typeface="Calibri" pitchFamily="34" charset="-122"/>
                <a:cs typeface="Calibri" pitchFamily="34" charset="-120"/>
              </a:rPr>
              <a:t>Design</a:t>
            </a:r>
            <a:r>
              <a:rPr lang="en-US" sz="1440" dirty="0">
                <a:solidFill>
                  <a:srgbClr val="1A1A2E"/>
                </a:solidFill>
                <a:latin typeface="Calibri" pitchFamily="34" charset="0"/>
                <a:ea typeface="Calibri" pitchFamily="34" charset="-122"/>
                <a:cs typeface="Calibri" pitchFamily="34" charset="-120"/>
              </a:rPr>
              <a:t>. All legislative compliance obligations — tax calculation rules and data privacy requirements — are formally documented and signed off by government stakeholders before development begins. This produces a stable, auditable requirements specification satisfying government governance and contractual obligations.
Following the </a:t>
            </a:r>
            <a:r>
              <a:rPr lang="en-US" sz="1440" b="1" dirty="0">
                <a:solidFill>
                  <a:srgbClr val="5B2D8E"/>
                </a:solidFill>
                <a:latin typeface="Calibri" pitchFamily="34" charset="0"/>
                <a:ea typeface="Calibri" pitchFamily="34" charset="-122"/>
                <a:cs typeface="Calibri" pitchFamily="34" charset="-120"/>
              </a:rPr>
              <a:t>handover point</a:t>
            </a:r>
            <a:r>
              <a:rPr lang="en-US" sz="1440" dirty="0">
                <a:solidFill>
                  <a:srgbClr val="1A1A2E"/>
                </a:solidFill>
                <a:latin typeface="Calibri" pitchFamily="34" charset="0"/>
                <a:ea typeface="Calibri" pitchFamily="34" charset="-122"/>
                <a:cs typeface="Calibri" pitchFamily="34" charset="-120"/>
              </a:rPr>
              <a:t> — when requirements and design are formally approved — the project transitions to </a:t>
            </a:r>
            <a:r>
              <a:rPr lang="en-US" sz="1440" b="1" dirty="0">
                <a:solidFill>
                  <a:srgbClr val="0D7C6B"/>
                </a:solidFill>
                <a:latin typeface="Calibri" pitchFamily="34" charset="0"/>
                <a:ea typeface="Calibri" pitchFamily="34" charset="-122"/>
                <a:cs typeface="Calibri" pitchFamily="34" charset="-120"/>
              </a:rPr>
              <a:t>Agile</a:t>
            </a:r>
            <a:r>
              <a:rPr lang="en-US" sz="1440" dirty="0">
                <a:solidFill>
                  <a:srgbClr val="1A1A2E"/>
                </a:solidFill>
                <a:latin typeface="Calibri" pitchFamily="34" charset="0"/>
                <a:ea typeface="Calibri" pitchFamily="34" charset="-122"/>
                <a:cs typeface="Calibri" pitchFamily="34" charset="-120"/>
              </a:rPr>
              <a:t> for Development and Testing. The citizen self-service interface, income declaration forms, and payment processing modules are built in sprints of two to four weeks. Feedback is collected at each sprint review and incorporated into the product backlog without restarting the entire life cycle. The project returns to Waterfall for </a:t>
            </a:r>
            <a:r>
              <a:rPr lang="en-US" sz="1440" b="1" dirty="0">
                <a:solidFill>
                  <a:srgbClr val="1B3A6B"/>
                </a:solidFill>
                <a:latin typeface="Calibri" pitchFamily="34" charset="0"/>
                <a:ea typeface="Calibri" pitchFamily="34" charset="-122"/>
                <a:cs typeface="Calibri" pitchFamily="34" charset="-120"/>
              </a:rPr>
              <a:t>Installation</a:t>
            </a:r>
            <a:r>
              <a:rPr lang="en-US" sz="1440" dirty="0">
                <a:solidFill>
                  <a:srgbClr val="1A1A2E"/>
                </a:solidFill>
                <a:latin typeface="Calibri" pitchFamily="34" charset="0"/>
                <a:ea typeface="Calibri" pitchFamily="34" charset="-122"/>
                <a:cs typeface="Calibri" pitchFamily="34" charset="-120"/>
              </a:rPr>
              <a:t>, where a formally planned deployment and staff training programme is executed.
</a:t>
            </a:r>
            <a:r>
              <a:rPr lang="en-US" sz="1440" b="1" dirty="0">
                <a:solidFill>
                  <a:srgbClr val="5B2D8E"/>
                </a:solidFill>
                <a:latin typeface="Calibri" pitchFamily="34" charset="0"/>
                <a:ea typeface="Calibri" pitchFamily="34" charset="-122"/>
                <a:cs typeface="Calibri" pitchFamily="34" charset="-120"/>
              </a:rPr>
              <a:t>WAgile is suited to this project</a:t>
            </a:r>
            <a:r>
              <a:rPr lang="en-US" sz="1440" dirty="0">
                <a:solidFill>
                  <a:srgbClr val="1A1A2E"/>
                </a:solidFill>
                <a:latin typeface="Calibri" pitchFamily="34" charset="0"/>
                <a:ea typeface="Calibri" pitchFamily="34" charset="-122"/>
                <a:cs typeface="Calibri" pitchFamily="34" charset="-120"/>
              </a:rPr>
              <a:t> because its medium-to-large scale, regulatory requirements, and multiple stakeholder groups demand both the governance of Waterfall and the responsiveness of Agile — neither model alone would be sufficient.</a:t>
            </a:r>
            <a:endParaRPr lang="en-US" sz="1440" dirty="0">
              <a:solidFill>
                <a:prstClr val="black"/>
              </a:solidFill>
              <a:latin typeface="Calibri" panose="020F0502020204030204"/>
            </a:endParaRPr>
          </a:p>
        </p:txBody>
      </p:sp>
      <p:sp>
        <p:nvSpPr>
          <p:cNvPr id="11" name="Shape 9"/>
          <p:cNvSpPr/>
          <p:nvPr/>
        </p:nvSpPr>
        <p:spPr>
          <a:xfrm>
            <a:off x="9144000" y="6827520"/>
            <a:ext cx="2682240" cy="365760"/>
          </a:xfrm>
          <a:prstGeom prst="rect">
            <a:avLst/>
          </a:prstGeom>
          <a:solidFill>
            <a:srgbClr val="1D6A3A"/>
          </a:solidFill>
          <a:ln w="12700">
            <a:solidFill>
              <a:srgbClr val="1D6A3A"/>
            </a:solidFill>
            <a:prstDash val="solid"/>
          </a:ln>
        </p:spPr>
        <p:txBody>
          <a:bodyPr/>
          <a:lstStyle/>
          <a:p>
            <a:pPr defTabSz="1219170"/>
            <a:endParaRPr lang="zh-CN" altLang="en-US" sz="2400">
              <a:solidFill>
                <a:prstClr val="black"/>
              </a:solidFill>
              <a:latin typeface="Calibri" panose="020F0502020204030204"/>
              <a:ea typeface="等线" panose="02010600030101010101" pitchFamily="2" charset="-122"/>
            </a:endParaRPr>
          </a:p>
        </p:txBody>
      </p:sp>
      <p:sp>
        <p:nvSpPr>
          <p:cNvPr id="12" name="Text 10"/>
          <p:cNvSpPr/>
          <p:nvPr/>
        </p:nvSpPr>
        <p:spPr>
          <a:xfrm>
            <a:off x="9144000" y="6827520"/>
            <a:ext cx="2682240" cy="3657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Band 6 Model Response</a:t>
            </a:r>
            <a:endParaRPr lang="en-US" sz="1267" dirty="0">
              <a:solidFill>
                <a:prstClr val="black"/>
              </a:solidFill>
              <a:latin typeface="Calibri" panose="020F0502020204030204"/>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0D86F73-8015-472A-51D2-D4F62F5F37F0}"/>
              </a:ext>
            </a:extLst>
          </p:cNvPr>
          <p:cNvSpPr>
            <a:spLocks noGrp="1"/>
          </p:cNvSpPr>
          <p:nvPr>
            <p:ph type="title"/>
          </p:nvPr>
        </p:nvSpPr>
        <p:spPr>
          <a:xfrm>
            <a:off x="1371597" y="348865"/>
            <a:ext cx="10044023" cy="877729"/>
          </a:xfrm>
        </p:spPr>
        <p:txBody>
          <a:bodyPr anchor="ctr">
            <a:normAutofit/>
          </a:bodyPr>
          <a:lstStyle/>
          <a:p>
            <a:pPr algn="ctr"/>
            <a:r>
              <a:rPr lang="en-AU" sz="4000" dirty="0">
                <a:solidFill>
                  <a:srgbClr val="FFFFFF"/>
                </a:solidFill>
              </a:rPr>
              <a:t>Comparison Table</a:t>
            </a:r>
          </a:p>
        </p:txBody>
      </p:sp>
      <p:graphicFrame>
        <p:nvGraphicFramePr>
          <p:cNvPr id="4" name="Content Placeholder 3">
            <a:extLst>
              <a:ext uri="{FF2B5EF4-FFF2-40B4-BE49-F238E27FC236}">
                <a16:creationId xmlns:a16="http://schemas.microsoft.com/office/drawing/2014/main" id="{251DB701-963B-E0D7-C078-EC9023E20512}"/>
              </a:ext>
            </a:extLst>
          </p:cNvPr>
          <p:cNvGraphicFramePr>
            <a:graphicFrameLocks noGrp="1"/>
          </p:cNvGraphicFramePr>
          <p:nvPr>
            <p:ph idx="1"/>
            <p:extLst>
              <p:ext uri="{D42A27DB-BD31-4B8C-83A1-F6EECF244321}">
                <p14:modId xmlns:p14="http://schemas.microsoft.com/office/powerpoint/2010/main" val="477394747"/>
              </p:ext>
            </p:extLst>
          </p:nvPr>
        </p:nvGraphicFramePr>
        <p:xfrm>
          <a:off x="644056" y="2267813"/>
          <a:ext cx="10927830" cy="3882340"/>
        </p:xfrm>
        <a:graphic>
          <a:graphicData uri="http://schemas.openxmlformats.org/drawingml/2006/table">
            <a:tbl>
              <a:tblPr/>
              <a:tblGrid>
                <a:gridCol w="2867636">
                  <a:extLst>
                    <a:ext uri="{9D8B030D-6E8A-4147-A177-3AD203B41FA5}">
                      <a16:colId xmlns:a16="http://schemas.microsoft.com/office/drawing/2014/main" val="1790002571"/>
                    </a:ext>
                  </a:extLst>
                </a:gridCol>
                <a:gridCol w="3042706">
                  <a:extLst>
                    <a:ext uri="{9D8B030D-6E8A-4147-A177-3AD203B41FA5}">
                      <a16:colId xmlns:a16="http://schemas.microsoft.com/office/drawing/2014/main" val="3555737368"/>
                    </a:ext>
                  </a:extLst>
                </a:gridCol>
                <a:gridCol w="3147747">
                  <a:extLst>
                    <a:ext uri="{9D8B030D-6E8A-4147-A177-3AD203B41FA5}">
                      <a16:colId xmlns:a16="http://schemas.microsoft.com/office/drawing/2014/main" val="1096998630"/>
                    </a:ext>
                  </a:extLst>
                </a:gridCol>
                <a:gridCol w="1869741">
                  <a:extLst>
                    <a:ext uri="{9D8B030D-6E8A-4147-A177-3AD203B41FA5}">
                      <a16:colId xmlns:a16="http://schemas.microsoft.com/office/drawing/2014/main" val="3603600343"/>
                    </a:ext>
                  </a:extLst>
                </a:gridCol>
              </a:tblGrid>
              <a:tr h="554620">
                <a:tc>
                  <a:txBody>
                    <a:bodyPr/>
                    <a:lstStyle/>
                    <a:p>
                      <a:pPr>
                        <a:buNone/>
                      </a:pPr>
                      <a:r>
                        <a:rPr lang="en-AU" sz="2500" b="1" dirty="0"/>
                        <a:t>Feature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AU" sz="2500" b="1" dirty="0"/>
                        <a:t>Waterfall</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AU" sz="2500" b="1" dirty="0"/>
                        <a:t>Agile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AU" sz="2500" b="1" dirty="0" err="1"/>
                        <a:t>WAgile</a:t>
                      </a:r>
                      <a:endParaRPr lang="en-AU" sz="2500" b="1" dirty="0"/>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789527"/>
                  </a:ext>
                </a:extLst>
              </a:tr>
              <a:tr h="554620">
                <a:tc>
                  <a:txBody>
                    <a:bodyPr/>
                    <a:lstStyle/>
                    <a:p>
                      <a:pPr>
                        <a:buNone/>
                      </a:pPr>
                      <a:r>
                        <a:rPr lang="en-AU" sz="2500" b="1" dirty="0"/>
                        <a:t>Structure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Linear</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Iterative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Hybrid</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522208"/>
                  </a:ext>
                </a:extLst>
              </a:tr>
              <a:tr h="554620">
                <a:tc>
                  <a:txBody>
                    <a:bodyPr/>
                    <a:lstStyle/>
                    <a:p>
                      <a:pPr>
                        <a:buNone/>
                      </a:pPr>
                      <a:r>
                        <a:rPr lang="en-AU" sz="2500" b="1" dirty="0"/>
                        <a:t>Flexibility</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Low</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High</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Moderate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571288"/>
                  </a:ext>
                </a:extLst>
              </a:tr>
              <a:tr h="554620">
                <a:tc>
                  <a:txBody>
                    <a:bodyPr/>
                    <a:lstStyle/>
                    <a:p>
                      <a:pPr>
                        <a:buNone/>
                      </a:pPr>
                      <a:r>
                        <a:rPr lang="en-AU" sz="2500" b="1" dirty="0"/>
                        <a:t>Documentation</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Extensive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Minimal</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Balanced</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179290"/>
                  </a:ext>
                </a:extLst>
              </a:tr>
              <a:tr h="554620">
                <a:tc>
                  <a:txBody>
                    <a:bodyPr/>
                    <a:lstStyle/>
                    <a:p>
                      <a:pPr>
                        <a:buNone/>
                      </a:pPr>
                      <a:r>
                        <a:rPr lang="en-AU" sz="2500" b="1" dirty="0"/>
                        <a:t>Change Handling</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Difficult</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Easy</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Controlled</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5520856"/>
                  </a:ext>
                </a:extLst>
              </a:tr>
              <a:tr h="554620">
                <a:tc>
                  <a:txBody>
                    <a:bodyPr/>
                    <a:lstStyle/>
                    <a:p>
                      <a:pPr>
                        <a:buNone/>
                      </a:pPr>
                      <a:r>
                        <a:rPr lang="en-AU" sz="2500" b="1" dirty="0"/>
                        <a:t>Delivery Speed</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Slower initial</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Fast incremental</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Moderate</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834392"/>
                  </a:ext>
                </a:extLst>
              </a:tr>
              <a:tr h="554620">
                <a:tc>
                  <a:txBody>
                    <a:bodyPr/>
                    <a:lstStyle/>
                    <a:p>
                      <a:pPr>
                        <a:buNone/>
                      </a:pPr>
                      <a:r>
                        <a:rPr lang="en-AU" sz="2500" b="1" dirty="0"/>
                        <a:t>Risk Level</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a:t>High if wrong early</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Lower via feedback</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2500" dirty="0"/>
                        <a:t>Balanced</a:t>
                      </a:r>
                    </a:p>
                  </a:txBody>
                  <a:tcPr marL="126050" marR="126050" marT="63025" marB="63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6645210"/>
                  </a:ext>
                </a:extLst>
              </a:tr>
            </a:tbl>
          </a:graphicData>
        </a:graphic>
      </p:graphicFrame>
    </p:spTree>
    <p:extLst>
      <p:ext uri="{BB962C8B-B14F-4D97-AF65-F5344CB8AC3E}">
        <p14:creationId xmlns:p14="http://schemas.microsoft.com/office/powerpoint/2010/main" val="28517258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FB23C9-E5ED-ECF8-5A7A-94BD711A988E}"/>
              </a:ext>
            </a:extLst>
          </p:cNvPr>
          <p:cNvSpPr>
            <a:spLocks noGrp="1"/>
          </p:cNvSpPr>
          <p:nvPr>
            <p:ph type="title"/>
          </p:nvPr>
        </p:nvSpPr>
        <p:spPr/>
        <p:txBody>
          <a:bodyPr/>
          <a:lstStyle/>
          <a:p>
            <a:r>
              <a:rPr lang="en-AU" dirty="0"/>
              <a:t>Collaboration Tool – GitHub</a:t>
            </a:r>
          </a:p>
        </p:txBody>
      </p:sp>
      <p:graphicFrame>
        <p:nvGraphicFramePr>
          <p:cNvPr id="9" name="Content Placeholder 6">
            <a:extLst>
              <a:ext uri="{FF2B5EF4-FFF2-40B4-BE49-F238E27FC236}">
                <a16:creationId xmlns:a16="http://schemas.microsoft.com/office/drawing/2014/main" id="{BF463D2C-5416-56D5-3570-75FB1FA1BE1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22416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13D8C7-F39F-FDF4-B9E3-BE8BAE8FAF8B}"/>
              </a:ext>
            </a:extLst>
          </p:cNvPr>
          <p:cNvSpPr>
            <a:spLocks noGrp="1"/>
          </p:cNvSpPr>
          <p:nvPr>
            <p:ph type="title"/>
          </p:nvPr>
        </p:nvSpPr>
        <p:spPr>
          <a:xfrm>
            <a:off x="841248" y="256032"/>
            <a:ext cx="10506456" cy="1014984"/>
          </a:xfrm>
        </p:spPr>
        <p:txBody>
          <a:bodyPr anchor="b">
            <a:normAutofit/>
          </a:bodyPr>
          <a:lstStyle/>
          <a:p>
            <a:r>
              <a:rPr lang="en-AU"/>
              <a:t>Other Tools</a:t>
            </a:r>
            <a:endParaRPr lang="en-AU" dirty="0"/>
          </a:p>
        </p:txBody>
      </p:sp>
      <p:sp>
        <p:nvSpPr>
          <p:cNvPr id="15" name="Rectangle 1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63787CFF-2C9B-D691-E50F-209270EF84B3}"/>
              </a:ext>
            </a:extLst>
          </p:cNvPr>
          <p:cNvGraphicFramePr>
            <a:graphicFrameLocks noGrp="1"/>
          </p:cNvGraphicFramePr>
          <p:nvPr>
            <p:ph idx="1"/>
            <p:extLst>
              <p:ext uri="{D42A27DB-BD31-4B8C-83A1-F6EECF244321}">
                <p14:modId xmlns:p14="http://schemas.microsoft.com/office/powerpoint/2010/main" val="74330544"/>
              </p:ext>
            </p:extLst>
          </p:nvPr>
        </p:nvGraphicFramePr>
        <p:xfrm>
          <a:off x="838200" y="1959274"/>
          <a:ext cx="10515602" cy="3656650"/>
        </p:xfrm>
        <a:graphic>
          <a:graphicData uri="http://schemas.openxmlformats.org/drawingml/2006/table">
            <a:tbl>
              <a:tblPr>
                <a:noFill/>
              </a:tblPr>
              <a:tblGrid>
                <a:gridCol w="2105811">
                  <a:extLst>
                    <a:ext uri="{9D8B030D-6E8A-4147-A177-3AD203B41FA5}">
                      <a16:colId xmlns:a16="http://schemas.microsoft.com/office/drawing/2014/main" val="2707762934"/>
                    </a:ext>
                  </a:extLst>
                </a:gridCol>
                <a:gridCol w="2776302">
                  <a:extLst>
                    <a:ext uri="{9D8B030D-6E8A-4147-A177-3AD203B41FA5}">
                      <a16:colId xmlns:a16="http://schemas.microsoft.com/office/drawing/2014/main" val="1662260904"/>
                    </a:ext>
                  </a:extLst>
                </a:gridCol>
                <a:gridCol w="2812487">
                  <a:extLst>
                    <a:ext uri="{9D8B030D-6E8A-4147-A177-3AD203B41FA5}">
                      <a16:colId xmlns:a16="http://schemas.microsoft.com/office/drawing/2014/main" val="3981989979"/>
                    </a:ext>
                  </a:extLst>
                </a:gridCol>
                <a:gridCol w="2821002">
                  <a:extLst>
                    <a:ext uri="{9D8B030D-6E8A-4147-A177-3AD203B41FA5}">
                      <a16:colId xmlns:a16="http://schemas.microsoft.com/office/drawing/2014/main" val="2635218550"/>
                    </a:ext>
                  </a:extLst>
                </a:gridCol>
              </a:tblGrid>
              <a:tr h="472954">
                <a:tc>
                  <a:txBody>
                    <a:bodyPr/>
                    <a:lstStyle/>
                    <a:p>
                      <a:pPr algn="ctr">
                        <a:buNone/>
                      </a:pPr>
                      <a:r>
                        <a:rPr lang="en-AU" sz="1800" b="1" cap="none" spc="0" dirty="0">
                          <a:solidFill>
                            <a:schemeClr val="tx1"/>
                          </a:solidFill>
                        </a:rPr>
                        <a:t>Category</a:t>
                      </a:r>
                    </a:p>
                  </a:txBody>
                  <a:tcPr marL="85823" marR="61302" marT="56100" marB="122604"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ctr">
                        <a:buNone/>
                      </a:pPr>
                      <a:r>
                        <a:rPr lang="en-AU" sz="1800" b="1" cap="none" spc="0" dirty="0">
                          <a:solidFill>
                            <a:schemeClr val="tx1"/>
                          </a:solidFill>
                        </a:rPr>
                        <a:t>Examples</a:t>
                      </a:r>
                    </a:p>
                  </a:txBody>
                  <a:tcPr marL="85823" marR="61302" marT="56100" marB="122604"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ctr">
                        <a:buNone/>
                      </a:pPr>
                      <a:r>
                        <a:rPr lang="en-AU" sz="1800" b="1" cap="none" spc="0" dirty="0">
                          <a:solidFill>
                            <a:schemeClr val="tx1"/>
                          </a:solidFill>
                        </a:rPr>
                        <a:t>Primary Purpose</a:t>
                      </a:r>
                    </a:p>
                  </a:txBody>
                  <a:tcPr marL="85823" marR="61302" marT="56100" marB="122604"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ctr">
                        <a:buNone/>
                      </a:pPr>
                      <a:r>
                        <a:rPr lang="en-AU" sz="1800" b="1" cap="none" spc="0" dirty="0">
                          <a:solidFill>
                            <a:schemeClr val="tx1"/>
                          </a:solidFill>
                        </a:rPr>
                        <a:t>HSC Relevance</a:t>
                      </a:r>
                    </a:p>
                  </a:txBody>
                  <a:tcPr marL="85823" marR="61302" marT="56100" marB="122604"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extLst>
                  <a:ext uri="{0D108BD9-81ED-4DB2-BD59-A6C34878D82A}">
                    <a16:rowId xmlns:a16="http://schemas.microsoft.com/office/drawing/2014/main" val="2512331458"/>
                  </a:ext>
                </a:extLst>
              </a:tr>
              <a:tr h="718162">
                <a:tc>
                  <a:txBody>
                    <a:bodyPr/>
                    <a:lstStyle/>
                    <a:p>
                      <a:pPr>
                        <a:buNone/>
                      </a:pPr>
                      <a:r>
                        <a:rPr lang="en-AU" sz="1800" b="1" cap="none" spc="0" dirty="0">
                          <a:solidFill>
                            <a:schemeClr val="tx1"/>
                          </a:solidFill>
                        </a:rPr>
                        <a:t>Version control</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GitHub</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Track code history, manage branches, enable merging</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a:solidFill>
                            <a:schemeClr val="tx1"/>
                          </a:solidFill>
                        </a:rPr>
                        <a:t>Core requirement; implement in Major Project</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58112774"/>
                  </a:ext>
                </a:extLst>
              </a:tr>
              <a:tr h="472954">
                <a:tc>
                  <a:txBody>
                    <a:bodyPr/>
                    <a:lstStyle/>
                    <a:p>
                      <a:pPr>
                        <a:buNone/>
                      </a:pPr>
                      <a:r>
                        <a:rPr lang="en-AU" sz="1800" b="1" cap="none" spc="0" dirty="0">
                          <a:solidFill>
                            <a:schemeClr val="tx1"/>
                          </a:solidFill>
                        </a:rPr>
                        <a:t>Real-time co-editing</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VS Code Live Share, </a:t>
                      </a:r>
                      <a:r>
                        <a:rPr lang="en-AU" sz="1800" cap="none" spc="0" dirty="0" err="1">
                          <a:solidFill>
                            <a:schemeClr val="tx1"/>
                          </a:solidFill>
                        </a:rPr>
                        <a:t>Replit</a:t>
                      </a:r>
                      <a:endParaRPr lang="en-AU" sz="1800" cap="none" spc="0" dirty="0">
                        <a:solidFill>
                          <a:schemeClr val="tx1"/>
                        </a:solidFill>
                      </a:endParaRP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Simultaneous code editing</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a:solidFill>
                            <a:schemeClr val="tx1"/>
                          </a:solidFill>
                        </a:rPr>
                        <a:t>Useful for pair programming</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9564712"/>
                  </a:ext>
                </a:extLst>
              </a:tr>
              <a:tr h="718162">
                <a:tc>
                  <a:txBody>
                    <a:bodyPr/>
                    <a:lstStyle/>
                    <a:p>
                      <a:pPr>
                        <a:buNone/>
                      </a:pPr>
                      <a:r>
                        <a:rPr lang="en-AU" sz="1800" b="1" cap="none" spc="0" dirty="0">
                          <a:solidFill>
                            <a:schemeClr val="tx1"/>
                          </a:solidFill>
                        </a:rPr>
                        <a:t>Communication</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Microsoft Teams</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Team messaging and file sharing</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Supports collaboration with peers</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45563442"/>
                  </a:ext>
                </a:extLst>
              </a:tr>
              <a:tr h="472954">
                <a:tc>
                  <a:txBody>
                    <a:bodyPr/>
                    <a:lstStyle/>
                    <a:p>
                      <a:pPr>
                        <a:buNone/>
                      </a:pPr>
                      <a:r>
                        <a:rPr lang="en-AU" sz="1800" b="1" cap="none" spc="0" dirty="0">
                          <a:solidFill>
                            <a:schemeClr val="tx1"/>
                          </a:solidFill>
                        </a:rPr>
                        <a:t>Documentation</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GitHub Wiki</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Centralise project knowledge</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AU" sz="1800" cap="none" spc="0" dirty="0">
                          <a:solidFill>
                            <a:schemeClr val="tx1"/>
                          </a:solidFill>
                        </a:rPr>
                        <a:t>Supports folio documentation</a:t>
                      </a:r>
                    </a:p>
                  </a:txBody>
                  <a:tcPr marL="85823" marR="61302" marT="56100" marB="12260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77201327"/>
                  </a:ext>
                </a:extLst>
              </a:tr>
            </a:tbl>
          </a:graphicData>
        </a:graphic>
      </p:graphicFrame>
    </p:spTree>
    <p:extLst>
      <p:ext uri="{BB962C8B-B14F-4D97-AF65-F5344CB8AC3E}">
        <p14:creationId xmlns:p14="http://schemas.microsoft.com/office/powerpoint/2010/main" val="30657037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Top shot of a representation of networks with stick figures.">
            <a:extLst>
              <a:ext uri="{FF2B5EF4-FFF2-40B4-BE49-F238E27FC236}">
                <a16:creationId xmlns:a16="http://schemas.microsoft.com/office/drawing/2014/main" id="{F7E807C9-0E04-5259-A9FE-0152F9C7AB79}"/>
              </a:ext>
            </a:extLst>
          </p:cNvPr>
          <p:cNvPicPr>
            <a:picLocks noChangeAspect="1"/>
          </p:cNvPicPr>
          <p:nvPr/>
        </p:nvPicPr>
        <p:blipFill>
          <a:blip r:embed="rId2"/>
          <a:srcRect t="8595" b="6456"/>
          <a:stretch>
            <a:fillRect/>
          </a:stretch>
        </p:blipFill>
        <p:spPr>
          <a:xfrm>
            <a:off x="20" y="-7619"/>
            <a:ext cx="12191979" cy="6887364"/>
          </a:xfrm>
          <a:prstGeom prst="rect">
            <a:avLst/>
          </a:prstGeom>
        </p:spPr>
      </p:pic>
      <p:sp>
        <p:nvSpPr>
          <p:cNvPr id="11" name="Rectangle 10">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22F0CC2-74D6-6F36-E3B3-443A7E9A6076}"/>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b="1" dirty="0">
                <a:solidFill>
                  <a:srgbClr val="FFFFFF"/>
                </a:solidFill>
              </a:rPr>
              <a:t>Social and Ethical Issues Associated with Project Work</a:t>
            </a:r>
            <a:endParaRPr lang="en-US" sz="4000" dirty="0">
              <a:solidFill>
                <a:srgbClr val="FFFFFF"/>
              </a:solidFill>
            </a:endParaRPr>
          </a:p>
        </p:txBody>
      </p:sp>
      <p:sp>
        <p:nvSpPr>
          <p:cNvPr id="5" name="Text Placeholder 4">
            <a:extLst>
              <a:ext uri="{FF2B5EF4-FFF2-40B4-BE49-F238E27FC236}">
                <a16:creationId xmlns:a16="http://schemas.microsoft.com/office/drawing/2014/main" id="{2ECA6DE3-1557-C5D0-28FC-566C526DD15D}"/>
              </a:ext>
            </a:extLst>
          </p:cNvPr>
          <p:cNvSpPr>
            <a:spLocks noGrp="1"/>
          </p:cNvSpPr>
          <p:nvPr>
            <p:ph type="body" idx="1"/>
          </p:nvPr>
        </p:nvSpPr>
        <p:spPr>
          <a:xfrm>
            <a:off x="859028" y="5166367"/>
            <a:ext cx="4160233" cy="850998"/>
          </a:xfrm>
        </p:spPr>
        <p:txBody>
          <a:bodyPr vert="horz" lIns="91440" tIns="45720" rIns="91440" bIns="45720" rtlCol="0">
            <a:normAutofit/>
          </a:bodyPr>
          <a:lstStyle/>
          <a:p>
            <a:endParaRPr lang="en-US" sz="2000">
              <a:solidFill>
                <a:srgbClr val="FFFFFF"/>
              </a:solidFill>
            </a:endParaRPr>
          </a:p>
        </p:txBody>
      </p:sp>
    </p:spTree>
    <p:extLst>
      <p:ext uri="{BB962C8B-B14F-4D97-AF65-F5344CB8AC3E}">
        <p14:creationId xmlns:p14="http://schemas.microsoft.com/office/powerpoint/2010/main" val="34071338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3" name="Shape 1"/>
          <p:cNvSpPr/>
          <p:nvPr/>
        </p:nvSpPr>
        <p:spPr>
          <a:xfrm>
            <a:off x="0" y="97536"/>
            <a:ext cx="4145280" cy="6754368"/>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4" name="Text 2"/>
          <p:cNvSpPr/>
          <p:nvPr/>
        </p:nvSpPr>
        <p:spPr>
          <a:xfrm>
            <a:off x="182880" y="1463040"/>
            <a:ext cx="3779520" cy="609600"/>
          </a:xfrm>
          <a:prstGeom prst="rect">
            <a:avLst/>
          </a:prstGeom>
          <a:noFill/>
          <a:ln/>
        </p:spPr>
        <p:txBody>
          <a:bodyPr wrap="square" rtlCol="0" anchor="ctr"/>
          <a:lstStyle/>
          <a:p>
            <a:pPr algn="ctr" defTabSz="1219170"/>
            <a:r>
              <a:rPr lang="en-US" sz="1733" b="1" dirty="0">
                <a:solidFill>
                  <a:srgbClr val="A8C8E0"/>
                </a:solidFill>
                <a:latin typeface="Calibri" pitchFamily="34" charset="0"/>
                <a:ea typeface="Calibri" pitchFamily="34" charset="-122"/>
                <a:cs typeface="Calibri" pitchFamily="34" charset="-120"/>
              </a:rPr>
              <a:t>SE-12-05</a:t>
            </a:r>
            <a:endParaRPr lang="en-US" sz="1733" dirty="0">
              <a:solidFill>
                <a:prstClr val="black"/>
              </a:solidFill>
              <a:latin typeface="Calibri" panose="020F0502020204030204"/>
            </a:endParaRPr>
          </a:p>
        </p:txBody>
      </p:sp>
      <p:sp>
        <p:nvSpPr>
          <p:cNvPr id="5" name="Text 3"/>
          <p:cNvSpPr/>
          <p:nvPr/>
        </p:nvSpPr>
        <p:spPr>
          <a:xfrm>
            <a:off x="121920" y="2194560"/>
            <a:ext cx="3901440" cy="2682240"/>
          </a:xfrm>
          <a:prstGeom prst="rect">
            <a:avLst/>
          </a:prstGeom>
          <a:noFill/>
          <a:ln/>
        </p:spPr>
        <p:txBody>
          <a:bodyPr wrap="square" rtlCol="0" anchor="ctr"/>
          <a:lstStyle/>
          <a:p>
            <a:pPr algn="ctr" defTabSz="1219170"/>
            <a:r>
              <a:rPr lang="en-US" sz="4533" b="1" dirty="0">
                <a:solidFill>
                  <a:srgbClr val="FFFFFF"/>
                </a:solidFill>
                <a:latin typeface="Calibri" pitchFamily="34" charset="0"/>
                <a:ea typeface="Calibri" pitchFamily="34" charset="-122"/>
                <a:cs typeface="Calibri" pitchFamily="34" charset="-120"/>
              </a:rPr>
              <a:t>Social</a:t>
            </a:r>
            <a:endParaRPr lang="en-US" sz="4533" dirty="0">
              <a:solidFill>
                <a:prstClr val="black"/>
              </a:solidFill>
              <a:latin typeface="Calibri" panose="020F0502020204030204"/>
            </a:endParaRPr>
          </a:p>
          <a:p>
            <a:pPr algn="ctr" defTabSz="1219170"/>
            <a:r>
              <a:rPr lang="en-US" sz="4533" b="1" dirty="0">
                <a:solidFill>
                  <a:srgbClr val="FFFFFF"/>
                </a:solidFill>
                <a:latin typeface="Calibri" pitchFamily="34" charset="0"/>
                <a:ea typeface="Calibri" pitchFamily="34" charset="-122"/>
                <a:cs typeface="Calibri" pitchFamily="34" charset="-120"/>
              </a:rPr>
              <a:t>&amp; Ethical</a:t>
            </a:r>
            <a:endParaRPr lang="en-US" sz="4533" dirty="0">
              <a:solidFill>
                <a:prstClr val="black"/>
              </a:solidFill>
              <a:latin typeface="Calibri" panose="020F0502020204030204"/>
            </a:endParaRPr>
          </a:p>
          <a:p>
            <a:pPr algn="ctr" defTabSz="1219170"/>
            <a:r>
              <a:rPr lang="en-US" sz="4533" b="1" dirty="0">
                <a:solidFill>
                  <a:srgbClr val="FFFFFF"/>
                </a:solidFill>
                <a:latin typeface="Calibri" pitchFamily="34" charset="0"/>
                <a:ea typeface="Calibri" pitchFamily="34" charset="-122"/>
                <a:cs typeface="Calibri" pitchFamily="34" charset="-120"/>
              </a:rPr>
              <a:t>Issues</a:t>
            </a:r>
            <a:endParaRPr lang="en-US" sz="4533" dirty="0">
              <a:solidFill>
                <a:prstClr val="black"/>
              </a:solidFill>
              <a:latin typeface="Calibri" panose="020F0502020204030204"/>
            </a:endParaRPr>
          </a:p>
        </p:txBody>
      </p:sp>
      <p:sp>
        <p:nvSpPr>
          <p:cNvPr id="6" name="Text 4"/>
          <p:cNvSpPr/>
          <p:nvPr/>
        </p:nvSpPr>
        <p:spPr>
          <a:xfrm>
            <a:off x="121920" y="4876800"/>
            <a:ext cx="3901440" cy="609600"/>
          </a:xfrm>
          <a:prstGeom prst="rect">
            <a:avLst/>
          </a:prstGeom>
          <a:noFill/>
          <a:ln/>
        </p:spPr>
        <p:txBody>
          <a:bodyPr wrap="square" rtlCol="0" anchor="ctr"/>
          <a:lstStyle/>
          <a:p>
            <a:pPr algn="ctr" defTabSz="1219170"/>
            <a:r>
              <a:rPr lang="en-US" sz="1867" dirty="0">
                <a:solidFill>
                  <a:srgbClr val="D1E8F5"/>
                </a:solidFill>
                <a:latin typeface="Calibri" pitchFamily="34" charset="0"/>
                <a:ea typeface="Calibri" pitchFamily="34" charset="-122"/>
                <a:cs typeface="Calibri" pitchFamily="34" charset="-120"/>
              </a:rPr>
              <a:t>in Project Work</a:t>
            </a:r>
            <a:endParaRPr lang="en-US" sz="1867" dirty="0">
              <a:solidFill>
                <a:prstClr val="black"/>
              </a:solidFill>
              <a:latin typeface="Calibri" panose="020F0502020204030204"/>
            </a:endParaRPr>
          </a:p>
        </p:txBody>
      </p:sp>
      <p:sp>
        <p:nvSpPr>
          <p:cNvPr id="7" name="Text 5"/>
          <p:cNvSpPr/>
          <p:nvPr/>
        </p:nvSpPr>
        <p:spPr>
          <a:xfrm>
            <a:off x="4389120" y="1219200"/>
            <a:ext cx="7437120" cy="609600"/>
          </a:xfrm>
          <a:prstGeom prst="rect">
            <a:avLst/>
          </a:prstGeom>
          <a:noFill/>
          <a:ln/>
        </p:spPr>
        <p:txBody>
          <a:bodyPr wrap="square" rtlCol="0" anchor="ctr"/>
          <a:lstStyle/>
          <a:p>
            <a:pPr defTabSz="1219170"/>
            <a:r>
              <a:rPr lang="en-US" sz="2400" dirty="0">
                <a:solidFill>
                  <a:srgbClr val="A8C8E0"/>
                </a:solidFill>
                <a:latin typeface="Calibri" pitchFamily="34" charset="0"/>
                <a:ea typeface="Calibri" pitchFamily="34" charset="-122"/>
                <a:cs typeface="Calibri" pitchFamily="34" charset="-120"/>
              </a:rPr>
              <a:t>NSW HSC Software Engineering</a:t>
            </a:r>
            <a:endParaRPr lang="en-US" sz="2400" dirty="0">
              <a:solidFill>
                <a:prstClr val="black"/>
              </a:solidFill>
              <a:latin typeface="Calibri" panose="020F0502020204030204"/>
            </a:endParaRPr>
          </a:p>
        </p:txBody>
      </p:sp>
      <p:sp>
        <p:nvSpPr>
          <p:cNvPr id="8" name="Text 6"/>
          <p:cNvSpPr/>
          <p:nvPr/>
        </p:nvSpPr>
        <p:spPr>
          <a:xfrm>
            <a:off x="4389120" y="1889760"/>
            <a:ext cx="7437120" cy="487680"/>
          </a:xfrm>
          <a:prstGeom prst="rect">
            <a:avLst/>
          </a:prstGeom>
          <a:noFill/>
          <a:ln/>
        </p:spPr>
        <p:txBody>
          <a:bodyPr wrap="square" rtlCol="0" anchor="ctr"/>
          <a:lstStyle/>
          <a:p>
            <a:pPr defTabSz="1219170"/>
            <a:r>
              <a:rPr lang="en-US" sz="1733" dirty="0">
                <a:solidFill>
                  <a:srgbClr val="7FB3CC"/>
                </a:solidFill>
                <a:latin typeface="Calibri" pitchFamily="34" charset="0"/>
                <a:ea typeface="Calibri" pitchFamily="34" charset="-122"/>
                <a:cs typeface="Calibri" pitchFamily="34" charset="-120"/>
              </a:rPr>
              <a:t>Year 12 — Software Engineering Project</a:t>
            </a:r>
            <a:endParaRPr lang="en-US" sz="1733" dirty="0">
              <a:solidFill>
                <a:prstClr val="black"/>
              </a:solidFill>
              <a:latin typeface="Calibri" panose="020F0502020204030204"/>
            </a:endParaRPr>
          </a:p>
        </p:txBody>
      </p:sp>
      <p:sp>
        <p:nvSpPr>
          <p:cNvPr id="9" name="Shape 7"/>
          <p:cNvSpPr/>
          <p:nvPr/>
        </p:nvSpPr>
        <p:spPr>
          <a:xfrm>
            <a:off x="4389120" y="2560320"/>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4754880" y="2523744"/>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Definitions: social vs ethical issues</a:t>
            </a:r>
            <a:endParaRPr lang="en-US" sz="1533" dirty="0">
              <a:solidFill>
                <a:prstClr val="black"/>
              </a:solidFill>
              <a:latin typeface="Calibri" panose="020F0502020204030204"/>
            </a:endParaRPr>
          </a:p>
        </p:txBody>
      </p:sp>
      <p:sp>
        <p:nvSpPr>
          <p:cNvPr id="11" name="Shape 9"/>
          <p:cNvSpPr/>
          <p:nvPr/>
        </p:nvSpPr>
        <p:spPr>
          <a:xfrm>
            <a:off x="4389120" y="3194304"/>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2" name="Text 10"/>
          <p:cNvSpPr/>
          <p:nvPr/>
        </p:nvSpPr>
        <p:spPr>
          <a:xfrm>
            <a:off x="4754880" y="3157728"/>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5 social issues: employment, equality, environment,</a:t>
            </a:r>
            <a:endParaRPr lang="en-US" sz="1533" dirty="0">
              <a:solidFill>
                <a:prstClr val="black"/>
              </a:solidFill>
              <a:latin typeface="Calibri" panose="020F0502020204030204"/>
            </a:endParaRPr>
          </a:p>
          <a:p>
            <a:pPr defTabSz="1219170"/>
            <a:r>
              <a:rPr lang="en-US" sz="1533" dirty="0">
                <a:solidFill>
                  <a:srgbClr val="FFFFFF"/>
                </a:solidFill>
                <a:latin typeface="Calibri" pitchFamily="34" charset="0"/>
                <a:ea typeface="Calibri" pitchFamily="34" charset="-122"/>
                <a:cs typeface="Calibri" pitchFamily="34" charset="-120"/>
              </a:rPr>
              <a:t>   cultural identity, economic impact</a:t>
            </a:r>
            <a:endParaRPr lang="en-US" sz="1533" dirty="0">
              <a:solidFill>
                <a:prstClr val="black"/>
              </a:solidFill>
              <a:latin typeface="Calibri" panose="020F0502020204030204"/>
            </a:endParaRPr>
          </a:p>
        </p:txBody>
      </p:sp>
      <p:sp>
        <p:nvSpPr>
          <p:cNvPr id="13" name="Shape 11"/>
          <p:cNvSpPr/>
          <p:nvPr/>
        </p:nvSpPr>
        <p:spPr>
          <a:xfrm>
            <a:off x="4389120" y="3828288"/>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4754880" y="3791712"/>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4 ethical issues: health &amp; safety, accountability,</a:t>
            </a:r>
            <a:endParaRPr lang="en-US" sz="1533" dirty="0">
              <a:solidFill>
                <a:prstClr val="black"/>
              </a:solidFill>
              <a:latin typeface="Calibri" panose="020F0502020204030204"/>
            </a:endParaRPr>
          </a:p>
          <a:p>
            <a:pPr defTabSz="1219170"/>
            <a:r>
              <a:rPr lang="en-US" sz="1533" dirty="0">
                <a:solidFill>
                  <a:srgbClr val="FFFFFF"/>
                </a:solidFill>
                <a:latin typeface="Calibri" pitchFamily="34" charset="0"/>
                <a:ea typeface="Calibri" pitchFamily="34" charset="-122"/>
                <a:cs typeface="Calibri" pitchFamily="34" charset="-120"/>
              </a:rPr>
              <a:t>   conflicts of interest, bias</a:t>
            </a:r>
            <a:endParaRPr lang="en-US" sz="1533" dirty="0">
              <a:solidFill>
                <a:prstClr val="black"/>
              </a:solidFill>
              <a:latin typeface="Calibri" panose="020F0502020204030204"/>
            </a:endParaRPr>
          </a:p>
        </p:txBody>
      </p:sp>
      <p:sp>
        <p:nvSpPr>
          <p:cNvPr id="15" name="Shape 13"/>
          <p:cNvSpPr/>
          <p:nvPr/>
        </p:nvSpPr>
        <p:spPr>
          <a:xfrm>
            <a:off x="4389120" y="4462272"/>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6" name="Text 14"/>
          <p:cNvSpPr/>
          <p:nvPr/>
        </p:nvSpPr>
        <p:spPr>
          <a:xfrm>
            <a:off x="4754880" y="4425696"/>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Working individually vs collaboratively</a:t>
            </a:r>
            <a:endParaRPr lang="en-US" sz="1533" dirty="0">
              <a:solidFill>
                <a:prstClr val="black"/>
              </a:solidFill>
              <a:latin typeface="Calibri" panose="020F0502020204030204"/>
            </a:endParaRPr>
          </a:p>
        </p:txBody>
      </p:sp>
      <p:sp>
        <p:nvSpPr>
          <p:cNvPr id="17" name="Shape 15"/>
          <p:cNvSpPr/>
          <p:nvPr/>
        </p:nvSpPr>
        <p:spPr>
          <a:xfrm>
            <a:off x="4389120" y="5096256"/>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8" name="Text 16"/>
          <p:cNvSpPr/>
          <p:nvPr/>
        </p:nvSpPr>
        <p:spPr>
          <a:xfrm>
            <a:off x="4754880" y="5059680"/>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Responding to stakeholders</a:t>
            </a:r>
            <a:endParaRPr lang="en-US" sz="1533" dirty="0">
              <a:solidFill>
                <a:prstClr val="black"/>
              </a:solidFill>
              <a:latin typeface="Calibri" panose="020F0502020204030204"/>
            </a:endParaRPr>
          </a:p>
        </p:txBody>
      </p:sp>
      <p:sp>
        <p:nvSpPr>
          <p:cNvPr id="19" name="Shape 17"/>
          <p:cNvSpPr/>
          <p:nvPr/>
        </p:nvSpPr>
        <p:spPr>
          <a:xfrm>
            <a:off x="4389120" y="5730240"/>
            <a:ext cx="268224" cy="268224"/>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20" name="Text 18"/>
          <p:cNvSpPr/>
          <p:nvPr/>
        </p:nvSpPr>
        <p:spPr>
          <a:xfrm>
            <a:off x="4754880" y="5693664"/>
            <a:ext cx="7071360" cy="316992"/>
          </a:xfrm>
          <a:prstGeom prst="rect">
            <a:avLst/>
          </a:prstGeom>
          <a:noFill/>
          <a:ln/>
        </p:spPr>
        <p:txBody>
          <a:bodyPr wrap="square" rtlCol="0" anchor="ctr"/>
          <a:lstStyle/>
          <a:p>
            <a:pPr defTabSz="1219170"/>
            <a:r>
              <a:rPr lang="en-US" sz="1533" dirty="0">
                <a:solidFill>
                  <a:srgbClr val="FFFFFF"/>
                </a:solidFill>
                <a:latin typeface="Calibri" pitchFamily="34" charset="0"/>
                <a:ea typeface="Calibri" pitchFamily="34" charset="-122"/>
                <a:cs typeface="Calibri" pitchFamily="34" charset="-120"/>
              </a:rPr>
              <a:t>Real-world example &amp; model response</a:t>
            </a:r>
            <a:endParaRPr lang="en-US" sz="1533" dirty="0">
              <a:solidFill>
                <a:prstClr val="black"/>
              </a:solidFill>
              <a:latin typeface="Calibri" panose="020F0502020204030204"/>
            </a:endParaRPr>
          </a:p>
        </p:txBody>
      </p:sp>
      <p:sp>
        <p:nvSpPr>
          <p:cNvPr id="21" name="Shape 19"/>
          <p:cNvSpPr/>
          <p:nvPr/>
        </p:nvSpPr>
        <p:spPr>
          <a:xfrm>
            <a:off x="0" y="6644640"/>
            <a:ext cx="12192000" cy="213360"/>
          </a:xfrm>
          <a:prstGeom prst="rect">
            <a:avLst/>
          </a:prstGeom>
          <a:solidFill>
            <a:srgbClr val="0A2A50"/>
          </a:solidFill>
          <a:ln w="12700">
            <a:solidFill>
              <a:srgbClr val="0A2A50"/>
            </a:solidFill>
            <a:prstDash val="solid"/>
          </a:ln>
        </p:spPr>
        <p:txBody>
          <a:bodyPr/>
          <a:lstStyle/>
          <a:p>
            <a:pPr defTabSz="1219170"/>
            <a:endParaRPr lang="en-AU" sz="2400">
              <a:solidFill>
                <a:prstClr val="black"/>
              </a:solidFill>
              <a:latin typeface="Calibri" panose="020F0502020204030204"/>
            </a:endParaRPr>
          </a:p>
        </p:txBody>
      </p:sp>
      <p:sp>
        <p:nvSpPr>
          <p:cNvPr id="22" name="Text 20"/>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7FB3CC"/>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Syllabus Alignment</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487680" y="1219200"/>
            <a:ext cx="11216640" cy="1280160"/>
          </a:xfrm>
          <a:prstGeom prst="rect">
            <a:avLst/>
          </a:prstGeom>
          <a:solidFill>
            <a:srgbClr val="D5E8F0"/>
          </a:solidFill>
          <a:ln w="19050">
            <a:solidFill>
              <a:srgbClr val="065A82"/>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8" name="Text 6"/>
          <p:cNvSpPr/>
          <p:nvPr/>
        </p:nvSpPr>
        <p:spPr>
          <a:xfrm>
            <a:off x="670560" y="1280160"/>
            <a:ext cx="10850880" cy="1158240"/>
          </a:xfrm>
          <a:prstGeom prst="rect">
            <a:avLst/>
          </a:prstGeom>
          <a:noFill/>
          <a:ln/>
        </p:spPr>
        <p:txBody>
          <a:bodyPr wrap="square" rtlCol="0" anchor="ctr"/>
          <a:lstStyle/>
          <a:p>
            <a:pPr algn="ctr" defTabSz="1219170"/>
            <a:r>
              <a:rPr lang="en-US" sz="1867" b="1" dirty="0">
                <a:solidFill>
                  <a:srgbClr val="1B3A6B"/>
                </a:solidFill>
                <a:latin typeface="Calibri" pitchFamily="34" charset="0"/>
                <a:ea typeface="Calibri" pitchFamily="34" charset="-122"/>
                <a:cs typeface="Calibri" pitchFamily="34" charset="-120"/>
              </a:rPr>
              <a:t>Explore social and ethical issues associated with project work, including working individually, collaboratively and responding to stakeholders</a:t>
            </a:r>
            <a:endParaRPr lang="en-US" sz="1867" dirty="0">
              <a:solidFill>
                <a:prstClr val="black"/>
              </a:solidFill>
              <a:latin typeface="Calibri" panose="020F0502020204030204"/>
            </a:endParaRPr>
          </a:p>
        </p:txBody>
      </p:sp>
      <p:sp>
        <p:nvSpPr>
          <p:cNvPr id="9" name="Text 7"/>
          <p:cNvSpPr/>
          <p:nvPr/>
        </p:nvSpPr>
        <p:spPr>
          <a:xfrm>
            <a:off x="487680" y="2682240"/>
            <a:ext cx="10972800" cy="365760"/>
          </a:xfrm>
          <a:prstGeom prst="rect">
            <a:avLst/>
          </a:prstGeom>
          <a:noFill/>
          <a:ln/>
        </p:spPr>
        <p:txBody>
          <a:bodyPr wrap="square" rtlCol="0" anchor="ctr"/>
          <a:lstStyle/>
          <a:p>
            <a:pPr defTabSz="1219170"/>
            <a:r>
              <a:rPr lang="en-US" sz="1733" b="1" dirty="0">
                <a:solidFill>
                  <a:srgbClr val="1B3A6B"/>
                </a:solidFill>
                <a:latin typeface="Calibri" pitchFamily="34" charset="0"/>
                <a:ea typeface="Calibri" pitchFamily="34" charset="-122"/>
                <a:cs typeface="Calibri" pitchFamily="34" charset="-120"/>
              </a:rPr>
              <a:t>Required content (NESA Sample Unit):</a:t>
            </a:r>
            <a:endParaRPr lang="en-US" sz="1733" dirty="0">
              <a:solidFill>
                <a:prstClr val="black"/>
              </a:solidFill>
              <a:latin typeface="Calibri" panose="020F0502020204030204"/>
            </a:endParaRPr>
          </a:p>
        </p:txBody>
      </p:sp>
      <p:sp>
        <p:nvSpPr>
          <p:cNvPr id="10" name="Shape 8"/>
          <p:cNvSpPr/>
          <p:nvPr/>
        </p:nvSpPr>
        <p:spPr>
          <a:xfrm>
            <a:off x="487680" y="3108960"/>
            <a:ext cx="5120640" cy="390144"/>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1" name="Text 9"/>
          <p:cNvSpPr/>
          <p:nvPr/>
        </p:nvSpPr>
        <p:spPr>
          <a:xfrm>
            <a:off x="609600" y="3108960"/>
            <a:ext cx="4876800" cy="390144"/>
          </a:xfrm>
          <a:prstGeom prst="rect">
            <a:avLst/>
          </a:prstGeom>
          <a:noFill/>
          <a:ln/>
        </p:spPr>
        <p:txBody>
          <a:bodyPr wrap="square" rtlCol="0" anchor="ctr"/>
          <a:lstStyle/>
          <a:p>
            <a:pPr defTabSz="1219170"/>
            <a:r>
              <a:rPr lang="en-US" sz="1600" b="1" dirty="0">
                <a:solidFill>
                  <a:srgbClr val="FFFFFF"/>
                </a:solidFill>
                <a:latin typeface="Calibri" pitchFamily="34" charset="0"/>
                <a:ea typeface="Calibri" pitchFamily="34" charset="-122"/>
                <a:cs typeface="Calibri" pitchFamily="34" charset="-120"/>
              </a:rPr>
              <a:t>SOCIAL ISSUES</a:t>
            </a:r>
            <a:endParaRPr lang="en-US" sz="1600" dirty="0">
              <a:solidFill>
                <a:prstClr val="black"/>
              </a:solidFill>
              <a:latin typeface="Calibri" panose="020F0502020204030204"/>
            </a:endParaRPr>
          </a:p>
        </p:txBody>
      </p:sp>
      <p:sp>
        <p:nvSpPr>
          <p:cNvPr id="12" name="Shape 10"/>
          <p:cNvSpPr/>
          <p:nvPr/>
        </p:nvSpPr>
        <p:spPr>
          <a:xfrm>
            <a:off x="609600" y="3657600"/>
            <a:ext cx="195072" cy="195072"/>
          </a:xfrm>
          <a:prstGeom prst="ellipse">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3" name="Text 11"/>
          <p:cNvSpPr/>
          <p:nvPr/>
        </p:nvSpPr>
        <p:spPr>
          <a:xfrm>
            <a:off x="914400" y="3621024"/>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Employment</a:t>
            </a:r>
            <a:endParaRPr lang="en-US" sz="1600" dirty="0">
              <a:solidFill>
                <a:prstClr val="black"/>
              </a:solidFill>
              <a:latin typeface="Calibri" panose="020F0502020204030204"/>
            </a:endParaRPr>
          </a:p>
        </p:txBody>
      </p:sp>
      <p:sp>
        <p:nvSpPr>
          <p:cNvPr id="14" name="Shape 12"/>
          <p:cNvSpPr/>
          <p:nvPr/>
        </p:nvSpPr>
        <p:spPr>
          <a:xfrm>
            <a:off x="609600" y="4120896"/>
            <a:ext cx="195072" cy="195072"/>
          </a:xfrm>
          <a:prstGeom prst="ellipse">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5" name="Text 13"/>
          <p:cNvSpPr/>
          <p:nvPr/>
        </p:nvSpPr>
        <p:spPr>
          <a:xfrm>
            <a:off x="914400" y="4084320"/>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Equality</a:t>
            </a:r>
            <a:endParaRPr lang="en-US" sz="1600" dirty="0">
              <a:solidFill>
                <a:prstClr val="black"/>
              </a:solidFill>
              <a:latin typeface="Calibri" panose="020F0502020204030204"/>
            </a:endParaRPr>
          </a:p>
        </p:txBody>
      </p:sp>
      <p:sp>
        <p:nvSpPr>
          <p:cNvPr id="16" name="Shape 14"/>
          <p:cNvSpPr/>
          <p:nvPr/>
        </p:nvSpPr>
        <p:spPr>
          <a:xfrm>
            <a:off x="609600" y="4584192"/>
            <a:ext cx="195072" cy="195072"/>
          </a:xfrm>
          <a:prstGeom prst="ellipse">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7" name="Text 15"/>
          <p:cNvSpPr/>
          <p:nvPr/>
        </p:nvSpPr>
        <p:spPr>
          <a:xfrm>
            <a:off x="914400" y="4547616"/>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Environmental issues</a:t>
            </a:r>
            <a:endParaRPr lang="en-US" sz="1600" dirty="0">
              <a:solidFill>
                <a:prstClr val="black"/>
              </a:solidFill>
              <a:latin typeface="Calibri" panose="020F0502020204030204"/>
            </a:endParaRPr>
          </a:p>
        </p:txBody>
      </p:sp>
      <p:sp>
        <p:nvSpPr>
          <p:cNvPr id="18" name="Shape 16"/>
          <p:cNvSpPr/>
          <p:nvPr/>
        </p:nvSpPr>
        <p:spPr>
          <a:xfrm>
            <a:off x="609600" y="5047488"/>
            <a:ext cx="195072" cy="195072"/>
          </a:xfrm>
          <a:prstGeom prst="ellipse">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9" name="Text 17"/>
          <p:cNvSpPr/>
          <p:nvPr/>
        </p:nvSpPr>
        <p:spPr>
          <a:xfrm>
            <a:off x="914400" y="5010912"/>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Cultural identity</a:t>
            </a:r>
            <a:endParaRPr lang="en-US" sz="1600" dirty="0">
              <a:solidFill>
                <a:prstClr val="black"/>
              </a:solidFill>
              <a:latin typeface="Calibri" panose="020F0502020204030204"/>
            </a:endParaRPr>
          </a:p>
        </p:txBody>
      </p:sp>
      <p:sp>
        <p:nvSpPr>
          <p:cNvPr id="20" name="Shape 18"/>
          <p:cNvSpPr/>
          <p:nvPr/>
        </p:nvSpPr>
        <p:spPr>
          <a:xfrm>
            <a:off x="609600" y="5510784"/>
            <a:ext cx="195072" cy="195072"/>
          </a:xfrm>
          <a:prstGeom prst="ellipse">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21" name="Text 19"/>
          <p:cNvSpPr/>
          <p:nvPr/>
        </p:nvSpPr>
        <p:spPr>
          <a:xfrm>
            <a:off x="914400" y="5474208"/>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Economic impact</a:t>
            </a:r>
            <a:endParaRPr lang="en-US" sz="1600" dirty="0">
              <a:solidFill>
                <a:prstClr val="black"/>
              </a:solidFill>
              <a:latin typeface="Calibri" panose="020F0502020204030204"/>
            </a:endParaRPr>
          </a:p>
        </p:txBody>
      </p:sp>
      <p:sp>
        <p:nvSpPr>
          <p:cNvPr id="22" name="Shape 20"/>
          <p:cNvSpPr/>
          <p:nvPr/>
        </p:nvSpPr>
        <p:spPr>
          <a:xfrm>
            <a:off x="6461760" y="3108960"/>
            <a:ext cx="5120640" cy="390144"/>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23" name="Text 21"/>
          <p:cNvSpPr/>
          <p:nvPr/>
        </p:nvSpPr>
        <p:spPr>
          <a:xfrm>
            <a:off x="6583680" y="3108960"/>
            <a:ext cx="4876800" cy="390144"/>
          </a:xfrm>
          <a:prstGeom prst="rect">
            <a:avLst/>
          </a:prstGeom>
          <a:noFill/>
          <a:ln/>
        </p:spPr>
        <p:txBody>
          <a:bodyPr wrap="square" rtlCol="0" anchor="ctr"/>
          <a:lstStyle/>
          <a:p>
            <a:pPr defTabSz="1219170"/>
            <a:r>
              <a:rPr lang="en-US" sz="1600" b="1" dirty="0">
                <a:solidFill>
                  <a:srgbClr val="FFFFFF"/>
                </a:solidFill>
                <a:latin typeface="Calibri" pitchFamily="34" charset="0"/>
                <a:ea typeface="Calibri" pitchFamily="34" charset="-122"/>
                <a:cs typeface="Calibri" pitchFamily="34" charset="-120"/>
              </a:rPr>
              <a:t>ETHICAL ISSUES</a:t>
            </a:r>
            <a:endParaRPr lang="en-US" sz="1600" dirty="0">
              <a:solidFill>
                <a:prstClr val="black"/>
              </a:solidFill>
              <a:latin typeface="Calibri" panose="020F0502020204030204"/>
            </a:endParaRPr>
          </a:p>
        </p:txBody>
      </p:sp>
      <p:sp>
        <p:nvSpPr>
          <p:cNvPr id="24" name="Shape 22"/>
          <p:cNvSpPr/>
          <p:nvPr/>
        </p:nvSpPr>
        <p:spPr>
          <a:xfrm>
            <a:off x="6583680" y="3657600"/>
            <a:ext cx="195072" cy="195072"/>
          </a:xfrm>
          <a:prstGeom prst="ellipse">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25" name="Text 23"/>
          <p:cNvSpPr/>
          <p:nvPr/>
        </p:nvSpPr>
        <p:spPr>
          <a:xfrm>
            <a:off x="6888480" y="3621024"/>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Health and safety</a:t>
            </a:r>
            <a:endParaRPr lang="en-US" sz="1600" dirty="0">
              <a:solidFill>
                <a:prstClr val="black"/>
              </a:solidFill>
              <a:latin typeface="Calibri" panose="020F0502020204030204"/>
            </a:endParaRPr>
          </a:p>
        </p:txBody>
      </p:sp>
      <p:sp>
        <p:nvSpPr>
          <p:cNvPr id="26" name="Shape 24"/>
          <p:cNvSpPr/>
          <p:nvPr/>
        </p:nvSpPr>
        <p:spPr>
          <a:xfrm>
            <a:off x="6583680" y="4120896"/>
            <a:ext cx="195072" cy="195072"/>
          </a:xfrm>
          <a:prstGeom prst="ellipse">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27" name="Text 25"/>
          <p:cNvSpPr/>
          <p:nvPr/>
        </p:nvSpPr>
        <p:spPr>
          <a:xfrm>
            <a:off x="6888480" y="4084320"/>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Accountability</a:t>
            </a:r>
            <a:endParaRPr lang="en-US" sz="1600" dirty="0">
              <a:solidFill>
                <a:prstClr val="black"/>
              </a:solidFill>
              <a:latin typeface="Calibri" panose="020F0502020204030204"/>
            </a:endParaRPr>
          </a:p>
        </p:txBody>
      </p:sp>
      <p:sp>
        <p:nvSpPr>
          <p:cNvPr id="28" name="Shape 26"/>
          <p:cNvSpPr/>
          <p:nvPr/>
        </p:nvSpPr>
        <p:spPr>
          <a:xfrm>
            <a:off x="6583680" y="4584192"/>
            <a:ext cx="195072" cy="195072"/>
          </a:xfrm>
          <a:prstGeom prst="ellipse">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29" name="Text 27"/>
          <p:cNvSpPr/>
          <p:nvPr/>
        </p:nvSpPr>
        <p:spPr>
          <a:xfrm>
            <a:off x="6888480" y="4547616"/>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Conflicts of interest</a:t>
            </a:r>
            <a:endParaRPr lang="en-US" sz="1600" dirty="0">
              <a:solidFill>
                <a:prstClr val="black"/>
              </a:solidFill>
              <a:latin typeface="Calibri" panose="020F0502020204030204"/>
            </a:endParaRPr>
          </a:p>
        </p:txBody>
      </p:sp>
      <p:sp>
        <p:nvSpPr>
          <p:cNvPr id="30" name="Shape 28"/>
          <p:cNvSpPr/>
          <p:nvPr/>
        </p:nvSpPr>
        <p:spPr>
          <a:xfrm>
            <a:off x="6583680" y="5047488"/>
            <a:ext cx="195072" cy="195072"/>
          </a:xfrm>
          <a:prstGeom prst="ellipse">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31" name="Text 29"/>
          <p:cNvSpPr/>
          <p:nvPr/>
        </p:nvSpPr>
        <p:spPr>
          <a:xfrm>
            <a:off x="6888480" y="5010912"/>
            <a:ext cx="4389120" cy="243840"/>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Bias</a:t>
            </a:r>
            <a:endParaRPr lang="en-US" sz="1600" dirty="0">
              <a:solidFill>
                <a:prstClr val="black"/>
              </a:solidFill>
              <a:latin typeface="Calibri" panose="020F0502020204030204"/>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Definitions</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Terminology</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426720" y="1219200"/>
            <a:ext cx="11338560" cy="156057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8" name="Shape 6"/>
          <p:cNvSpPr/>
          <p:nvPr/>
        </p:nvSpPr>
        <p:spPr>
          <a:xfrm>
            <a:off x="426720" y="1219200"/>
            <a:ext cx="243840" cy="1560576"/>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9" name="Text 7"/>
          <p:cNvSpPr/>
          <p:nvPr/>
        </p:nvSpPr>
        <p:spPr>
          <a:xfrm>
            <a:off x="792480" y="1341120"/>
            <a:ext cx="2926080" cy="390144"/>
          </a:xfrm>
          <a:prstGeom prst="rect">
            <a:avLst/>
          </a:prstGeom>
          <a:noFill/>
          <a:ln/>
        </p:spPr>
        <p:txBody>
          <a:bodyPr wrap="square" rtlCol="0" anchor="ctr"/>
          <a:lstStyle/>
          <a:p>
            <a:pPr defTabSz="1219170"/>
            <a:r>
              <a:rPr lang="en-US" sz="1867" b="1" dirty="0">
                <a:solidFill>
                  <a:srgbClr val="065A82"/>
                </a:solidFill>
                <a:latin typeface="Calibri" pitchFamily="34" charset="0"/>
                <a:ea typeface="Calibri" pitchFamily="34" charset="-122"/>
                <a:cs typeface="Calibri" pitchFamily="34" charset="-120"/>
              </a:rPr>
              <a:t>Social Issue</a:t>
            </a:r>
            <a:endParaRPr lang="en-US" sz="1867" dirty="0">
              <a:solidFill>
                <a:prstClr val="black"/>
              </a:solidFill>
              <a:latin typeface="Calibri" panose="020F0502020204030204"/>
            </a:endParaRPr>
          </a:p>
        </p:txBody>
      </p:sp>
      <p:sp>
        <p:nvSpPr>
          <p:cNvPr id="10" name="Text 8"/>
          <p:cNvSpPr/>
          <p:nvPr/>
        </p:nvSpPr>
        <p:spPr>
          <a:xfrm>
            <a:off x="792480" y="1767840"/>
            <a:ext cx="10789920" cy="950976"/>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A concern relating to the effect of a software engineering solution on individuals, groups, or society. Arises when technology changes how people work, communicate, access services, or participate in society.</a:t>
            </a:r>
            <a:endParaRPr lang="en-US" sz="1600" dirty="0">
              <a:solidFill>
                <a:prstClr val="black"/>
              </a:solidFill>
              <a:latin typeface="Calibri" panose="020F0502020204030204"/>
            </a:endParaRPr>
          </a:p>
        </p:txBody>
      </p:sp>
      <p:sp>
        <p:nvSpPr>
          <p:cNvPr id="11" name="Shape 9"/>
          <p:cNvSpPr/>
          <p:nvPr/>
        </p:nvSpPr>
        <p:spPr>
          <a:xfrm>
            <a:off x="426720" y="2950464"/>
            <a:ext cx="11338560" cy="156057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2" name="Shape 10"/>
          <p:cNvSpPr/>
          <p:nvPr/>
        </p:nvSpPr>
        <p:spPr>
          <a:xfrm>
            <a:off x="426720" y="2950464"/>
            <a:ext cx="243840" cy="156057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3" name="Text 11"/>
          <p:cNvSpPr/>
          <p:nvPr/>
        </p:nvSpPr>
        <p:spPr>
          <a:xfrm>
            <a:off x="792480" y="3072384"/>
            <a:ext cx="2926080" cy="390144"/>
          </a:xfrm>
          <a:prstGeom prst="rect">
            <a:avLst/>
          </a:prstGeom>
          <a:noFill/>
          <a:ln/>
        </p:spPr>
        <p:txBody>
          <a:bodyPr wrap="square" rtlCol="0" anchor="ctr"/>
          <a:lstStyle/>
          <a:p>
            <a:pPr defTabSz="1219170"/>
            <a:r>
              <a:rPr lang="en-US" sz="1867" b="1" dirty="0">
                <a:solidFill>
                  <a:srgbClr val="9B1C1C"/>
                </a:solidFill>
                <a:latin typeface="Calibri" pitchFamily="34" charset="0"/>
                <a:ea typeface="Calibri" pitchFamily="34" charset="-122"/>
                <a:cs typeface="Calibri" pitchFamily="34" charset="-120"/>
              </a:rPr>
              <a:t>Ethical Issue</a:t>
            </a:r>
            <a:endParaRPr lang="en-US" sz="1867" dirty="0">
              <a:solidFill>
                <a:prstClr val="black"/>
              </a:solidFill>
              <a:latin typeface="Calibri" panose="020F0502020204030204"/>
            </a:endParaRPr>
          </a:p>
        </p:txBody>
      </p:sp>
      <p:sp>
        <p:nvSpPr>
          <p:cNvPr id="14" name="Text 12"/>
          <p:cNvSpPr/>
          <p:nvPr/>
        </p:nvSpPr>
        <p:spPr>
          <a:xfrm>
            <a:off x="792480" y="3499104"/>
            <a:ext cx="10789920" cy="950976"/>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A concern about what is morally right or wrong in how software is designed, developed, and deployed. Arises when the values of individuals, organisations, or communities may be compromised by development decisions.</a:t>
            </a:r>
            <a:endParaRPr lang="en-US" sz="1600" dirty="0">
              <a:solidFill>
                <a:prstClr val="black"/>
              </a:solidFill>
              <a:latin typeface="Calibri" panose="020F0502020204030204"/>
            </a:endParaRPr>
          </a:p>
        </p:txBody>
      </p:sp>
      <p:sp>
        <p:nvSpPr>
          <p:cNvPr id="15" name="Shape 13"/>
          <p:cNvSpPr/>
          <p:nvPr/>
        </p:nvSpPr>
        <p:spPr>
          <a:xfrm>
            <a:off x="426720" y="4681728"/>
            <a:ext cx="11338560" cy="156057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6" name="Shape 14"/>
          <p:cNvSpPr/>
          <p:nvPr/>
        </p:nvSpPr>
        <p:spPr>
          <a:xfrm>
            <a:off x="426720" y="4681728"/>
            <a:ext cx="243840" cy="1560576"/>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7" name="Text 15"/>
          <p:cNvSpPr/>
          <p:nvPr/>
        </p:nvSpPr>
        <p:spPr>
          <a:xfrm>
            <a:off x="792480" y="4803648"/>
            <a:ext cx="2926080" cy="390144"/>
          </a:xfrm>
          <a:prstGeom prst="rect">
            <a:avLst/>
          </a:prstGeom>
          <a:noFill/>
          <a:ln/>
        </p:spPr>
        <p:txBody>
          <a:bodyPr wrap="square" rtlCol="0" anchor="ctr"/>
          <a:lstStyle/>
          <a:p>
            <a:pPr defTabSz="1219170"/>
            <a:r>
              <a:rPr lang="en-US" sz="1867" b="1" dirty="0">
                <a:solidFill>
                  <a:srgbClr val="D97706"/>
                </a:solidFill>
                <a:latin typeface="Calibri" pitchFamily="34" charset="0"/>
                <a:ea typeface="Calibri" pitchFamily="34" charset="-122"/>
                <a:cs typeface="Calibri" pitchFamily="34" charset="-120"/>
              </a:rPr>
              <a:t>Stakeholder</a:t>
            </a:r>
            <a:endParaRPr lang="en-US" sz="1867" dirty="0">
              <a:solidFill>
                <a:prstClr val="black"/>
              </a:solidFill>
              <a:latin typeface="Calibri" panose="020F0502020204030204"/>
            </a:endParaRPr>
          </a:p>
        </p:txBody>
      </p:sp>
      <p:sp>
        <p:nvSpPr>
          <p:cNvPr id="18" name="Text 16"/>
          <p:cNvSpPr/>
          <p:nvPr/>
        </p:nvSpPr>
        <p:spPr>
          <a:xfrm>
            <a:off x="792480" y="5230368"/>
            <a:ext cx="10789920" cy="950976"/>
          </a:xfrm>
          <a:prstGeom prst="rect">
            <a:avLst/>
          </a:prstGeom>
          <a:noFill/>
          <a:ln/>
        </p:spPr>
        <p:txBody>
          <a:bodyPr wrap="square" rtlCol="0" anchor="ctr"/>
          <a:lstStyle/>
          <a:p>
            <a:pPr defTabSz="1219170"/>
            <a:r>
              <a:rPr lang="en-US" sz="1600" dirty="0">
                <a:solidFill>
                  <a:srgbClr val="374151"/>
                </a:solidFill>
                <a:latin typeface="Calibri" pitchFamily="34" charset="0"/>
                <a:ea typeface="Calibri" pitchFamily="34" charset="-122"/>
                <a:cs typeface="Calibri" pitchFamily="34" charset="-120"/>
              </a:rPr>
              <a:t>Any person or group with an interest in the project — because they are involved in its development or affected by its outcome. Includes: client, end users, developers, project managers, and the broader community.</a:t>
            </a:r>
            <a:endParaRPr lang="en-US" sz="1600" dirty="0">
              <a:solidFill>
                <a:prstClr val="black"/>
              </a:solidFill>
              <a:latin typeface="Calibri" panose="020F0502020204030204"/>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Social Issues (1 of 2)</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0" y="1036320"/>
            <a:ext cx="12192000" cy="609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9" name="Shape 7"/>
          <p:cNvSpPr/>
          <p:nvPr/>
        </p:nvSpPr>
        <p:spPr>
          <a:xfrm>
            <a:off x="365760" y="1280160"/>
            <a:ext cx="5486400" cy="463296"/>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51206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Employment</a:t>
            </a:r>
            <a:endParaRPr lang="en-US" sz="2000" dirty="0">
              <a:solidFill>
                <a:prstClr val="black"/>
              </a:solidFill>
              <a:latin typeface="Calibri" panose="020F0502020204030204"/>
            </a:endParaRPr>
          </a:p>
        </p:txBody>
      </p:sp>
      <p:sp>
        <p:nvSpPr>
          <p:cNvPr id="11" name="Text 9"/>
          <p:cNvSpPr/>
          <p:nvPr/>
        </p:nvSpPr>
        <p:spPr>
          <a:xfrm>
            <a:off x="51206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Software may automate roles, displacing workers. However, new roles (sysadmin, data analyst) may also be created.</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Example: An inventory management system may reduce manual stock-keeping — the developer should consider staff redeployment.</a:t>
            </a:r>
            <a:endParaRPr lang="en-US" sz="1600" dirty="0">
              <a:solidFill>
                <a:prstClr val="black"/>
              </a:solidFill>
              <a:latin typeface="Calibri" panose="020F0502020204030204"/>
            </a:endParaRPr>
          </a:p>
        </p:txBody>
      </p:sp>
      <p:sp>
        <p:nvSpPr>
          <p:cNvPr id="12" name="Shape 10"/>
          <p:cNvSpPr/>
          <p:nvPr/>
        </p:nvSpPr>
        <p:spPr>
          <a:xfrm>
            <a:off x="627888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6278880" y="1280160"/>
            <a:ext cx="5486400" cy="463296"/>
          </a:xfrm>
          <a:prstGeom prst="rect">
            <a:avLst/>
          </a:prstGeom>
          <a:solidFill>
            <a:srgbClr val="0369A1"/>
          </a:solidFill>
          <a:ln w="12700">
            <a:solidFill>
              <a:srgbClr val="0369A1"/>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642518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Equality</a:t>
            </a:r>
            <a:endParaRPr lang="en-US" sz="2000" dirty="0">
              <a:solidFill>
                <a:prstClr val="black"/>
              </a:solidFill>
              <a:latin typeface="Calibri" panose="020F0502020204030204"/>
            </a:endParaRPr>
          </a:p>
        </p:txBody>
      </p:sp>
      <p:sp>
        <p:nvSpPr>
          <p:cNvPr id="15" name="Text 13"/>
          <p:cNvSpPr/>
          <p:nvPr/>
        </p:nvSpPr>
        <p:spPr>
          <a:xfrm>
            <a:off x="642518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Solutions must be accessible to ALL users — regardless of disability, age, language, or socioeconomic status.</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WCAG (Web Content Accessibility Guidelines) provides a framework for inclusive design. Consider accessibility from requirements definition.</a:t>
            </a:r>
            <a:endParaRPr lang="en-US" sz="1600" dirty="0">
              <a:solidFill>
                <a:prstClr val="black"/>
              </a:solidFill>
              <a:latin typeface="Calibri" panose="020F0502020204030204"/>
            </a:endParaRPr>
          </a:p>
        </p:txBody>
      </p:sp>
      <p:sp>
        <p:nvSpPr>
          <p:cNvPr id="16" name="Text 14"/>
          <p:cNvSpPr/>
          <p:nvPr/>
        </p:nvSpPr>
        <p:spPr>
          <a:xfrm>
            <a:off x="365760" y="6156960"/>
            <a:ext cx="11460480" cy="390144"/>
          </a:xfrm>
          <a:prstGeom prst="rect">
            <a:avLst/>
          </a:prstGeom>
          <a:noFill/>
          <a:ln/>
        </p:spPr>
        <p:txBody>
          <a:bodyPr wrap="square" rtlCol="0" anchor="ctr"/>
          <a:lstStyle/>
          <a:p>
            <a:pPr defTabSz="1219170"/>
            <a:r>
              <a:rPr lang="en-US" sz="1400" b="1" dirty="0">
                <a:solidFill>
                  <a:srgbClr val="065A82"/>
                </a:solidFill>
                <a:latin typeface="Calibri" pitchFamily="34" charset="0"/>
                <a:ea typeface="Calibri" pitchFamily="34" charset="-122"/>
                <a:cs typeface="Calibri" pitchFamily="34" charset="-120"/>
              </a:rPr>
              <a:t>Key principle: Social issues arise from the IMPACT of software on people and society — not from the developer's conduct itself.</a:t>
            </a:r>
            <a:endParaRPr lang="en-US" sz="1400" dirty="0">
              <a:solidFill>
                <a:prstClr val="black"/>
              </a:solidFill>
              <a:latin typeface="Calibri" panose="020F0502020204030204"/>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Social Issues (2 of 2)</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0" y="1036320"/>
            <a:ext cx="12192000" cy="609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8" name="Shape 6"/>
          <p:cNvSpPr/>
          <p:nvPr/>
        </p:nvSpPr>
        <p:spPr>
          <a:xfrm>
            <a:off x="243840" y="1280160"/>
            <a:ext cx="3779520" cy="46939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9" name="Shape 7"/>
          <p:cNvSpPr/>
          <p:nvPr/>
        </p:nvSpPr>
        <p:spPr>
          <a:xfrm>
            <a:off x="243840" y="1280160"/>
            <a:ext cx="3779520" cy="463296"/>
          </a:xfrm>
          <a:prstGeom prst="rect">
            <a:avLst/>
          </a:prstGeom>
          <a:solidFill>
            <a:srgbClr val="065F46"/>
          </a:solidFill>
          <a:ln w="12700">
            <a:solidFill>
              <a:srgbClr val="065F46"/>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365760" y="1280160"/>
            <a:ext cx="3596640" cy="463296"/>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Environmental Issues</a:t>
            </a:r>
            <a:endParaRPr lang="en-US" sz="1733" dirty="0">
              <a:solidFill>
                <a:prstClr val="black"/>
              </a:solidFill>
              <a:latin typeface="Calibri" panose="020F0502020204030204"/>
            </a:endParaRPr>
          </a:p>
        </p:txBody>
      </p:sp>
      <p:sp>
        <p:nvSpPr>
          <p:cNvPr id="11" name="Text 9"/>
          <p:cNvSpPr/>
          <p:nvPr/>
        </p:nvSpPr>
        <p:spPr>
          <a:xfrm>
            <a:off x="365760" y="1804416"/>
            <a:ext cx="3560064" cy="402336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Software has an environmental footprint: server electricity consumption, carbon emissions from deployments, and hardware e-waste.</a:t>
            </a:r>
            <a:endParaRPr lang="en-US" sz="1467" dirty="0">
              <a:solidFill>
                <a:prstClr val="black"/>
              </a:solidFill>
              <a:latin typeface="Calibri" panose="020F0502020204030204"/>
            </a:endParaRPr>
          </a:p>
          <a:p>
            <a:pPr defTabSz="1219170"/>
            <a:endParaRPr lang="en-US" sz="1467" dirty="0">
              <a:solidFill>
                <a:prstClr val="black"/>
              </a:solidFill>
              <a:latin typeface="Calibri" panose="020F0502020204030204"/>
            </a:endParaRPr>
          </a:p>
          <a:p>
            <a:pPr defTabSz="1219170"/>
            <a:r>
              <a:rPr lang="en-US" sz="1467" dirty="0">
                <a:solidFill>
                  <a:srgbClr val="374151"/>
                </a:solidFill>
                <a:latin typeface="Calibri" pitchFamily="34" charset="0"/>
                <a:ea typeface="Calibri" pitchFamily="34" charset="-122"/>
                <a:cs typeface="Calibri" pitchFamily="34" charset="-120"/>
              </a:rPr>
              <a:t>Poorly optimised code requires more processing power → more energy. Cloud infrastructure can be more efficient but increases dependence on large providers.</a:t>
            </a:r>
            <a:endParaRPr lang="en-US" sz="1467" dirty="0">
              <a:solidFill>
                <a:prstClr val="black"/>
              </a:solidFill>
              <a:latin typeface="Calibri" panose="020F0502020204030204"/>
            </a:endParaRPr>
          </a:p>
        </p:txBody>
      </p:sp>
      <p:sp>
        <p:nvSpPr>
          <p:cNvPr id="12" name="Shape 10"/>
          <p:cNvSpPr/>
          <p:nvPr/>
        </p:nvSpPr>
        <p:spPr>
          <a:xfrm>
            <a:off x="4218432" y="1280160"/>
            <a:ext cx="3779520" cy="46939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4218432" y="1280160"/>
            <a:ext cx="3779520" cy="463296"/>
          </a:xfrm>
          <a:prstGeom prst="rect">
            <a:avLst/>
          </a:prstGeom>
          <a:solidFill>
            <a:srgbClr val="5B21B6"/>
          </a:solidFill>
          <a:ln w="12700">
            <a:solidFill>
              <a:srgbClr val="5B21B6"/>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4340352" y="1280160"/>
            <a:ext cx="3596640" cy="463296"/>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Cultural Identity</a:t>
            </a:r>
            <a:endParaRPr lang="en-US" sz="1733" dirty="0">
              <a:solidFill>
                <a:prstClr val="black"/>
              </a:solidFill>
              <a:latin typeface="Calibri" panose="020F0502020204030204"/>
            </a:endParaRPr>
          </a:p>
        </p:txBody>
      </p:sp>
      <p:sp>
        <p:nvSpPr>
          <p:cNvPr id="15" name="Text 13"/>
          <p:cNvSpPr/>
          <p:nvPr/>
        </p:nvSpPr>
        <p:spPr>
          <a:xfrm>
            <a:off x="4340352" y="1804416"/>
            <a:ext cx="3560064" cy="402336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Software can marginalise users from minority backgrounds. Problems include: non-Western name fields, regional date format assumptions, or biased content moderation.</a:t>
            </a:r>
            <a:endParaRPr lang="en-US" sz="1467" dirty="0">
              <a:solidFill>
                <a:prstClr val="black"/>
              </a:solidFill>
              <a:latin typeface="Calibri" panose="020F0502020204030204"/>
            </a:endParaRPr>
          </a:p>
          <a:p>
            <a:pPr defTabSz="1219170"/>
            <a:endParaRPr lang="en-US" sz="1467" dirty="0">
              <a:solidFill>
                <a:prstClr val="black"/>
              </a:solidFill>
              <a:latin typeface="Calibri" panose="020F0502020204030204"/>
            </a:endParaRPr>
          </a:p>
          <a:p>
            <a:pPr defTabSz="1219170"/>
            <a:r>
              <a:rPr lang="en-US" sz="1467" dirty="0">
                <a:solidFill>
                  <a:srgbClr val="374151"/>
                </a:solidFill>
                <a:latin typeface="Calibri" pitchFamily="34" charset="0"/>
                <a:ea typeface="Calibri" pitchFamily="34" charset="-122"/>
                <a:cs typeface="Calibri" pitchFamily="34" charset="-120"/>
              </a:rPr>
              <a:t>Developers should engage culturally diverse stakeholders during requirements gathering.</a:t>
            </a:r>
            <a:endParaRPr lang="en-US" sz="1467" dirty="0">
              <a:solidFill>
                <a:prstClr val="black"/>
              </a:solidFill>
              <a:latin typeface="Calibri" panose="020F0502020204030204"/>
            </a:endParaRPr>
          </a:p>
        </p:txBody>
      </p:sp>
      <p:sp>
        <p:nvSpPr>
          <p:cNvPr id="16" name="Shape 14"/>
          <p:cNvSpPr/>
          <p:nvPr/>
        </p:nvSpPr>
        <p:spPr>
          <a:xfrm>
            <a:off x="8193024" y="1280160"/>
            <a:ext cx="3779520" cy="46939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7" name="Shape 15"/>
          <p:cNvSpPr/>
          <p:nvPr/>
        </p:nvSpPr>
        <p:spPr>
          <a:xfrm>
            <a:off x="8193024" y="1280160"/>
            <a:ext cx="3779520" cy="463296"/>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8" name="Text 16"/>
          <p:cNvSpPr/>
          <p:nvPr/>
        </p:nvSpPr>
        <p:spPr>
          <a:xfrm>
            <a:off x="8314944" y="1280160"/>
            <a:ext cx="3596640" cy="463296"/>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Economic Impact</a:t>
            </a:r>
            <a:endParaRPr lang="en-US" sz="1733" dirty="0">
              <a:solidFill>
                <a:prstClr val="black"/>
              </a:solidFill>
              <a:latin typeface="Calibri" panose="020F0502020204030204"/>
            </a:endParaRPr>
          </a:p>
        </p:txBody>
      </p:sp>
      <p:sp>
        <p:nvSpPr>
          <p:cNvPr id="19" name="Text 17"/>
          <p:cNvSpPr/>
          <p:nvPr/>
        </p:nvSpPr>
        <p:spPr>
          <a:xfrm>
            <a:off x="8314944" y="1804416"/>
            <a:ext cx="3560064" cy="402336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Software affects clients, users, and the wider community economically. Open-source democratises access; proprietary solutions can create costly dependency.</a:t>
            </a:r>
            <a:endParaRPr lang="en-US" sz="1467" dirty="0">
              <a:solidFill>
                <a:prstClr val="black"/>
              </a:solidFill>
              <a:latin typeface="Calibri" panose="020F0502020204030204"/>
            </a:endParaRPr>
          </a:p>
          <a:p>
            <a:pPr defTabSz="1219170"/>
            <a:endParaRPr lang="en-US" sz="1467" dirty="0">
              <a:solidFill>
                <a:prstClr val="black"/>
              </a:solidFill>
              <a:latin typeface="Calibri" panose="020F0502020204030204"/>
            </a:endParaRPr>
          </a:p>
          <a:p>
            <a:pPr defTabSz="1219170"/>
            <a:r>
              <a:rPr lang="en-US" sz="1467" dirty="0">
                <a:solidFill>
                  <a:srgbClr val="374151"/>
                </a:solidFill>
                <a:latin typeface="Calibri" pitchFamily="34" charset="0"/>
                <a:ea typeface="Calibri" pitchFamily="34" charset="-122"/>
                <a:cs typeface="Calibri" pitchFamily="34" charset="-120"/>
              </a:rPr>
              <a:t>Students should consider the economic implications of tool selection and licensing model.</a:t>
            </a:r>
            <a:endParaRPr lang="en-US" sz="1467" dirty="0">
              <a:solidFill>
                <a:prstClr val="black"/>
              </a:solidFill>
              <a:latin typeface="Calibri" panose="020F0502020204030204"/>
            </a:endParaRPr>
          </a:p>
        </p:txBody>
      </p:sp>
      <p:sp>
        <p:nvSpPr>
          <p:cNvPr id="20" name="Text 18"/>
          <p:cNvSpPr/>
          <p:nvPr/>
        </p:nvSpPr>
        <p:spPr>
          <a:xfrm>
            <a:off x="365760" y="6156960"/>
            <a:ext cx="11460480" cy="390144"/>
          </a:xfrm>
          <a:prstGeom prst="rect">
            <a:avLst/>
          </a:prstGeom>
          <a:noFill/>
          <a:ln/>
        </p:spPr>
        <p:txBody>
          <a:bodyPr wrap="square" rtlCol="0" anchor="ctr"/>
          <a:lstStyle/>
          <a:p>
            <a:pPr defTabSz="1219170"/>
            <a:r>
              <a:rPr lang="en-US" sz="1400" b="1" dirty="0">
                <a:solidFill>
                  <a:srgbClr val="065A82"/>
                </a:solidFill>
                <a:latin typeface="Calibri" pitchFamily="34" charset="0"/>
                <a:ea typeface="Calibri" pitchFamily="34" charset="-122"/>
                <a:cs typeface="Calibri" pitchFamily="34" charset="-120"/>
              </a:rPr>
              <a:t>Together, these five social issues form the required NESA content for the Research &amp; Planning section of your Major Project folio.</a:t>
            </a:r>
            <a:endParaRPr lang="en-US" sz="1400" dirty="0">
              <a:solidFill>
                <a:prstClr val="black"/>
              </a:solidFill>
              <a:latin typeface="Calibri" panose="020F0502020204030204"/>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Ethical Issues (1 of 2)</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0" y="1036320"/>
            <a:ext cx="12192000" cy="60960"/>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9" name="Shape 7"/>
          <p:cNvSpPr/>
          <p:nvPr/>
        </p:nvSpPr>
        <p:spPr>
          <a:xfrm>
            <a:off x="365760" y="1280160"/>
            <a:ext cx="5486400" cy="46329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51206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Health and Safety</a:t>
            </a:r>
            <a:endParaRPr lang="en-US" sz="2000" dirty="0">
              <a:solidFill>
                <a:prstClr val="black"/>
              </a:solidFill>
              <a:latin typeface="Calibri" panose="020F0502020204030204"/>
            </a:endParaRPr>
          </a:p>
        </p:txBody>
      </p:sp>
      <p:sp>
        <p:nvSpPr>
          <p:cNvPr id="11" name="Text 9"/>
          <p:cNvSpPr/>
          <p:nvPr/>
        </p:nvSpPr>
        <p:spPr>
          <a:xfrm>
            <a:off x="51206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Developers are ethically obligated to protect users from physical harm.</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Safety-critical systems (medical devices, vehicle automation) demand rigorous testing. Even low-criticality apps can cause harm — e.g. an incorrect medication reminder, or a rostering system scheduling unsafe hours.</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For HSC: includes ergonomic design, data protection, and preventing harmful behaviour.</a:t>
            </a:r>
            <a:endParaRPr lang="en-US" sz="1600" dirty="0">
              <a:solidFill>
                <a:prstClr val="black"/>
              </a:solidFill>
              <a:latin typeface="Calibri" panose="020F0502020204030204"/>
            </a:endParaRPr>
          </a:p>
        </p:txBody>
      </p:sp>
      <p:sp>
        <p:nvSpPr>
          <p:cNvPr id="12" name="Shape 10"/>
          <p:cNvSpPr/>
          <p:nvPr/>
        </p:nvSpPr>
        <p:spPr>
          <a:xfrm>
            <a:off x="627888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6278880" y="1280160"/>
            <a:ext cx="5486400" cy="463296"/>
          </a:xfrm>
          <a:prstGeom prst="rect">
            <a:avLst/>
          </a:prstGeom>
          <a:solidFill>
            <a:srgbClr val="7C3AED"/>
          </a:solidFill>
          <a:ln w="12700">
            <a:solidFill>
              <a:srgbClr val="7C3AED"/>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642518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Accountability</a:t>
            </a:r>
            <a:endParaRPr lang="en-US" sz="2000" dirty="0">
              <a:solidFill>
                <a:prstClr val="black"/>
              </a:solidFill>
              <a:latin typeface="Calibri" panose="020F0502020204030204"/>
            </a:endParaRPr>
          </a:p>
        </p:txBody>
      </p:sp>
      <p:sp>
        <p:nvSpPr>
          <p:cNvPr id="15" name="Text 13"/>
          <p:cNvSpPr/>
          <p:nvPr/>
        </p:nvSpPr>
        <p:spPr>
          <a:xfrm>
            <a:off x="642518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Developers must accept responsibility for the outcomes of their software.</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Version control supports accountability by attributing each change to a specific developer. Clear documentation of design decisions is essential.</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For HSC: the process diary and folio demonstrate accountability throughout development.</a:t>
            </a:r>
            <a:endParaRPr lang="en-US" sz="1600" dirty="0">
              <a:solidFill>
                <a:prstClr val="black"/>
              </a:solidFill>
              <a:latin typeface="Calibri" panose="020F0502020204030204"/>
            </a:endParaRPr>
          </a:p>
        </p:txBody>
      </p:sp>
      <p:sp>
        <p:nvSpPr>
          <p:cNvPr id="16" name="Text 14"/>
          <p:cNvSpPr/>
          <p:nvPr/>
        </p:nvSpPr>
        <p:spPr>
          <a:xfrm>
            <a:off x="365760" y="6156960"/>
            <a:ext cx="11460480" cy="390144"/>
          </a:xfrm>
          <a:prstGeom prst="rect">
            <a:avLst/>
          </a:prstGeom>
          <a:noFill/>
          <a:ln/>
        </p:spPr>
        <p:txBody>
          <a:bodyPr wrap="square" rtlCol="0" anchor="ctr"/>
          <a:lstStyle/>
          <a:p>
            <a:pPr defTabSz="1219170"/>
            <a:r>
              <a:rPr lang="en-US" sz="1400" b="1" dirty="0">
                <a:solidFill>
                  <a:srgbClr val="9B1C1C"/>
                </a:solidFill>
                <a:latin typeface="Calibri" pitchFamily="34" charset="0"/>
                <a:ea typeface="Calibri" pitchFamily="34" charset="-122"/>
                <a:cs typeface="Calibri" pitchFamily="34" charset="-120"/>
              </a:rPr>
              <a:t>Key principle: Ethical issues concern what is RIGHT OR WRONG in developer conduct — not just the social impact of the software.</a:t>
            </a:r>
            <a:endParaRPr lang="en-US" sz="1400" dirty="0">
              <a:solidFill>
                <a:prstClr val="black"/>
              </a:solidFill>
              <a:latin typeface="Calibri" panose="020F0502020204030204"/>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Ethical Issues (2 of 2)</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0" y="1036320"/>
            <a:ext cx="12192000" cy="60960"/>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9" name="Shape 7"/>
          <p:cNvSpPr/>
          <p:nvPr/>
        </p:nvSpPr>
        <p:spPr>
          <a:xfrm>
            <a:off x="365760" y="1280160"/>
            <a:ext cx="5486400" cy="463296"/>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51206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Conflicts of Interest</a:t>
            </a:r>
            <a:endParaRPr lang="en-US" sz="2000" dirty="0">
              <a:solidFill>
                <a:prstClr val="black"/>
              </a:solidFill>
              <a:latin typeface="Calibri" panose="020F0502020204030204"/>
            </a:endParaRPr>
          </a:p>
        </p:txBody>
      </p:sp>
      <p:sp>
        <p:nvSpPr>
          <p:cNvPr id="11" name="Text 9"/>
          <p:cNvSpPr/>
          <p:nvPr/>
        </p:nvSpPr>
        <p:spPr>
          <a:xfrm>
            <a:off x="51206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Occurs when a developer's personal interests compromise their ability to act in the best interests of a stakeholder or the project.</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Examples: Developer holds shares in a competitor; team member gives undue weight to a friend's preferences.</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Managed through: transparent communication, documented decision-making, independent review.</a:t>
            </a:r>
            <a:endParaRPr lang="en-US" sz="1600" dirty="0">
              <a:solidFill>
                <a:prstClr val="black"/>
              </a:solidFill>
              <a:latin typeface="Calibri" panose="020F0502020204030204"/>
            </a:endParaRPr>
          </a:p>
        </p:txBody>
      </p:sp>
      <p:sp>
        <p:nvSpPr>
          <p:cNvPr id="12" name="Shape 10"/>
          <p:cNvSpPr/>
          <p:nvPr/>
        </p:nvSpPr>
        <p:spPr>
          <a:xfrm>
            <a:off x="6278880" y="1280160"/>
            <a:ext cx="5486400" cy="475488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6278880" y="1280160"/>
            <a:ext cx="5486400" cy="463296"/>
          </a:xfrm>
          <a:prstGeom prst="rect">
            <a:avLst/>
          </a:prstGeom>
          <a:solidFill>
            <a:srgbClr val="DC2626"/>
          </a:solidFill>
          <a:ln w="12700">
            <a:solidFill>
              <a:srgbClr val="DC2626"/>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6425184" y="1280160"/>
            <a:ext cx="5242560" cy="463296"/>
          </a:xfrm>
          <a:prstGeom prst="rect">
            <a:avLst/>
          </a:prstGeom>
          <a:noFill/>
          <a:ln/>
        </p:spPr>
        <p:txBody>
          <a:bodyPr wrap="square" rtlCol="0" anchor="ctr"/>
          <a:lstStyle/>
          <a:p>
            <a:pPr defTabSz="1219170"/>
            <a:r>
              <a:rPr lang="en-US" sz="2000" b="1" dirty="0">
                <a:solidFill>
                  <a:srgbClr val="FFFFFF"/>
                </a:solidFill>
                <a:latin typeface="Calibri" pitchFamily="34" charset="0"/>
                <a:ea typeface="Calibri" pitchFamily="34" charset="-122"/>
                <a:cs typeface="Calibri" pitchFamily="34" charset="-120"/>
              </a:rPr>
              <a:t>Bias</a:t>
            </a:r>
            <a:endParaRPr lang="en-US" sz="2000" dirty="0">
              <a:solidFill>
                <a:prstClr val="black"/>
              </a:solidFill>
              <a:latin typeface="Calibri" panose="020F0502020204030204"/>
            </a:endParaRPr>
          </a:p>
        </p:txBody>
      </p:sp>
      <p:sp>
        <p:nvSpPr>
          <p:cNvPr id="15" name="Text 13"/>
          <p:cNvSpPr/>
          <p:nvPr/>
        </p:nvSpPr>
        <p:spPr>
          <a:xfrm>
            <a:off x="6425184" y="1828800"/>
            <a:ext cx="5242560" cy="4084320"/>
          </a:xfrm>
          <a:prstGeom prst="rect">
            <a:avLst/>
          </a:prstGeom>
          <a:noFill/>
          <a:ln/>
        </p:spPr>
        <p:txBody>
          <a:bodyPr wrap="square" rtlCol="0" anchor="t"/>
          <a:lstStyle/>
          <a:p>
            <a:pPr defTabSz="1219170"/>
            <a:r>
              <a:rPr lang="en-US" sz="1600" dirty="0">
                <a:solidFill>
                  <a:srgbClr val="374151"/>
                </a:solidFill>
                <a:latin typeface="Calibri" pitchFamily="34" charset="0"/>
                <a:ea typeface="Calibri" pitchFamily="34" charset="-122"/>
                <a:cs typeface="Calibri" pitchFamily="34" charset="-120"/>
              </a:rPr>
              <a:t>The introduction of systematic and unfair prejudice into a software solution — through data, design assumptions, or developer values.</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Most prominent in AI/ML systems, but also appears in simpler tools: a screening tool that disadvantages applicants based on hobbies, or search ranking that reflects developer cultural perspective.</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600" dirty="0">
                <a:solidFill>
                  <a:srgbClr val="374151"/>
                </a:solidFill>
                <a:latin typeface="Calibri" pitchFamily="34" charset="0"/>
                <a:ea typeface="Calibri" pitchFamily="34" charset="-122"/>
                <a:cs typeface="Calibri" pitchFamily="34" charset="-120"/>
              </a:rPr>
              <a:t>Developers must critically examine their own assumptions and test solutions against diverse user scenarios.</a:t>
            </a:r>
            <a:endParaRPr lang="en-US" sz="1600" dirty="0">
              <a:solidFill>
                <a:prstClr val="black"/>
              </a:solidFill>
              <a:latin typeface="Calibri" panose="020F0502020204030204"/>
            </a:endParaRPr>
          </a:p>
        </p:txBody>
      </p:sp>
      <p:sp>
        <p:nvSpPr>
          <p:cNvPr id="16" name="Text 14"/>
          <p:cNvSpPr/>
          <p:nvPr/>
        </p:nvSpPr>
        <p:spPr>
          <a:xfrm>
            <a:off x="365760" y="6156960"/>
            <a:ext cx="11460480" cy="390144"/>
          </a:xfrm>
          <a:prstGeom prst="rect">
            <a:avLst/>
          </a:prstGeom>
          <a:noFill/>
          <a:ln/>
        </p:spPr>
        <p:txBody>
          <a:bodyPr wrap="square" rtlCol="0" anchor="ctr"/>
          <a:lstStyle/>
          <a:p>
            <a:pPr defTabSz="1219170"/>
            <a:r>
              <a:rPr lang="en-US" sz="1400" b="1" dirty="0">
                <a:solidFill>
                  <a:srgbClr val="9B1C1C"/>
                </a:solidFill>
                <a:latin typeface="Calibri" pitchFamily="34" charset="0"/>
                <a:ea typeface="Calibri" pitchFamily="34" charset="-122"/>
                <a:cs typeface="Calibri" pitchFamily="34" charset="-120"/>
              </a:rPr>
              <a:t>These four ethical issues are the required NESA content for the Research &amp; Planning folio — address all four explicitly.</a:t>
            </a:r>
            <a:endParaRPr lang="en-US" sz="1400" dirty="0">
              <a:solidFill>
                <a:prstClr val="black"/>
              </a:solidFill>
              <a:latin typeface="Calibri" panose="020F0502020204030204"/>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Individual vs Collaborative Development</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219200"/>
            <a:ext cx="3048000" cy="463296"/>
          </a:xfrm>
          <a:prstGeom prst="rect">
            <a:avLst/>
          </a:prstGeom>
          <a:solidFill>
            <a:srgbClr val="1B3A6B"/>
          </a:solidFill>
          <a:ln w="6350">
            <a:solidFill>
              <a:srgbClr val="FFFFFF"/>
            </a:solidFill>
            <a:prstDash val="solid"/>
          </a:ln>
        </p:spPr>
        <p:txBody>
          <a:bodyPr/>
          <a:lstStyle/>
          <a:p>
            <a:pPr defTabSz="1219170"/>
            <a:endParaRPr lang="en-AU" sz="2400">
              <a:solidFill>
                <a:prstClr val="black"/>
              </a:solidFill>
              <a:latin typeface="Calibri" panose="020F0502020204030204"/>
            </a:endParaRPr>
          </a:p>
        </p:txBody>
      </p:sp>
      <p:sp>
        <p:nvSpPr>
          <p:cNvPr id="8" name="Text 6"/>
          <p:cNvSpPr/>
          <p:nvPr/>
        </p:nvSpPr>
        <p:spPr>
          <a:xfrm>
            <a:off x="463296" y="1219200"/>
            <a:ext cx="2901696" cy="463296"/>
          </a:xfrm>
          <a:prstGeom prst="rect">
            <a:avLst/>
          </a:prstGeom>
          <a:noFill/>
          <a:ln/>
        </p:spPr>
        <p:txBody>
          <a:bodyPr wrap="square" rtlCol="0" anchor="ctr"/>
          <a:lstStyle/>
          <a:p>
            <a:pPr defTabSz="1219170"/>
            <a:r>
              <a:rPr lang="en-US" sz="1600" b="1" dirty="0">
                <a:solidFill>
                  <a:srgbClr val="FFFFFF"/>
                </a:solidFill>
                <a:latin typeface="Calibri" pitchFamily="34" charset="0"/>
                <a:ea typeface="Calibri" pitchFamily="34" charset="-122"/>
                <a:cs typeface="Calibri" pitchFamily="34" charset="-120"/>
              </a:rPr>
              <a:t>Dimension</a:t>
            </a:r>
            <a:endParaRPr lang="en-US" sz="1600" dirty="0">
              <a:solidFill>
                <a:prstClr val="black"/>
              </a:solidFill>
              <a:latin typeface="Calibri" panose="020F0502020204030204"/>
            </a:endParaRPr>
          </a:p>
        </p:txBody>
      </p:sp>
      <p:sp>
        <p:nvSpPr>
          <p:cNvPr id="9" name="Shape 7"/>
          <p:cNvSpPr/>
          <p:nvPr/>
        </p:nvSpPr>
        <p:spPr>
          <a:xfrm>
            <a:off x="3413760" y="1219200"/>
            <a:ext cx="4145280" cy="463296"/>
          </a:xfrm>
          <a:prstGeom prst="rect">
            <a:avLst/>
          </a:prstGeom>
          <a:solidFill>
            <a:srgbClr val="1B3A6B"/>
          </a:solidFill>
          <a:ln w="6350">
            <a:solidFill>
              <a:srgbClr val="FFFFFF"/>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3511296" y="1219200"/>
            <a:ext cx="3998976" cy="463296"/>
          </a:xfrm>
          <a:prstGeom prst="rect">
            <a:avLst/>
          </a:prstGeom>
          <a:noFill/>
          <a:ln/>
        </p:spPr>
        <p:txBody>
          <a:bodyPr wrap="square" rtlCol="0" anchor="ctr"/>
          <a:lstStyle/>
          <a:p>
            <a:pPr defTabSz="1219170"/>
            <a:r>
              <a:rPr lang="en-US" sz="1600" b="1" dirty="0">
                <a:solidFill>
                  <a:srgbClr val="FFFFFF"/>
                </a:solidFill>
                <a:latin typeface="Calibri" pitchFamily="34" charset="0"/>
                <a:ea typeface="Calibri" pitchFamily="34" charset="-122"/>
                <a:cs typeface="Calibri" pitchFamily="34" charset="-120"/>
              </a:rPr>
              <a:t>Individual</a:t>
            </a:r>
            <a:endParaRPr lang="en-US" sz="1600" dirty="0">
              <a:solidFill>
                <a:prstClr val="black"/>
              </a:solidFill>
              <a:latin typeface="Calibri" panose="020F0502020204030204"/>
            </a:endParaRPr>
          </a:p>
        </p:txBody>
      </p:sp>
      <p:sp>
        <p:nvSpPr>
          <p:cNvPr id="11" name="Shape 9"/>
          <p:cNvSpPr/>
          <p:nvPr/>
        </p:nvSpPr>
        <p:spPr>
          <a:xfrm>
            <a:off x="7559040" y="1219200"/>
            <a:ext cx="4145280" cy="463296"/>
          </a:xfrm>
          <a:prstGeom prst="rect">
            <a:avLst/>
          </a:prstGeom>
          <a:solidFill>
            <a:srgbClr val="1B3A6B"/>
          </a:solidFill>
          <a:ln w="6350">
            <a:solidFill>
              <a:srgbClr val="FFFFFF"/>
            </a:solidFill>
            <a:prstDash val="solid"/>
          </a:ln>
        </p:spPr>
        <p:txBody>
          <a:bodyPr/>
          <a:lstStyle/>
          <a:p>
            <a:pPr defTabSz="1219170"/>
            <a:endParaRPr lang="en-AU" sz="2400">
              <a:solidFill>
                <a:prstClr val="black"/>
              </a:solidFill>
              <a:latin typeface="Calibri" panose="020F0502020204030204"/>
            </a:endParaRPr>
          </a:p>
        </p:txBody>
      </p:sp>
      <p:sp>
        <p:nvSpPr>
          <p:cNvPr id="12" name="Text 10"/>
          <p:cNvSpPr/>
          <p:nvPr/>
        </p:nvSpPr>
        <p:spPr>
          <a:xfrm>
            <a:off x="7656576" y="1219200"/>
            <a:ext cx="3998976" cy="463296"/>
          </a:xfrm>
          <a:prstGeom prst="rect">
            <a:avLst/>
          </a:prstGeom>
          <a:noFill/>
          <a:ln/>
        </p:spPr>
        <p:txBody>
          <a:bodyPr wrap="square" rtlCol="0" anchor="ctr"/>
          <a:lstStyle/>
          <a:p>
            <a:pPr defTabSz="1219170"/>
            <a:r>
              <a:rPr lang="en-US" sz="1600" b="1" dirty="0">
                <a:solidFill>
                  <a:srgbClr val="FFFFFF"/>
                </a:solidFill>
                <a:latin typeface="Calibri" pitchFamily="34" charset="0"/>
                <a:ea typeface="Calibri" pitchFamily="34" charset="-122"/>
                <a:cs typeface="Calibri" pitchFamily="34" charset="-120"/>
              </a:rPr>
              <a:t>Collaborative</a:t>
            </a:r>
            <a:endParaRPr lang="en-US" sz="1600" dirty="0">
              <a:solidFill>
                <a:prstClr val="black"/>
              </a:solidFill>
              <a:latin typeface="Calibri" panose="020F0502020204030204"/>
            </a:endParaRPr>
          </a:p>
        </p:txBody>
      </p:sp>
      <p:sp>
        <p:nvSpPr>
          <p:cNvPr id="13" name="Shape 11"/>
          <p:cNvSpPr/>
          <p:nvPr/>
        </p:nvSpPr>
        <p:spPr>
          <a:xfrm>
            <a:off x="365760" y="1682496"/>
            <a:ext cx="304800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463296" y="1731264"/>
            <a:ext cx="2877312" cy="560832"/>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Accountability</a:t>
            </a:r>
            <a:endParaRPr lang="en-US" sz="1467" dirty="0">
              <a:solidFill>
                <a:prstClr val="black"/>
              </a:solidFill>
              <a:latin typeface="Calibri" panose="020F0502020204030204"/>
            </a:endParaRPr>
          </a:p>
        </p:txBody>
      </p:sp>
      <p:sp>
        <p:nvSpPr>
          <p:cNvPr id="15" name="Shape 13"/>
          <p:cNvSpPr/>
          <p:nvPr/>
        </p:nvSpPr>
        <p:spPr>
          <a:xfrm>
            <a:off x="3413760" y="1682496"/>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16" name="Text 14"/>
          <p:cNvSpPr/>
          <p:nvPr/>
        </p:nvSpPr>
        <p:spPr>
          <a:xfrm>
            <a:off x="3511296" y="1731264"/>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Sole developer is responsible for all decisions</a:t>
            </a:r>
            <a:endParaRPr lang="en-US" sz="1467" dirty="0">
              <a:solidFill>
                <a:prstClr val="black"/>
              </a:solidFill>
              <a:latin typeface="Calibri" panose="020F0502020204030204"/>
            </a:endParaRPr>
          </a:p>
        </p:txBody>
      </p:sp>
      <p:sp>
        <p:nvSpPr>
          <p:cNvPr id="17" name="Shape 15"/>
          <p:cNvSpPr/>
          <p:nvPr/>
        </p:nvSpPr>
        <p:spPr>
          <a:xfrm>
            <a:off x="7559040" y="1682496"/>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18" name="Text 16"/>
          <p:cNvSpPr/>
          <p:nvPr/>
        </p:nvSpPr>
        <p:spPr>
          <a:xfrm>
            <a:off x="7656576" y="1731264"/>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Must be formally assigned and documented per component</a:t>
            </a:r>
            <a:endParaRPr lang="en-US" sz="1467" dirty="0">
              <a:solidFill>
                <a:prstClr val="black"/>
              </a:solidFill>
              <a:latin typeface="Calibri" panose="020F0502020204030204"/>
            </a:endParaRPr>
          </a:p>
        </p:txBody>
      </p:sp>
      <p:sp>
        <p:nvSpPr>
          <p:cNvPr id="19" name="Shape 17"/>
          <p:cNvSpPr/>
          <p:nvPr/>
        </p:nvSpPr>
        <p:spPr>
          <a:xfrm>
            <a:off x="365760" y="2316480"/>
            <a:ext cx="304800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20" name="Text 18"/>
          <p:cNvSpPr/>
          <p:nvPr/>
        </p:nvSpPr>
        <p:spPr>
          <a:xfrm>
            <a:off x="463296" y="2365248"/>
            <a:ext cx="2877312" cy="560832"/>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Bias</a:t>
            </a:r>
            <a:endParaRPr lang="en-US" sz="1467" dirty="0">
              <a:solidFill>
                <a:prstClr val="black"/>
              </a:solidFill>
              <a:latin typeface="Calibri" panose="020F0502020204030204"/>
            </a:endParaRPr>
          </a:p>
        </p:txBody>
      </p:sp>
      <p:sp>
        <p:nvSpPr>
          <p:cNvPr id="21" name="Shape 19"/>
          <p:cNvSpPr/>
          <p:nvPr/>
        </p:nvSpPr>
        <p:spPr>
          <a:xfrm>
            <a:off x="3413760" y="2316480"/>
            <a:ext cx="414528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22" name="Text 20"/>
          <p:cNvSpPr/>
          <p:nvPr/>
        </p:nvSpPr>
        <p:spPr>
          <a:xfrm>
            <a:off x="3511296" y="2365248"/>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One perspective dominates design</a:t>
            </a:r>
            <a:endParaRPr lang="en-US" sz="1467" dirty="0">
              <a:solidFill>
                <a:prstClr val="black"/>
              </a:solidFill>
              <a:latin typeface="Calibri" panose="020F0502020204030204"/>
            </a:endParaRPr>
          </a:p>
        </p:txBody>
      </p:sp>
      <p:sp>
        <p:nvSpPr>
          <p:cNvPr id="23" name="Shape 21"/>
          <p:cNvSpPr/>
          <p:nvPr/>
        </p:nvSpPr>
        <p:spPr>
          <a:xfrm>
            <a:off x="7559040" y="2316480"/>
            <a:ext cx="414528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24" name="Text 22"/>
          <p:cNvSpPr/>
          <p:nvPr/>
        </p:nvSpPr>
        <p:spPr>
          <a:xfrm>
            <a:off x="7656576" y="2365248"/>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Diverse team can reduce unconscious bias</a:t>
            </a:r>
            <a:endParaRPr lang="en-US" sz="1467" dirty="0">
              <a:solidFill>
                <a:prstClr val="black"/>
              </a:solidFill>
              <a:latin typeface="Calibri" panose="020F0502020204030204"/>
            </a:endParaRPr>
          </a:p>
        </p:txBody>
      </p:sp>
      <p:sp>
        <p:nvSpPr>
          <p:cNvPr id="25" name="Shape 23"/>
          <p:cNvSpPr/>
          <p:nvPr/>
        </p:nvSpPr>
        <p:spPr>
          <a:xfrm>
            <a:off x="365760" y="2950464"/>
            <a:ext cx="304800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26" name="Text 24"/>
          <p:cNvSpPr/>
          <p:nvPr/>
        </p:nvSpPr>
        <p:spPr>
          <a:xfrm>
            <a:off x="463296" y="2999232"/>
            <a:ext cx="2877312" cy="560832"/>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Conflicts of interest</a:t>
            </a:r>
            <a:endParaRPr lang="en-US" sz="1467" dirty="0">
              <a:solidFill>
                <a:prstClr val="black"/>
              </a:solidFill>
              <a:latin typeface="Calibri" panose="020F0502020204030204"/>
            </a:endParaRPr>
          </a:p>
        </p:txBody>
      </p:sp>
      <p:sp>
        <p:nvSpPr>
          <p:cNvPr id="27" name="Shape 25"/>
          <p:cNvSpPr/>
          <p:nvPr/>
        </p:nvSpPr>
        <p:spPr>
          <a:xfrm>
            <a:off x="3413760" y="2950464"/>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28" name="Text 26"/>
          <p:cNvSpPr/>
          <p:nvPr/>
        </p:nvSpPr>
        <p:spPr>
          <a:xfrm>
            <a:off x="3511296" y="2999232"/>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Easier to identify; self-managed</a:t>
            </a:r>
            <a:endParaRPr lang="en-US" sz="1467" dirty="0">
              <a:solidFill>
                <a:prstClr val="black"/>
              </a:solidFill>
              <a:latin typeface="Calibri" panose="020F0502020204030204"/>
            </a:endParaRPr>
          </a:p>
        </p:txBody>
      </p:sp>
      <p:sp>
        <p:nvSpPr>
          <p:cNvPr id="29" name="Shape 27"/>
          <p:cNvSpPr/>
          <p:nvPr/>
        </p:nvSpPr>
        <p:spPr>
          <a:xfrm>
            <a:off x="7559040" y="2950464"/>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30" name="Text 28"/>
          <p:cNvSpPr/>
          <p:nvPr/>
        </p:nvSpPr>
        <p:spPr>
          <a:xfrm>
            <a:off x="7656576" y="2999232"/>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Requires formal disclosure and management procedures</a:t>
            </a:r>
            <a:endParaRPr lang="en-US" sz="1467" dirty="0">
              <a:solidFill>
                <a:prstClr val="black"/>
              </a:solidFill>
              <a:latin typeface="Calibri" panose="020F0502020204030204"/>
            </a:endParaRPr>
          </a:p>
        </p:txBody>
      </p:sp>
      <p:sp>
        <p:nvSpPr>
          <p:cNvPr id="31" name="Shape 29"/>
          <p:cNvSpPr/>
          <p:nvPr/>
        </p:nvSpPr>
        <p:spPr>
          <a:xfrm>
            <a:off x="365760" y="3584448"/>
            <a:ext cx="304800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32" name="Text 30"/>
          <p:cNvSpPr/>
          <p:nvPr/>
        </p:nvSpPr>
        <p:spPr>
          <a:xfrm>
            <a:off x="463296" y="3633216"/>
            <a:ext cx="2877312" cy="560832"/>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Equality</a:t>
            </a:r>
            <a:endParaRPr lang="en-US" sz="1467" dirty="0">
              <a:solidFill>
                <a:prstClr val="black"/>
              </a:solidFill>
              <a:latin typeface="Calibri" panose="020F0502020204030204"/>
            </a:endParaRPr>
          </a:p>
        </p:txBody>
      </p:sp>
      <p:sp>
        <p:nvSpPr>
          <p:cNvPr id="33" name="Shape 31"/>
          <p:cNvSpPr/>
          <p:nvPr/>
        </p:nvSpPr>
        <p:spPr>
          <a:xfrm>
            <a:off x="3413760" y="3584448"/>
            <a:ext cx="414528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34" name="Text 32"/>
          <p:cNvSpPr/>
          <p:nvPr/>
        </p:nvSpPr>
        <p:spPr>
          <a:xfrm>
            <a:off x="3511296" y="3633216"/>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Dependent on individual awareness</a:t>
            </a:r>
            <a:endParaRPr lang="en-US" sz="1467" dirty="0">
              <a:solidFill>
                <a:prstClr val="black"/>
              </a:solidFill>
              <a:latin typeface="Calibri" panose="020F0502020204030204"/>
            </a:endParaRPr>
          </a:p>
        </p:txBody>
      </p:sp>
      <p:sp>
        <p:nvSpPr>
          <p:cNvPr id="35" name="Shape 33"/>
          <p:cNvSpPr/>
          <p:nvPr/>
        </p:nvSpPr>
        <p:spPr>
          <a:xfrm>
            <a:off x="7559040" y="3584448"/>
            <a:ext cx="4145280" cy="633984"/>
          </a:xfrm>
          <a:prstGeom prst="rect">
            <a:avLst/>
          </a:prstGeom>
          <a:solidFill>
            <a:srgbClr val="FFFF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36" name="Text 34"/>
          <p:cNvSpPr/>
          <p:nvPr/>
        </p:nvSpPr>
        <p:spPr>
          <a:xfrm>
            <a:off x="7656576" y="3633216"/>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Peer review can catch accessibility oversights</a:t>
            </a:r>
            <a:endParaRPr lang="en-US" sz="1467" dirty="0">
              <a:solidFill>
                <a:prstClr val="black"/>
              </a:solidFill>
              <a:latin typeface="Calibri" panose="020F0502020204030204"/>
            </a:endParaRPr>
          </a:p>
        </p:txBody>
      </p:sp>
      <p:sp>
        <p:nvSpPr>
          <p:cNvPr id="37" name="Shape 35"/>
          <p:cNvSpPr/>
          <p:nvPr/>
        </p:nvSpPr>
        <p:spPr>
          <a:xfrm>
            <a:off x="365760" y="4218432"/>
            <a:ext cx="304800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38" name="Text 36"/>
          <p:cNvSpPr/>
          <p:nvPr/>
        </p:nvSpPr>
        <p:spPr>
          <a:xfrm>
            <a:off x="463296" y="4267200"/>
            <a:ext cx="2877312" cy="560832"/>
          </a:xfrm>
          <a:prstGeom prst="rect">
            <a:avLst/>
          </a:prstGeom>
          <a:noFill/>
          <a:ln/>
        </p:spPr>
        <p:txBody>
          <a:bodyPr wrap="square" rtlCol="0" anchor="ctr"/>
          <a:lstStyle/>
          <a:p>
            <a:pPr defTabSz="1219170"/>
            <a:r>
              <a:rPr lang="en-US" sz="1467" b="1" dirty="0">
                <a:solidFill>
                  <a:srgbClr val="1B3A6B"/>
                </a:solidFill>
                <a:latin typeface="Calibri" pitchFamily="34" charset="0"/>
                <a:ea typeface="Calibri" pitchFamily="34" charset="-122"/>
                <a:cs typeface="Calibri" pitchFamily="34" charset="-120"/>
              </a:rPr>
              <a:t>Knowledge equity</a:t>
            </a:r>
            <a:endParaRPr lang="en-US" sz="1467" dirty="0">
              <a:solidFill>
                <a:prstClr val="black"/>
              </a:solidFill>
              <a:latin typeface="Calibri" panose="020F0502020204030204"/>
            </a:endParaRPr>
          </a:p>
        </p:txBody>
      </p:sp>
      <p:sp>
        <p:nvSpPr>
          <p:cNvPr id="39" name="Shape 37"/>
          <p:cNvSpPr/>
          <p:nvPr/>
        </p:nvSpPr>
        <p:spPr>
          <a:xfrm>
            <a:off x="3413760" y="4218432"/>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40" name="Text 38"/>
          <p:cNvSpPr/>
          <p:nvPr/>
        </p:nvSpPr>
        <p:spPr>
          <a:xfrm>
            <a:off x="3511296" y="4267200"/>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Individual retains all project knowledge</a:t>
            </a:r>
            <a:endParaRPr lang="en-US" sz="1467" dirty="0">
              <a:solidFill>
                <a:prstClr val="black"/>
              </a:solidFill>
              <a:latin typeface="Calibri" panose="020F0502020204030204"/>
            </a:endParaRPr>
          </a:p>
        </p:txBody>
      </p:sp>
      <p:sp>
        <p:nvSpPr>
          <p:cNvPr id="41" name="Shape 39"/>
          <p:cNvSpPr/>
          <p:nvPr/>
        </p:nvSpPr>
        <p:spPr>
          <a:xfrm>
            <a:off x="7559040" y="4218432"/>
            <a:ext cx="4145280" cy="633984"/>
          </a:xfrm>
          <a:prstGeom prst="rect">
            <a:avLst/>
          </a:prstGeom>
          <a:solidFill>
            <a:srgbClr val="F0F7FF"/>
          </a:solidFill>
          <a:ln w="3810">
            <a:solidFill>
              <a:srgbClr val="D1D5DB"/>
            </a:solidFill>
            <a:prstDash val="solid"/>
          </a:ln>
        </p:spPr>
        <p:txBody>
          <a:bodyPr/>
          <a:lstStyle/>
          <a:p>
            <a:pPr defTabSz="1219170"/>
            <a:endParaRPr lang="en-AU" sz="2400">
              <a:solidFill>
                <a:prstClr val="black"/>
              </a:solidFill>
              <a:latin typeface="Calibri" panose="020F0502020204030204"/>
            </a:endParaRPr>
          </a:p>
        </p:txBody>
      </p:sp>
      <p:sp>
        <p:nvSpPr>
          <p:cNvPr id="42" name="Text 40"/>
          <p:cNvSpPr/>
          <p:nvPr/>
        </p:nvSpPr>
        <p:spPr>
          <a:xfrm>
            <a:off x="7656576" y="4267200"/>
            <a:ext cx="3974592" cy="560832"/>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Distributed; reduces single-point-of-failure risk</a:t>
            </a:r>
            <a:endParaRPr lang="en-US" sz="1467" dirty="0">
              <a:solidFill>
                <a:prstClr val="black"/>
              </a:solidFill>
              <a:latin typeface="Calibri" panose="020F0502020204030204"/>
            </a:endParaRPr>
          </a:p>
        </p:txBody>
      </p:sp>
      <p:sp>
        <p:nvSpPr>
          <p:cNvPr id="43" name="Text 41"/>
          <p:cNvSpPr/>
          <p:nvPr/>
        </p:nvSpPr>
        <p:spPr>
          <a:xfrm>
            <a:off x="365760" y="6156960"/>
            <a:ext cx="11460480" cy="390144"/>
          </a:xfrm>
          <a:prstGeom prst="rect">
            <a:avLst/>
          </a:prstGeom>
          <a:noFill/>
          <a:ln/>
        </p:spPr>
        <p:txBody>
          <a:bodyPr wrap="square" rtlCol="0" anchor="ctr"/>
          <a:lstStyle/>
          <a:p>
            <a:pPr defTabSz="1219170"/>
            <a:r>
              <a:rPr lang="en-US" sz="1400" b="1" dirty="0">
                <a:solidFill>
                  <a:srgbClr val="065A82"/>
                </a:solidFill>
                <a:latin typeface="Calibri" pitchFamily="34" charset="0"/>
                <a:ea typeface="Calibri" pitchFamily="34" charset="-122"/>
                <a:cs typeface="Calibri" pitchFamily="34" charset="-120"/>
              </a:rPr>
              <a:t>Note: Even individual Major Project developers must address all social and ethical issues — they simply bear sole responsibility for doing so.</a:t>
            </a:r>
            <a:endParaRPr lang="en-US" sz="1400" dirty="0">
              <a:solidFill>
                <a:prstClr val="black"/>
              </a:solidFill>
              <a:latin typeface="Calibri" panose="020F0502020204030204"/>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Responding to Stakeholders</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Text 5"/>
          <p:cNvSpPr/>
          <p:nvPr/>
        </p:nvSpPr>
        <p:spPr>
          <a:xfrm>
            <a:off x="487680" y="1158240"/>
            <a:ext cx="11216640" cy="426720"/>
          </a:xfrm>
          <a:prstGeom prst="rect">
            <a:avLst/>
          </a:prstGeom>
          <a:noFill/>
          <a:ln/>
        </p:spPr>
        <p:txBody>
          <a:bodyPr wrap="square" rtlCol="0" anchor="ctr"/>
          <a:lstStyle/>
          <a:p>
            <a:pPr defTabSz="1219170"/>
            <a:r>
              <a:rPr lang="en-US" sz="1667" dirty="0">
                <a:solidFill>
                  <a:srgbClr val="374151"/>
                </a:solidFill>
                <a:latin typeface="Calibri" pitchFamily="34" charset="0"/>
                <a:ea typeface="Calibri" pitchFamily="34" charset="-122"/>
                <a:cs typeface="Calibri" pitchFamily="34" charset="-120"/>
              </a:rPr>
              <a:t>Responding to stakeholders ethically involves more than recording their preferences. Four core obligations:</a:t>
            </a:r>
            <a:endParaRPr lang="en-US" sz="1667" dirty="0">
              <a:solidFill>
                <a:prstClr val="black"/>
              </a:solidFill>
              <a:latin typeface="Calibri" panose="020F0502020204030204"/>
            </a:endParaRPr>
          </a:p>
        </p:txBody>
      </p:sp>
      <p:sp>
        <p:nvSpPr>
          <p:cNvPr id="8" name="Shape 6"/>
          <p:cNvSpPr/>
          <p:nvPr/>
        </p:nvSpPr>
        <p:spPr>
          <a:xfrm>
            <a:off x="365760" y="1731264"/>
            <a:ext cx="5608320" cy="19507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9" name="Shape 7"/>
          <p:cNvSpPr/>
          <p:nvPr/>
        </p:nvSpPr>
        <p:spPr>
          <a:xfrm>
            <a:off x="365760" y="1731264"/>
            <a:ext cx="5608320" cy="3657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0" name="Text 8"/>
          <p:cNvSpPr/>
          <p:nvPr/>
        </p:nvSpPr>
        <p:spPr>
          <a:xfrm>
            <a:off x="487680" y="1731264"/>
            <a:ext cx="5425440" cy="365760"/>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Informed Consent</a:t>
            </a:r>
            <a:endParaRPr lang="en-US" sz="1733" dirty="0">
              <a:solidFill>
                <a:prstClr val="black"/>
              </a:solidFill>
              <a:latin typeface="Calibri" panose="020F0502020204030204"/>
            </a:endParaRPr>
          </a:p>
        </p:txBody>
      </p:sp>
      <p:sp>
        <p:nvSpPr>
          <p:cNvPr id="11" name="Text 9"/>
          <p:cNvSpPr/>
          <p:nvPr/>
        </p:nvSpPr>
        <p:spPr>
          <a:xfrm>
            <a:off x="487680" y="2145792"/>
            <a:ext cx="5388864" cy="146304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Users must be told what data is collected and how it will be used. Collecting unnecessary data is an ethical breach. Governed by the Australian Privacy Act 1988 and the Australian Privacy Principles (APPs).</a:t>
            </a:r>
            <a:endParaRPr lang="en-US" sz="1467" dirty="0">
              <a:solidFill>
                <a:prstClr val="black"/>
              </a:solidFill>
              <a:latin typeface="Calibri" panose="020F0502020204030204"/>
            </a:endParaRPr>
          </a:p>
        </p:txBody>
      </p:sp>
      <p:sp>
        <p:nvSpPr>
          <p:cNvPr id="12" name="Shape 10"/>
          <p:cNvSpPr/>
          <p:nvPr/>
        </p:nvSpPr>
        <p:spPr>
          <a:xfrm>
            <a:off x="6278880" y="1731264"/>
            <a:ext cx="5608320" cy="19507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6278880" y="1731264"/>
            <a:ext cx="5608320" cy="365760"/>
          </a:xfrm>
          <a:prstGeom prst="rect">
            <a:avLst/>
          </a:prstGeom>
          <a:solidFill>
            <a:srgbClr val="0369A1"/>
          </a:solidFill>
          <a:ln w="12700">
            <a:solidFill>
              <a:srgbClr val="0369A1"/>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6400800" y="1731264"/>
            <a:ext cx="5425440" cy="365760"/>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Transparency</a:t>
            </a:r>
            <a:endParaRPr lang="en-US" sz="1733" dirty="0">
              <a:solidFill>
                <a:prstClr val="black"/>
              </a:solidFill>
              <a:latin typeface="Calibri" panose="020F0502020204030204"/>
            </a:endParaRPr>
          </a:p>
        </p:txBody>
      </p:sp>
      <p:sp>
        <p:nvSpPr>
          <p:cNvPr id="15" name="Text 13"/>
          <p:cNvSpPr/>
          <p:nvPr/>
        </p:nvSpPr>
        <p:spPr>
          <a:xfrm>
            <a:off x="6400800" y="2145792"/>
            <a:ext cx="5388864" cy="146304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Communicate honestly about capabilities, limitations, and risks. Overstating reliability to meet a deadline or secure approval is unethical.</a:t>
            </a:r>
            <a:endParaRPr lang="en-US" sz="1467" dirty="0">
              <a:solidFill>
                <a:prstClr val="black"/>
              </a:solidFill>
              <a:latin typeface="Calibri" panose="020F0502020204030204"/>
            </a:endParaRPr>
          </a:p>
        </p:txBody>
      </p:sp>
      <p:sp>
        <p:nvSpPr>
          <p:cNvPr id="16" name="Shape 14"/>
          <p:cNvSpPr/>
          <p:nvPr/>
        </p:nvSpPr>
        <p:spPr>
          <a:xfrm>
            <a:off x="365760" y="3901440"/>
            <a:ext cx="5608320" cy="19507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7" name="Shape 15"/>
          <p:cNvSpPr/>
          <p:nvPr/>
        </p:nvSpPr>
        <p:spPr>
          <a:xfrm>
            <a:off x="365760" y="3901440"/>
            <a:ext cx="5608320" cy="365760"/>
          </a:xfrm>
          <a:prstGeom prst="rect">
            <a:avLst/>
          </a:prstGeom>
          <a:solidFill>
            <a:srgbClr val="7C3AED"/>
          </a:solidFill>
          <a:ln w="12700">
            <a:solidFill>
              <a:srgbClr val="7C3AED"/>
            </a:solidFill>
            <a:prstDash val="solid"/>
          </a:ln>
        </p:spPr>
        <p:txBody>
          <a:bodyPr/>
          <a:lstStyle/>
          <a:p>
            <a:pPr defTabSz="1219170"/>
            <a:endParaRPr lang="en-AU" sz="2400">
              <a:solidFill>
                <a:prstClr val="black"/>
              </a:solidFill>
              <a:latin typeface="Calibri" panose="020F0502020204030204"/>
            </a:endParaRPr>
          </a:p>
        </p:txBody>
      </p:sp>
      <p:sp>
        <p:nvSpPr>
          <p:cNvPr id="18" name="Text 16"/>
          <p:cNvSpPr/>
          <p:nvPr/>
        </p:nvSpPr>
        <p:spPr>
          <a:xfrm>
            <a:off x="487680" y="3901440"/>
            <a:ext cx="5425440" cy="365760"/>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Representation</a:t>
            </a:r>
            <a:endParaRPr lang="en-US" sz="1733" dirty="0">
              <a:solidFill>
                <a:prstClr val="black"/>
              </a:solidFill>
              <a:latin typeface="Calibri" panose="020F0502020204030204"/>
            </a:endParaRPr>
          </a:p>
        </p:txBody>
      </p:sp>
      <p:sp>
        <p:nvSpPr>
          <p:cNvPr id="19" name="Text 17"/>
          <p:cNvSpPr/>
          <p:nvPr/>
        </p:nvSpPr>
        <p:spPr>
          <a:xfrm>
            <a:off x="487680" y="4315968"/>
            <a:ext cx="5388864" cy="146304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Stakeholders deserve genuine influence over design — not token consultation. Especially important for vulnerable groups: children, elderly users, people with disabilities.</a:t>
            </a:r>
            <a:endParaRPr lang="en-US" sz="1467" dirty="0">
              <a:solidFill>
                <a:prstClr val="black"/>
              </a:solidFill>
              <a:latin typeface="Calibri" panose="020F0502020204030204"/>
            </a:endParaRPr>
          </a:p>
        </p:txBody>
      </p:sp>
      <p:sp>
        <p:nvSpPr>
          <p:cNvPr id="20" name="Shape 18"/>
          <p:cNvSpPr/>
          <p:nvPr/>
        </p:nvSpPr>
        <p:spPr>
          <a:xfrm>
            <a:off x="6278880" y="3901440"/>
            <a:ext cx="5608320" cy="19507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21" name="Shape 19"/>
          <p:cNvSpPr/>
          <p:nvPr/>
        </p:nvSpPr>
        <p:spPr>
          <a:xfrm>
            <a:off x="6278880" y="3901440"/>
            <a:ext cx="5608320" cy="365760"/>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22" name="Text 20"/>
          <p:cNvSpPr/>
          <p:nvPr/>
        </p:nvSpPr>
        <p:spPr>
          <a:xfrm>
            <a:off x="6400800" y="3901440"/>
            <a:ext cx="5425440" cy="365760"/>
          </a:xfrm>
          <a:prstGeom prst="rect">
            <a:avLst/>
          </a:prstGeom>
          <a:noFill/>
          <a:ln/>
        </p:spPr>
        <p:txBody>
          <a:bodyPr wrap="square" rtlCol="0" anchor="ctr"/>
          <a:lstStyle/>
          <a:p>
            <a:pPr defTabSz="1219170"/>
            <a:r>
              <a:rPr lang="en-US" sz="1733" b="1" dirty="0">
                <a:solidFill>
                  <a:srgbClr val="FFFFFF"/>
                </a:solidFill>
                <a:latin typeface="Calibri" pitchFamily="34" charset="0"/>
                <a:ea typeface="Calibri" pitchFamily="34" charset="-122"/>
                <a:cs typeface="Calibri" pitchFamily="34" charset="-120"/>
              </a:rPr>
              <a:t>Responsiveness</a:t>
            </a:r>
            <a:endParaRPr lang="en-US" sz="1733" dirty="0">
              <a:solidFill>
                <a:prstClr val="black"/>
              </a:solidFill>
              <a:latin typeface="Calibri" panose="020F0502020204030204"/>
            </a:endParaRPr>
          </a:p>
        </p:txBody>
      </p:sp>
      <p:sp>
        <p:nvSpPr>
          <p:cNvPr id="23" name="Text 21"/>
          <p:cNvSpPr/>
          <p:nvPr/>
        </p:nvSpPr>
        <p:spPr>
          <a:xfrm>
            <a:off x="6400800" y="4315968"/>
            <a:ext cx="5388864" cy="1463040"/>
          </a:xfrm>
          <a:prstGeom prst="rect">
            <a:avLst/>
          </a:prstGeom>
          <a:noFill/>
          <a:ln/>
        </p:spPr>
        <p:txBody>
          <a:bodyPr wrap="square" rtlCol="0" anchor="t"/>
          <a:lstStyle/>
          <a:p>
            <a:pPr defTabSz="1219170"/>
            <a:r>
              <a:rPr lang="en-US" sz="1467" dirty="0">
                <a:solidFill>
                  <a:srgbClr val="374151"/>
                </a:solidFill>
                <a:latin typeface="Calibri" pitchFamily="34" charset="0"/>
                <a:ea typeface="Calibri" pitchFamily="34" charset="-122"/>
                <a:cs typeface="Calibri" pitchFamily="34" charset="-120"/>
              </a:rPr>
              <a:t>When stakeholders identify problems — bugs, usability issues, social concerns — developers must respond in a timely and considered manner.</a:t>
            </a:r>
            <a:endParaRPr lang="en-US" sz="1467" dirty="0">
              <a:solidFill>
                <a:prstClr val="black"/>
              </a:solidFill>
              <a:latin typeface="Calibri" panose="020F05020202040302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Real-World Example</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Applied</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158240"/>
            <a:ext cx="11460480" cy="512064"/>
          </a:xfrm>
          <a:prstGeom prst="rect">
            <a:avLst/>
          </a:prstGeom>
          <a:solidFill>
            <a:srgbClr val="D5E8F0"/>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8" name="Text 6"/>
          <p:cNvSpPr/>
          <p:nvPr/>
        </p:nvSpPr>
        <p:spPr>
          <a:xfrm>
            <a:off x="487680" y="1170432"/>
            <a:ext cx="11216640" cy="487680"/>
          </a:xfrm>
          <a:prstGeom prst="rect">
            <a:avLst/>
          </a:prstGeom>
          <a:noFill/>
          <a:ln/>
        </p:spPr>
        <p:txBody>
          <a:bodyPr wrap="square" rtlCol="0" anchor="ctr"/>
          <a:lstStyle/>
          <a:p>
            <a:pPr defTabSz="1219170"/>
            <a:r>
              <a:rPr lang="en-US" sz="1600" b="1" dirty="0">
                <a:solidFill>
                  <a:srgbClr val="1B3A6B"/>
                </a:solidFill>
                <a:latin typeface="Calibri" pitchFamily="34" charset="0"/>
                <a:ea typeface="Calibri" pitchFamily="34" charset="-122"/>
                <a:cs typeface="Calibri" pitchFamily="34" charset="-120"/>
              </a:rPr>
              <a:t>Scenario: Student develops a school wellbeing check-in web application for anonymous mood reporting and counsellor referrals</a:t>
            </a:r>
            <a:endParaRPr lang="en-US" sz="1600" dirty="0">
              <a:solidFill>
                <a:prstClr val="black"/>
              </a:solidFill>
              <a:latin typeface="Calibri" panose="020F0502020204030204"/>
            </a:endParaRPr>
          </a:p>
        </p:txBody>
      </p:sp>
      <p:sp>
        <p:nvSpPr>
          <p:cNvPr id="9" name="Shape 7"/>
          <p:cNvSpPr/>
          <p:nvPr/>
        </p:nvSpPr>
        <p:spPr>
          <a:xfrm>
            <a:off x="365760" y="1828800"/>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0" name="Shape 8"/>
          <p:cNvSpPr/>
          <p:nvPr/>
        </p:nvSpPr>
        <p:spPr>
          <a:xfrm>
            <a:off x="365760" y="1828800"/>
            <a:ext cx="219456" cy="134112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1" name="Text 9"/>
          <p:cNvSpPr/>
          <p:nvPr/>
        </p:nvSpPr>
        <p:spPr>
          <a:xfrm>
            <a:off x="682752" y="1901952"/>
            <a:ext cx="5157216" cy="304800"/>
          </a:xfrm>
          <a:prstGeom prst="rect">
            <a:avLst/>
          </a:prstGeom>
          <a:noFill/>
          <a:ln/>
        </p:spPr>
        <p:txBody>
          <a:bodyPr wrap="square" rtlCol="0" anchor="ctr"/>
          <a:lstStyle/>
          <a:p>
            <a:pPr defTabSz="1219170"/>
            <a:r>
              <a:rPr lang="en-US" sz="1600" b="1" dirty="0">
                <a:solidFill>
                  <a:srgbClr val="065A82"/>
                </a:solidFill>
                <a:latin typeface="Calibri" pitchFamily="34" charset="0"/>
                <a:ea typeface="Calibri" pitchFamily="34" charset="-122"/>
                <a:cs typeface="Calibri" pitchFamily="34" charset="-120"/>
              </a:rPr>
              <a:t>Employment</a:t>
            </a:r>
            <a:endParaRPr lang="en-US" sz="1600" dirty="0">
              <a:solidFill>
                <a:prstClr val="black"/>
              </a:solidFill>
              <a:latin typeface="Calibri" panose="020F0502020204030204"/>
            </a:endParaRPr>
          </a:p>
        </p:txBody>
      </p:sp>
      <p:sp>
        <p:nvSpPr>
          <p:cNvPr id="12" name="Text 10"/>
          <p:cNvSpPr/>
          <p:nvPr/>
        </p:nvSpPr>
        <p:spPr>
          <a:xfrm>
            <a:off x="682752" y="2218944"/>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May reduce manual welfare check admin, but creates a new monitoring role</a:t>
            </a:r>
            <a:endParaRPr lang="en-US" sz="1467" dirty="0">
              <a:solidFill>
                <a:prstClr val="black"/>
              </a:solidFill>
              <a:latin typeface="Calibri" panose="020F0502020204030204"/>
            </a:endParaRPr>
          </a:p>
        </p:txBody>
      </p:sp>
      <p:sp>
        <p:nvSpPr>
          <p:cNvPr id="13" name="Shape 11"/>
          <p:cNvSpPr/>
          <p:nvPr/>
        </p:nvSpPr>
        <p:spPr>
          <a:xfrm>
            <a:off x="6278880" y="1828800"/>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4" name="Shape 12"/>
          <p:cNvSpPr/>
          <p:nvPr/>
        </p:nvSpPr>
        <p:spPr>
          <a:xfrm>
            <a:off x="6278880" y="1828800"/>
            <a:ext cx="219456" cy="1341120"/>
          </a:xfrm>
          <a:prstGeom prst="rect">
            <a:avLst/>
          </a:prstGeom>
          <a:solidFill>
            <a:srgbClr val="0369A1"/>
          </a:solidFill>
          <a:ln w="12700">
            <a:solidFill>
              <a:srgbClr val="0369A1"/>
            </a:solidFill>
            <a:prstDash val="solid"/>
          </a:ln>
        </p:spPr>
        <p:txBody>
          <a:bodyPr/>
          <a:lstStyle/>
          <a:p>
            <a:pPr defTabSz="1219170"/>
            <a:endParaRPr lang="en-AU" sz="2400">
              <a:solidFill>
                <a:prstClr val="black"/>
              </a:solidFill>
              <a:latin typeface="Calibri" panose="020F0502020204030204"/>
            </a:endParaRPr>
          </a:p>
        </p:txBody>
      </p:sp>
      <p:sp>
        <p:nvSpPr>
          <p:cNvPr id="15" name="Text 13"/>
          <p:cNvSpPr/>
          <p:nvPr/>
        </p:nvSpPr>
        <p:spPr>
          <a:xfrm>
            <a:off x="6595872" y="1901952"/>
            <a:ext cx="5157216" cy="304800"/>
          </a:xfrm>
          <a:prstGeom prst="rect">
            <a:avLst/>
          </a:prstGeom>
          <a:noFill/>
          <a:ln/>
        </p:spPr>
        <p:txBody>
          <a:bodyPr wrap="square" rtlCol="0" anchor="ctr"/>
          <a:lstStyle/>
          <a:p>
            <a:pPr defTabSz="1219170"/>
            <a:r>
              <a:rPr lang="en-US" sz="1600" b="1" dirty="0">
                <a:solidFill>
                  <a:srgbClr val="0369A1"/>
                </a:solidFill>
                <a:latin typeface="Calibri" pitchFamily="34" charset="0"/>
                <a:ea typeface="Calibri" pitchFamily="34" charset="-122"/>
                <a:cs typeface="Calibri" pitchFamily="34" charset="-120"/>
              </a:rPr>
              <a:t>Equality</a:t>
            </a:r>
            <a:endParaRPr lang="en-US" sz="1600" dirty="0">
              <a:solidFill>
                <a:prstClr val="black"/>
              </a:solidFill>
              <a:latin typeface="Calibri" panose="020F0502020204030204"/>
            </a:endParaRPr>
          </a:p>
        </p:txBody>
      </p:sp>
      <p:sp>
        <p:nvSpPr>
          <p:cNvPr id="16" name="Text 14"/>
          <p:cNvSpPr/>
          <p:nvPr/>
        </p:nvSpPr>
        <p:spPr>
          <a:xfrm>
            <a:off x="6595872" y="2218944"/>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Students without home devices are excluded — paper-based fallback needed</a:t>
            </a:r>
            <a:endParaRPr lang="en-US" sz="1467" dirty="0">
              <a:solidFill>
                <a:prstClr val="black"/>
              </a:solidFill>
              <a:latin typeface="Calibri" panose="020F0502020204030204"/>
            </a:endParaRPr>
          </a:p>
        </p:txBody>
      </p:sp>
      <p:sp>
        <p:nvSpPr>
          <p:cNvPr id="17" name="Shape 15"/>
          <p:cNvSpPr/>
          <p:nvPr/>
        </p:nvSpPr>
        <p:spPr>
          <a:xfrm>
            <a:off x="365760" y="3316224"/>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8" name="Shape 16"/>
          <p:cNvSpPr/>
          <p:nvPr/>
        </p:nvSpPr>
        <p:spPr>
          <a:xfrm>
            <a:off x="365760" y="3316224"/>
            <a:ext cx="219456" cy="1341120"/>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9" name="Text 17"/>
          <p:cNvSpPr/>
          <p:nvPr/>
        </p:nvSpPr>
        <p:spPr>
          <a:xfrm>
            <a:off x="682752" y="3389376"/>
            <a:ext cx="5157216" cy="304800"/>
          </a:xfrm>
          <a:prstGeom prst="rect">
            <a:avLst/>
          </a:prstGeom>
          <a:noFill/>
          <a:ln/>
        </p:spPr>
        <p:txBody>
          <a:bodyPr wrap="square" rtlCol="0" anchor="ctr"/>
          <a:lstStyle/>
          <a:p>
            <a:pPr defTabSz="1219170"/>
            <a:r>
              <a:rPr lang="en-US" sz="1600" b="1" dirty="0">
                <a:solidFill>
                  <a:srgbClr val="9B1C1C"/>
                </a:solidFill>
                <a:latin typeface="Calibri" pitchFamily="34" charset="0"/>
                <a:ea typeface="Calibri" pitchFamily="34" charset="-122"/>
                <a:cs typeface="Calibri" pitchFamily="34" charset="-120"/>
              </a:rPr>
              <a:t>Health &amp; Safety</a:t>
            </a:r>
            <a:endParaRPr lang="en-US" sz="1600" dirty="0">
              <a:solidFill>
                <a:prstClr val="black"/>
              </a:solidFill>
              <a:latin typeface="Calibri" panose="020F0502020204030204"/>
            </a:endParaRPr>
          </a:p>
        </p:txBody>
      </p:sp>
      <p:sp>
        <p:nvSpPr>
          <p:cNvPr id="20" name="Text 18"/>
          <p:cNvSpPr/>
          <p:nvPr/>
        </p:nvSpPr>
        <p:spPr>
          <a:xfrm>
            <a:off x="682752" y="3706368"/>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System outage or misdirected alert could delay crisis response — robust error handling essential</a:t>
            </a:r>
            <a:endParaRPr lang="en-US" sz="1467" dirty="0">
              <a:solidFill>
                <a:prstClr val="black"/>
              </a:solidFill>
              <a:latin typeface="Calibri" panose="020F0502020204030204"/>
            </a:endParaRPr>
          </a:p>
        </p:txBody>
      </p:sp>
      <p:sp>
        <p:nvSpPr>
          <p:cNvPr id="21" name="Shape 19"/>
          <p:cNvSpPr/>
          <p:nvPr/>
        </p:nvSpPr>
        <p:spPr>
          <a:xfrm>
            <a:off x="6278880" y="3316224"/>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22" name="Shape 20"/>
          <p:cNvSpPr/>
          <p:nvPr/>
        </p:nvSpPr>
        <p:spPr>
          <a:xfrm>
            <a:off x="6278880" y="3316224"/>
            <a:ext cx="219456" cy="1341120"/>
          </a:xfrm>
          <a:prstGeom prst="rect">
            <a:avLst/>
          </a:prstGeom>
          <a:solidFill>
            <a:srgbClr val="7C3AED"/>
          </a:solidFill>
          <a:ln w="12700">
            <a:solidFill>
              <a:srgbClr val="7C3AED"/>
            </a:solidFill>
            <a:prstDash val="solid"/>
          </a:ln>
        </p:spPr>
        <p:txBody>
          <a:bodyPr/>
          <a:lstStyle/>
          <a:p>
            <a:pPr defTabSz="1219170"/>
            <a:endParaRPr lang="en-AU" sz="2400">
              <a:solidFill>
                <a:prstClr val="black"/>
              </a:solidFill>
              <a:latin typeface="Calibri" panose="020F0502020204030204"/>
            </a:endParaRPr>
          </a:p>
        </p:txBody>
      </p:sp>
      <p:sp>
        <p:nvSpPr>
          <p:cNvPr id="23" name="Text 21"/>
          <p:cNvSpPr/>
          <p:nvPr/>
        </p:nvSpPr>
        <p:spPr>
          <a:xfrm>
            <a:off x="6595872" y="3389376"/>
            <a:ext cx="5157216" cy="304800"/>
          </a:xfrm>
          <a:prstGeom prst="rect">
            <a:avLst/>
          </a:prstGeom>
          <a:noFill/>
          <a:ln/>
        </p:spPr>
        <p:txBody>
          <a:bodyPr wrap="square" rtlCol="0" anchor="ctr"/>
          <a:lstStyle/>
          <a:p>
            <a:pPr defTabSz="1219170"/>
            <a:r>
              <a:rPr lang="en-US" sz="1600" b="1" dirty="0">
                <a:solidFill>
                  <a:srgbClr val="7C3AED"/>
                </a:solidFill>
                <a:latin typeface="Calibri" pitchFamily="34" charset="0"/>
                <a:ea typeface="Calibri" pitchFamily="34" charset="-122"/>
                <a:cs typeface="Calibri" pitchFamily="34" charset="-120"/>
              </a:rPr>
              <a:t>Accountability</a:t>
            </a:r>
            <a:endParaRPr lang="en-US" sz="1600" dirty="0">
              <a:solidFill>
                <a:prstClr val="black"/>
              </a:solidFill>
              <a:latin typeface="Calibri" panose="020F0502020204030204"/>
            </a:endParaRPr>
          </a:p>
        </p:txBody>
      </p:sp>
      <p:sp>
        <p:nvSpPr>
          <p:cNvPr id="24" name="Text 22"/>
          <p:cNvSpPr/>
          <p:nvPr/>
        </p:nvSpPr>
        <p:spPr>
          <a:xfrm>
            <a:off x="6595872" y="3706368"/>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All decisions re. mental health data storage must be documented with clear responsibility</a:t>
            </a:r>
            <a:endParaRPr lang="en-US" sz="1467" dirty="0">
              <a:solidFill>
                <a:prstClr val="black"/>
              </a:solidFill>
              <a:latin typeface="Calibri" panose="020F0502020204030204"/>
            </a:endParaRPr>
          </a:p>
        </p:txBody>
      </p:sp>
      <p:sp>
        <p:nvSpPr>
          <p:cNvPr id="25" name="Shape 23"/>
          <p:cNvSpPr/>
          <p:nvPr/>
        </p:nvSpPr>
        <p:spPr>
          <a:xfrm>
            <a:off x="365760" y="4803648"/>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26" name="Shape 24"/>
          <p:cNvSpPr/>
          <p:nvPr/>
        </p:nvSpPr>
        <p:spPr>
          <a:xfrm>
            <a:off x="365760" y="4803648"/>
            <a:ext cx="219456" cy="1341120"/>
          </a:xfrm>
          <a:prstGeom prst="rect">
            <a:avLst/>
          </a:prstGeom>
          <a:solidFill>
            <a:srgbClr val="D97706"/>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27" name="Text 25"/>
          <p:cNvSpPr/>
          <p:nvPr/>
        </p:nvSpPr>
        <p:spPr>
          <a:xfrm>
            <a:off x="682752" y="4876800"/>
            <a:ext cx="5157216" cy="304800"/>
          </a:xfrm>
          <a:prstGeom prst="rect">
            <a:avLst/>
          </a:prstGeom>
          <a:noFill/>
          <a:ln/>
        </p:spPr>
        <p:txBody>
          <a:bodyPr wrap="square" rtlCol="0" anchor="ctr"/>
          <a:lstStyle/>
          <a:p>
            <a:pPr defTabSz="1219170"/>
            <a:r>
              <a:rPr lang="en-US" sz="1600" b="1" dirty="0">
                <a:solidFill>
                  <a:srgbClr val="D97706"/>
                </a:solidFill>
                <a:latin typeface="Calibri" pitchFamily="34" charset="0"/>
                <a:ea typeface="Calibri" pitchFamily="34" charset="-122"/>
                <a:cs typeface="Calibri" pitchFamily="34" charset="-120"/>
              </a:rPr>
              <a:t>Bias</a:t>
            </a:r>
            <a:endParaRPr lang="en-US" sz="1600" dirty="0">
              <a:solidFill>
                <a:prstClr val="black"/>
              </a:solidFill>
              <a:latin typeface="Calibri" panose="020F0502020204030204"/>
            </a:endParaRPr>
          </a:p>
        </p:txBody>
      </p:sp>
      <p:sp>
        <p:nvSpPr>
          <p:cNvPr id="28" name="Text 26"/>
          <p:cNvSpPr/>
          <p:nvPr/>
        </p:nvSpPr>
        <p:spPr>
          <a:xfrm>
            <a:off x="682752" y="5193792"/>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Mood scale may not translate across cultural backgrounds — diverse consultation required</a:t>
            </a:r>
            <a:endParaRPr lang="en-US" sz="1467" dirty="0">
              <a:solidFill>
                <a:prstClr val="black"/>
              </a:solidFill>
              <a:latin typeface="Calibri" panose="020F0502020204030204"/>
            </a:endParaRPr>
          </a:p>
        </p:txBody>
      </p:sp>
      <p:sp>
        <p:nvSpPr>
          <p:cNvPr id="29" name="Shape 27"/>
          <p:cNvSpPr/>
          <p:nvPr/>
        </p:nvSpPr>
        <p:spPr>
          <a:xfrm>
            <a:off x="6278880" y="4803648"/>
            <a:ext cx="5547360" cy="1341120"/>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30" name="Shape 28"/>
          <p:cNvSpPr/>
          <p:nvPr/>
        </p:nvSpPr>
        <p:spPr>
          <a:xfrm>
            <a:off x="6278880" y="4803648"/>
            <a:ext cx="219456" cy="1341120"/>
          </a:xfrm>
          <a:prstGeom prst="rect">
            <a:avLst/>
          </a:prstGeom>
          <a:solidFill>
            <a:srgbClr val="065F46"/>
          </a:solidFill>
          <a:ln w="12700">
            <a:solidFill>
              <a:srgbClr val="065F46"/>
            </a:solidFill>
            <a:prstDash val="solid"/>
          </a:ln>
        </p:spPr>
        <p:txBody>
          <a:bodyPr/>
          <a:lstStyle/>
          <a:p>
            <a:pPr defTabSz="1219170"/>
            <a:endParaRPr lang="en-AU" sz="2400">
              <a:solidFill>
                <a:prstClr val="black"/>
              </a:solidFill>
              <a:latin typeface="Calibri" panose="020F0502020204030204"/>
            </a:endParaRPr>
          </a:p>
        </p:txBody>
      </p:sp>
      <p:sp>
        <p:nvSpPr>
          <p:cNvPr id="31" name="Text 29"/>
          <p:cNvSpPr/>
          <p:nvPr/>
        </p:nvSpPr>
        <p:spPr>
          <a:xfrm>
            <a:off x="6595872" y="4876800"/>
            <a:ext cx="5157216" cy="304800"/>
          </a:xfrm>
          <a:prstGeom prst="rect">
            <a:avLst/>
          </a:prstGeom>
          <a:noFill/>
          <a:ln/>
        </p:spPr>
        <p:txBody>
          <a:bodyPr wrap="square" rtlCol="0" anchor="ctr"/>
          <a:lstStyle/>
          <a:p>
            <a:pPr defTabSz="1219170"/>
            <a:r>
              <a:rPr lang="en-US" sz="1600" b="1" dirty="0">
                <a:solidFill>
                  <a:srgbClr val="065F46"/>
                </a:solidFill>
                <a:latin typeface="Calibri" pitchFamily="34" charset="0"/>
                <a:ea typeface="Calibri" pitchFamily="34" charset="-122"/>
                <a:cs typeface="Calibri" pitchFamily="34" charset="-120"/>
              </a:rPr>
              <a:t>Privacy</a:t>
            </a:r>
            <a:endParaRPr lang="en-US" sz="1600" dirty="0">
              <a:solidFill>
                <a:prstClr val="black"/>
              </a:solidFill>
              <a:latin typeface="Calibri" panose="020F0502020204030204"/>
            </a:endParaRPr>
          </a:p>
        </p:txBody>
      </p:sp>
      <p:sp>
        <p:nvSpPr>
          <p:cNvPr id="32" name="Text 30"/>
          <p:cNvSpPr/>
          <p:nvPr/>
        </p:nvSpPr>
        <p:spPr>
          <a:xfrm>
            <a:off x="6595872" y="5193792"/>
            <a:ext cx="5157216" cy="877824"/>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Truly anonymous data and restricted stakeholder access must be verified and enforced</a:t>
            </a:r>
            <a:endParaRPr lang="en-US" sz="1467" dirty="0">
              <a:solidFill>
                <a:prstClr val="black"/>
              </a:solidFill>
              <a:latin typeface="Calibri" panose="020F0502020204030204"/>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Common Mistakes</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Exam Awareness</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219200"/>
            <a:ext cx="11460480" cy="119481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19200"/>
            <a:ext cx="585216" cy="119481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9" name="Text 7"/>
          <p:cNvSpPr/>
          <p:nvPr/>
        </p:nvSpPr>
        <p:spPr>
          <a:xfrm>
            <a:off x="365760" y="1402080"/>
            <a:ext cx="585216" cy="792480"/>
          </a:xfrm>
          <a:prstGeom prst="rect">
            <a:avLst/>
          </a:prstGeom>
          <a:noFill/>
          <a:ln/>
        </p:spPr>
        <p:txBody>
          <a:bodyPr wrap="square" rtlCol="0" anchor="ctr"/>
          <a:lstStyle/>
          <a:p>
            <a:pPr algn="ctr" defTabSz="1219170"/>
            <a:r>
              <a:rPr lang="en-US" sz="2933" b="1" dirty="0">
                <a:solidFill>
                  <a:srgbClr val="FFFFFF"/>
                </a:solidFill>
                <a:latin typeface="Calibri" pitchFamily="34" charset="0"/>
                <a:ea typeface="Calibri" pitchFamily="34" charset="-122"/>
                <a:cs typeface="Calibri" pitchFamily="34" charset="-120"/>
              </a:rPr>
              <a:t>1</a:t>
            </a:r>
            <a:endParaRPr lang="en-US" sz="2933" dirty="0">
              <a:solidFill>
                <a:prstClr val="black"/>
              </a:solidFill>
              <a:latin typeface="Calibri" panose="020F0502020204030204"/>
            </a:endParaRPr>
          </a:p>
        </p:txBody>
      </p:sp>
      <p:sp>
        <p:nvSpPr>
          <p:cNvPr id="10" name="Text 8"/>
          <p:cNvSpPr/>
          <p:nvPr/>
        </p:nvSpPr>
        <p:spPr>
          <a:xfrm>
            <a:off x="1072896" y="1341120"/>
            <a:ext cx="4876800" cy="341376"/>
          </a:xfrm>
          <a:prstGeom prst="rect">
            <a:avLst/>
          </a:prstGeom>
          <a:noFill/>
          <a:ln/>
        </p:spPr>
        <p:txBody>
          <a:bodyPr wrap="square" rtlCol="0" anchor="ctr"/>
          <a:lstStyle/>
          <a:p>
            <a:pPr defTabSz="1219170"/>
            <a:r>
              <a:rPr lang="en-US" sz="1733" b="1" dirty="0">
                <a:solidFill>
                  <a:srgbClr val="9B1C1C"/>
                </a:solidFill>
                <a:latin typeface="Calibri" pitchFamily="34" charset="0"/>
                <a:ea typeface="Calibri" pitchFamily="34" charset="-122"/>
                <a:cs typeface="Calibri" pitchFamily="34" charset="-120"/>
              </a:rPr>
              <a:t>Checklist approach</a:t>
            </a:r>
            <a:endParaRPr lang="en-US" sz="1733" dirty="0">
              <a:solidFill>
                <a:prstClr val="black"/>
              </a:solidFill>
              <a:latin typeface="Calibri" panose="020F0502020204030204"/>
            </a:endParaRPr>
          </a:p>
        </p:txBody>
      </p:sp>
      <p:sp>
        <p:nvSpPr>
          <p:cNvPr id="11" name="Text 9"/>
          <p:cNvSpPr/>
          <p:nvPr/>
        </p:nvSpPr>
        <p:spPr>
          <a:xfrm>
            <a:off x="1072896" y="1706880"/>
            <a:ext cx="10607040" cy="609600"/>
          </a:xfrm>
          <a:prstGeom prst="rect">
            <a:avLst/>
          </a:prstGeom>
          <a:noFill/>
          <a:ln/>
        </p:spPr>
        <p:txBody>
          <a:bodyPr wrap="square" rtlCol="0" anchor="ctr"/>
          <a:lstStyle/>
          <a:p>
            <a:pPr defTabSz="1219170"/>
            <a:r>
              <a:rPr lang="en-US" sz="1533" dirty="0">
                <a:solidFill>
                  <a:srgbClr val="374151"/>
                </a:solidFill>
                <a:latin typeface="Calibri" pitchFamily="34" charset="0"/>
                <a:ea typeface="Calibri" pitchFamily="34" charset="-122"/>
                <a:cs typeface="Calibri" pitchFamily="34" charset="-120"/>
              </a:rPr>
              <a:t>Listing issues without connecting them to the specific project. Band 6 responses explain WHY and HOW each issue arises for this particular solution.</a:t>
            </a:r>
            <a:endParaRPr lang="en-US" sz="1533" dirty="0">
              <a:solidFill>
                <a:prstClr val="black"/>
              </a:solidFill>
              <a:latin typeface="Calibri" panose="020F0502020204030204"/>
            </a:endParaRPr>
          </a:p>
        </p:txBody>
      </p:sp>
      <p:sp>
        <p:nvSpPr>
          <p:cNvPr id="12" name="Shape 10"/>
          <p:cNvSpPr/>
          <p:nvPr/>
        </p:nvSpPr>
        <p:spPr>
          <a:xfrm>
            <a:off x="365760" y="2560320"/>
            <a:ext cx="11460480" cy="119481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3" name="Shape 11"/>
          <p:cNvSpPr/>
          <p:nvPr/>
        </p:nvSpPr>
        <p:spPr>
          <a:xfrm>
            <a:off x="365760" y="2560320"/>
            <a:ext cx="585216" cy="119481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4" name="Text 12"/>
          <p:cNvSpPr/>
          <p:nvPr/>
        </p:nvSpPr>
        <p:spPr>
          <a:xfrm>
            <a:off x="365760" y="2743200"/>
            <a:ext cx="585216" cy="792480"/>
          </a:xfrm>
          <a:prstGeom prst="rect">
            <a:avLst/>
          </a:prstGeom>
          <a:noFill/>
          <a:ln/>
        </p:spPr>
        <p:txBody>
          <a:bodyPr wrap="square" rtlCol="0" anchor="ctr"/>
          <a:lstStyle/>
          <a:p>
            <a:pPr algn="ctr" defTabSz="1219170"/>
            <a:r>
              <a:rPr lang="en-US" sz="2933" b="1" dirty="0">
                <a:solidFill>
                  <a:srgbClr val="FFFFFF"/>
                </a:solidFill>
                <a:latin typeface="Calibri" pitchFamily="34" charset="0"/>
                <a:ea typeface="Calibri" pitchFamily="34" charset="-122"/>
                <a:cs typeface="Calibri" pitchFamily="34" charset="-120"/>
              </a:rPr>
              <a:t>2</a:t>
            </a:r>
            <a:endParaRPr lang="en-US" sz="2933" dirty="0">
              <a:solidFill>
                <a:prstClr val="black"/>
              </a:solidFill>
              <a:latin typeface="Calibri" panose="020F0502020204030204"/>
            </a:endParaRPr>
          </a:p>
        </p:txBody>
      </p:sp>
      <p:sp>
        <p:nvSpPr>
          <p:cNvPr id="15" name="Text 13"/>
          <p:cNvSpPr/>
          <p:nvPr/>
        </p:nvSpPr>
        <p:spPr>
          <a:xfrm>
            <a:off x="1072896" y="2682240"/>
            <a:ext cx="4876800" cy="341376"/>
          </a:xfrm>
          <a:prstGeom prst="rect">
            <a:avLst/>
          </a:prstGeom>
          <a:noFill/>
          <a:ln/>
        </p:spPr>
        <p:txBody>
          <a:bodyPr wrap="square" rtlCol="0" anchor="ctr"/>
          <a:lstStyle/>
          <a:p>
            <a:pPr defTabSz="1219170"/>
            <a:r>
              <a:rPr lang="en-US" sz="1733" b="1" dirty="0">
                <a:solidFill>
                  <a:srgbClr val="9B1C1C"/>
                </a:solidFill>
                <a:latin typeface="Calibri" pitchFamily="34" charset="0"/>
                <a:ea typeface="Calibri" pitchFamily="34" charset="-122"/>
                <a:cs typeface="Calibri" pitchFamily="34" charset="-120"/>
              </a:rPr>
              <a:t>Conflating social and ethical issues</a:t>
            </a:r>
            <a:endParaRPr lang="en-US" sz="1733" dirty="0">
              <a:solidFill>
                <a:prstClr val="black"/>
              </a:solidFill>
              <a:latin typeface="Calibri" panose="020F0502020204030204"/>
            </a:endParaRPr>
          </a:p>
        </p:txBody>
      </p:sp>
      <p:sp>
        <p:nvSpPr>
          <p:cNvPr id="16" name="Text 14"/>
          <p:cNvSpPr/>
          <p:nvPr/>
        </p:nvSpPr>
        <p:spPr>
          <a:xfrm>
            <a:off x="1072896" y="3048000"/>
            <a:ext cx="10607040" cy="609600"/>
          </a:xfrm>
          <a:prstGeom prst="rect">
            <a:avLst/>
          </a:prstGeom>
          <a:noFill/>
          <a:ln/>
        </p:spPr>
        <p:txBody>
          <a:bodyPr wrap="square" rtlCol="0" anchor="ctr"/>
          <a:lstStyle/>
          <a:p>
            <a:pPr defTabSz="1219170"/>
            <a:r>
              <a:rPr lang="en-US" sz="1533" dirty="0">
                <a:solidFill>
                  <a:srgbClr val="374151"/>
                </a:solidFill>
                <a:latin typeface="Calibri" pitchFamily="34" charset="0"/>
                <a:ea typeface="Calibri" pitchFamily="34" charset="-122"/>
                <a:cs typeface="Calibri" pitchFamily="34" charset="-120"/>
              </a:rPr>
              <a:t>Social = effects on society. Ethical = what is right/wrong in developer conduct. Categorising 'privacy' as social (rather than ethical) loses precision marks.</a:t>
            </a:r>
            <a:endParaRPr lang="en-US" sz="1533" dirty="0">
              <a:solidFill>
                <a:prstClr val="black"/>
              </a:solidFill>
              <a:latin typeface="Calibri" panose="020F0502020204030204"/>
            </a:endParaRPr>
          </a:p>
        </p:txBody>
      </p:sp>
      <p:sp>
        <p:nvSpPr>
          <p:cNvPr id="17" name="Shape 15"/>
          <p:cNvSpPr/>
          <p:nvPr/>
        </p:nvSpPr>
        <p:spPr>
          <a:xfrm>
            <a:off x="365760" y="3901440"/>
            <a:ext cx="11460480" cy="119481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8" name="Shape 16"/>
          <p:cNvSpPr/>
          <p:nvPr/>
        </p:nvSpPr>
        <p:spPr>
          <a:xfrm>
            <a:off x="365760" y="3901440"/>
            <a:ext cx="585216" cy="119481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9" name="Text 17"/>
          <p:cNvSpPr/>
          <p:nvPr/>
        </p:nvSpPr>
        <p:spPr>
          <a:xfrm>
            <a:off x="365760" y="4084320"/>
            <a:ext cx="585216" cy="792480"/>
          </a:xfrm>
          <a:prstGeom prst="rect">
            <a:avLst/>
          </a:prstGeom>
          <a:noFill/>
          <a:ln/>
        </p:spPr>
        <p:txBody>
          <a:bodyPr wrap="square" rtlCol="0" anchor="ctr"/>
          <a:lstStyle/>
          <a:p>
            <a:pPr algn="ctr" defTabSz="1219170"/>
            <a:r>
              <a:rPr lang="en-US" sz="2933" b="1" dirty="0">
                <a:solidFill>
                  <a:srgbClr val="FFFFFF"/>
                </a:solidFill>
                <a:latin typeface="Calibri" pitchFamily="34" charset="0"/>
                <a:ea typeface="Calibri" pitchFamily="34" charset="-122"/>
                <a:cs typeface="Calibri" pitchFamily="34" charset="-120"/>
              </a:rPr>
              <a:t>3</a:t>
            </a:r>
            <a:endParaRPr lang="en-US" sz="2933" dirty="0">
              <a:solidFill>
                <a:prstClr val="black"/>
              </a:solidFill>
              <a:latin typeface="Calibri" panose="020F0502020204030204"/>
            </a:endParaRPr>
          </a:p>
        </p:txBody>
      </p:sp>
      <p:sp>
        <p:nvSpPr>
          <p:cNvPr id="20" name="Text 18"/>
          <p:cNvSpPr/>
          <p:nvPr/>
        </p:nvSpPr>
        <p:spPr>
          <a:xfrm>
            <a:off x="1072896" y="4023360"/>
            <a:ext cx="4876800" cy="341376"/>
          </a:xfrm>
          <a:prstGeom prst="rect">
            <a:avLst/>
          </a:prstGeom>
          <a:noFill/>
          <a:ln/>
        </p:spPr>
        <p:txBody>
          <a:bodyPr wrap="square" rtlCol="0" anchor="ctr"/>
          <a:lstStyle/>
          <a:p>
            <a:pPr defTabSz="1219170"/>
            <a:r>
              <a:rPr lang="en-US" sz="1733" b="1" dirty="0">
                <a:solidFill>
                  <a:srgbClr val="9B1C1C"/>
                </a:solidFill>
                <a:latin typeface="Calibri" pitchFamily="34" charset="0"/>
                <a:ea typeface="Calibri" pitchFamily="34" charset="-122"/>
                <a:cs typeface="Calibri" pitchFamily="34" charset="-120"/>
              </a:rPr>
              <a:t>Stakeholders as requirements sources only</a:t>
            </a:r>
            <a:endParaRPr lang="en-US" sz="1733" dirty="0">
              <a:solidFill>
                <a:prstClr val="black"/>
              </a:solidFill>
              <a:latin typeface="Calibri" panose="020F0502020204030204"/>
            </a:endParaRPr>
          </a:p>
        </p:txBody>
      </p:sp>
      <p:sp>
        <p:nvSpPr>
          <p:cNvPr id="21" name="Text 19"/>
          <p:cNvSpPr/>
          <p:nvPr/>
        </p:nvSpPr>
        <p:spPr>
          <a:xfrm>
            <a:off x="1072896" y="4389120"/>
            <a:ext cx="10607040" cy="609600"/>
          </a:xfrm>
          <a:prstGeom prst="rect">
            <a:avLst/>
          </a:prstGeom>
          <a:noFill/>
          <a:ln/>
        </p:spPr>
        <p:txBody>
          <a:bodyPr wrap="square" rtlCol="0" anchor="ctr"/>
          <a:lstStyle/>
          <a:p>
            <a:pPr defTabSz="1219170"/>
            <a:r>
              <a:rPr lang="en-US" sz="1533" dirty="0">
                <a:solidFill>
                  <a:srgbClr val="374151"/>
                </a:solidFill>
                <a:latin typeface="Calibri" pitchFamily="34" charset="0"/>
                <a:ea typeface="Calibri" pitchFamily="34" charset="-122"/>
                <a:cs typeface="Calibri" pitchFamily="34" charset="-120"/>
              </a:rPr>
              <a:t>Stakeholders have rights, interests, and vulnerabilities. Ethical response means genuine agency — not token consultation after decisions are made.</a:t>
            </a:r>
            <a:endParaRPr lang="en-US" sz="1533" dirty="0">
              <a:solidFill>
                <a:prstClr val="black"/>
              </a:solidFill>
              <a:latin typeface="Calibri" panose="020F0502020204030204"/>
            </a:endParaRPr>
          </a:p>
        </p:txBody>
      </p:sp>
      <p:sp>
        <p:nvSpPr>
          <p:cNvPr id="22" name="Shape 20"/>
          <p:cNvSpPr/>
          <p:nvPr/>
        </p:nvSpPr>
        <p:spPr>
          <a:xfrm>
            <a:off x="365760" y="5242560"/>
            <a:ext cx="11460480" cy="1194816"/>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23" name="Shape 21"/>
          <p:cNvSpPr/>
          <p:nvPr/>
        </p:nvSpPr>
        <p:spPr>
          <a:xfrm>
            <a:off x="365760" y="5242560"/>
            <a:ext cx="585216" cy="1194816"/>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24" name="Text 22"/>
          <p:cNvSpPr/>
          <p:nvPr/>
        </p:nvSpPr>
        <p:spPr>
          <a:xfrm>
            <a:off x="365760" y="5425440"/>
            <a:ext cx="585216" cy="792480"/>
          </a:xfrm>
          <a:prstGeom prst="rect">
            <a:avLst/>
          </a:prstGeom>
          <a:noFill/>
          <a:ln/>
        </p:spPr>
        <p:txBody>
          <a:bodyPr wrap="square" rtlCol="0" anchor="ctr"/>
          <a:lstStyle/>
          <a:p>
            <a:pPr algn="ctr" defTabSz="1219170"/>
            <a:r>
              <a:rPr lang="en-US" sz="2933" b="1" dirty="0">
                <a:solidFill>
                  <a:srgbClr val="FFFFFF"/>
                </a:solidFill>
                <a:latin typeface="Calibri" pitchFamily="34" charset="0"/>
                <a:ea typeface="Calibri" pitchFamily="34" charset="-122"/>
                <a:cs typeface="Calibri" pitchFamily="34" charset="-120"/>
              </a:rPr>
              <a:t>4</a:t>
            </a:r>
            <a:endParaRPr lang="en-US" sz="2933" dirty="0">
              <a:solidFill>
                <a:prstClr val="black"/>
              </a:solidFill>
              <a:latin typeface="Calibri" panose="020F0502020204030204"/>
            </a:endParaRPr>
          </a:p>
        </p:txBody>
      </p:sp>
      <p:sp>
        <p:nvSpPr>
          <p:cNvPr id="25" name="Text 23"/>
          <p:cNvSpPr/>
          <p:nvPr/>
        </p:nvSpPr>
        <p:spPr>
          <a:xfrm>
            <a:off x="1072896" y="5364480"/>
            <a:ext cx="4876800" cy="341376"/>
          </a:xfrm>
          <a:prstGeom prst="rect">
            <a:avLst/>
          </a:prstGeom>
          <a:noFill/>
          <a:ln/>
        </p:spPr>
        <p:txBody>
          <a:bodyPr wrap="square" rtlCol="0" anchor="ctr"/>
          <a:lstStyle/>
          <a:p>
            <a:pPr defTabSz="1219170"/>
            <a:r>
              <a:rPr lang="en-US" sz="1733" b="1" dirty="0">
                <a:solidFill>
                  <a:srgbClr val="9B1C1C"/>
                </a:solidFill>
                <a:latin typeface="Calibri" pitchFamily="34" charset="0"/>
                <a:ea typeface="Calibri" pitchFamily="34" charset="-122"/>
                <a:cs typeface="Calibri" pitchFamily="34" charset="-120"/>
              </a:rPr>
              <a:t>Ignoring individual developer context</a:t>
            </a:r>
            <a:endParaRPr lang="en-US" sz="1733" dirty="0">
              <a:solidFill>
                <a:prstClr val="black"/>
              </a:solidFill>
              <a:latin typeface="Calibri" panose="020F0502020204030204"/>
            </a:endParaRPr>
          </a:p>
        </p:txBody>
      </p:sp>
      <p:sp>
        <p:nvSpPr>
          <p:cNvPr id="26" name="Text 24"/>
          <p:cNvSpPr/>
          <p:nvPr/>
        </p:nvSpPr>
        <p:spPr>
          <a:xfrm>
            <a:off x="1072896" y="5730240"/>
            <a:ext cx="10607040" cy="609600"/>
          </a:xfrm>
          <a:prstGeom prst="rect">
            <a:avLst/>
          </a:prstGeom>
          <a:noFill/>
          <a:ln/>
        </p:spPr>
        <p:txBody>
          <a:bodyPr wrap="square" rtlCol="0" anchor="ctr"/>
          <a:lstStyle/>
          <a:p>
            <a:pPr defTabSz="1219170"/>
            <a:r>
              <a:rPr lang="en-US" sz="1533" dirty="0">
                <a:solidFill>
                  <a:srgbClr val="374151"/>
                </a:solidFill>
                <a:latin typeface="Calibri" pitchFamily="34" charset="0"/>
                <a:ea typeface="Calibri" pitchFamily="34" charset="-122"/>
                <a:cs typeface="Calibri" pitchFamily="34" charset="-120"/>
              </a:rPr>
              <a:t>Even solo Major Project developers must address accountability, transparency, and bias. They simply bear sole responsibility for doing so.</a:t>
            </a:r>
            <a:endParaRPr lang="en-US" sz="1533" dirty="0">
              <a:solidFill>
                <a:prstClr val="black"/>
              </a:solidFill>
              <a:latin typeface="Calibri" panose="020F0502020204030204"/>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Exam Tip</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SE-12-05</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158240"/>
            <a:ext cx="11460480" cy="609600"/>
          </a:xfrm>
          <a:prstGeom prst="rect">
            <a:avLst/>
          </a:prstGeom>
          <a:solidFill>
            <a:srgbClr val="D5E8F0"/>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8" name="Text 6"/>
          <p:cNvSpPr/>
          <p:nvPr/>
        </p:nvSpPr>
        <p:spPr>
          <a:xfrm>
            <a:off x="548640" y="1182624"/>
            <a:ext cx="11094720" cy="560832"/>
          </a:xfrm>
          <a:prstGeom prst="rect">
            <a:avLst/>
          </a:prstGeom>
          <a:noFill/>
          <a:ln/>
        </p:spPr>
        <p:txBody>
          <a:bodyPr wrap="square" rtlCol="0" anchor="ctr"/>
          <a:lstStyle/>
          <a:p>
            <a:pPr defTabSz="1219170"/>
            <a:r>
              <a:rPr lang="en-US" sz="1867" b="1" dirty="0">
                <a:solidFill>
                  <a:srgbClr val="1B3A6B"/>
                </a:solidFill>
                <a:latin typeface="Calibri" pitchFamily="34" charset="0"/>
                <a:ea typeface="Calibri" pitchFamily="34" charset="-122"/>
                <a:cs typeface="Calibri" pitchFamily="34" charset="-120"/>
              </a:rPr>
              <a:t>SE-12-05 questions commonly use: evaluate, explain, analyse</a:t>
            </a:r>
            <a:endParaRPr lang="en-US" sz="1867" dirty="0">
              <a:solidFill>
                <a:prstClr val="black"/>
              </a:solidFill>
              <a:latin typeface="Calibri" panose="020F0502020204030204"/>
            </a:endParaRPr>
          </a:p>
        </p:txBody>
      </p:sp>
      <p:sp>
        <p:nvSpPr>
          <p:cNvPr id="9" name="Shape 7"/>
          <p:cNvSpPr/>
          <p:nvPr/>
        </p:nvSpPr>
        <p:spPr>
          <a:xfrm>
            <a:off x="365760" y="1950720"/>
            <a:ext cx="11460480" cy="877824"/>
          </a:xfrm>
          <a:prstGeom prst="rect">
            <a:avLst/>
          </a:prstGeom>
          <a:solidFill>
            <a:srgbClr val="FFFFFF"/>
          </a:solidFill>
          <a:ln w="1270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0" name="Shape 8"/>
          <p:cNvSpPr/>
          <p:nvPr/>
        </p:nvSpPr>
        <p:spPr>
          <a:xfrm>
            <a:off x="365760" y="1950720"/>
            <a:ext cx="1463040" cy="877824"/>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1" name="Text 9"/>
          <p:cNvSpPr/>
          <p:nvPr/>
        </p:nvSpPr>
        <p:spPr>
          <a:xfrm>
            <a:off x="365760" y="1950720"/>
            <a:ext cx="1463040" cy="877824"/>
          </a:xfrm>
          <a:prstGeom prst="rect">
            <a:avLst/>
          </a:prstGeom>
          <a:noFill/>
          <a:ln/>
        </p:spPr>
        <p:txBody>
          <a:bodyPr wrap="square" rtlCol="0" anchor="ctr"/>
          <a:lstStyle/>
          <a:p>
            <a:pPr algn="ctr" defTabSz="1219170"/>
            <a:r>
              <a:rPr lang="en-US" sz="2133" b="1" dirty="0">
                <a:solidFill>
                  <a:srgbClr val="FFFFFF"/>
                </a:solidFill>
                <a:latin typeface="Calibri" pitchFamily="34" charset="0"/>
                <a:ea typeface="Calibri" pitchFamily="34" charset="-122"/>
                <a:cs typeface="Calibri" pitchFamily="34" charset="-120"/>
              </a:rPr>
              <a:t>Evaluate</a:t>
            </a:r>
            <a:endParaRPr lang="en-US" sz="2133" dirty="0">
              <a:solidFill>
                <a:prstClr val="black"/>
              </a:solidFill>
              <a:latin typeface="Calibri" panose="020F0502020204030204"/>
            </a:endParaRPr>
          </a:p>
        </p:txBody>
      </p:sp>
      <p:sp>
        <p:nvSpPr>
          <p:cNvPr id="12" name="Text 10"/>
          <p:cNvSpPr/>
          <p:nvPr/>
        </p:nvSpPr>
        <p:spPr>
          <a:xfrm>
            <a:off x="1950720" y="2097024"/>
            <a:ext cx="9631680" cy="609600"/>
          </a:xfrm>
          <a:prstGeom prst="rect">
            <a:avLst/>
          </a:prstGeom>
          <a:noFill/>
          <a:ln/>
        </p:spPr>
        <p:txBody>
          <a:bodyPr wrap="square" rtlCol="0" anchor="ctr"/>
          <a:lstStyle/>
          <a:p>
            <a:pPr defTabSz="1219170"/>
            <a:r>
              <a:rPr lang="en-US" sz="1667" dirty="0">
                <a:solidFill>
                  <a:srgbClr val="374151"/>
                </a:solidFill>
                <a:latin typeface="Calibri" pitchFamily="34" charset="0"/>
                <a:ea typeface="Calibri" pitchFamily="34" charset="-122"/>
                <a:cs typeface="Calibri" pitchFamily="34" charset="-120"/>
              </a:rPr>
              <a:t>Make a JUDGEMENT about the significance of the issue and support it with reasoning — do not simply describe it.</a:t>
            </a:r>
            <a:endParaRPr lang="en-US" sz="1667" dirty="0">
              <a:solidFill>
                <a:prstClr val="black"/>
              </a:solidFill>
              <a:latin typeface="Calibri" panose="020F0502020204030204"/>
            </a:endParaRPr>
          </a:p>
        </p:txBody>
      </p:sp>
      <p:sp>
        <p:nvSpPr>
          <p:cNvPr id="13" name="Shape 11"/>
          <p:cNvSpPr/>
          <p:nvPr/>
        </p:nvSpPr>
        <p:spPr>
          <a:xfrm>
            <a:off x="365760" y="2950464"/>
            <a:ext cx="11460480" cy="877824"/>
          </a:xfrm>
          <a:prstGeom prst="rect">
            <a:avLst/>
          </a:prstGeom>
          <a:solidFill>
            <a:srgbClr val="FFFFFF"/>
          </a:solidFill>
          <a:ln w="1270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4" name="Shape 12"/>
          <p:cNvSpPr/>
          <p:nvPr/>
        </p:nvSpPr>
        <p:spPr>
          <a:xfrm>
            <a:off x="365760" y="2950464"/>
            <a:ext cx="1463040" cy="877824"/>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5" name="Text 13"/>
          <p:cNvSpPr/>
          <p:nvPr/>
        </p:nvSpPr>
        <p:spPr>
          <a:xfrm>
            <a:off x="365760" y="2950464"/>
            <a:ext cx="1463040" cy="877824"/>
          </a:xfrm>
          <a:prstGeom prst="rect">
            <a:avLst/>
          </a:prstGeom>
          <a:noFill/>
          <a:ln/>
        </p:spPr>
        <p:txBody>
          <a:bodyPr wrap="square" rtlCol="0" anchor="ctr"/>
          <a:lstStyle/>
          <a:p>
            <a:pPr algn="ctr" defTabSz="1219170"/>
            <a:r>
              <a:rPr lang="en-US" sz="2133" b="1" dirty="0">
                <a:solidFill>
                  <a:srgbClr val="FFFFFF"/>
                </a:solidFill>
                <a:latin typeface="Calibri" pitchFamily="34" charset="0"/>
                <a:ea typeface="Calibri" pitchFamily="34" charset="-122"/>
                <a:cs typeface="Calibri" pitchFamily="34" charset="-120"/>
              </a:rPr>
              <a:t>Explain</a:t>
            </a:r>
            <a:endParaRPr lang="en-US" sz="2133" dirty="0">
              <a:solidFill>
                <a:prstClr val="black"/>
              </a:solidFill>
              <a:latin typeface="Calibri" panose="020F0502020204030204"/>
            </a:endParaRPr>
          </a:p>
        </p:txBody>
      </p:sp>
      <p:sp>
        <p:nvSpPr>
          <p:cNvPr id="16" name="Text 14"/>
          <p:cNvSpPr/>
          <p:nvPr/>
        </p:nvSpPr>
        <p:spPr>
          <a:xfrm>
            <a:off x="1950720" y="3096768"/>
            <a:ext cx="9631680" cy="609600"/>
          </a:xfrm>
          <a:prstGeom prst="rect">
            <a:avLst/>
          </a:prstGeom>
          <a:noFill/>
          <a:ln/>
        </p:spPr>
        <p:txBody>
          <a:bodyPr wrap="square" rtlCol="0" anchor="ctr"/>
          <a:lstStyle/>
          <a:p>
            <a:pPr defTabSz="1219170"/>
            <a:r>
              <a:rPr lang="en-US" sz="1667" dirty="0">
                <a:solidFill>
                  <a:srgbClr val="374151"/>
                </a:solidFill>
                <a:latin typeface="Calibri" pitchFamily="34" charset="0"/>
                <a:ea typeface="Calibri" pitchFamily="34" charset="-122"/>
                <a:cs typeface="Calibri" pitchFamily="34" charset="-120"/>
              </a:rPr>
              <a:t>Provide a clear, logical account of WHY the issue arises and HOW it relates to the software solution in the question.</a:t>
            </a:r>
            <a:endParaRPr lang="en-US" sz="1667" dirty="0">
              <a:solidFill>
                <a:prstClr val="black"/>
              </a:solidFill>
              <a:latin typeface="Calibri" panose="020F0502020204030204"/>
            </a:endParaRPr>
          </a:p>
        </p:txBody>
      </p:sp>
      <p:sp>
        <p:nvSpPr>
          <p:cNvPr id="17" name="Shape 15"/>
          <p:cNvSpPr/>
          <p:nvPr/>
        </p:nvSpPr>
        <p:spPr>
          <a:xfrm>
            <a:off x="365760" y="3950208"/>
            <a:ext cx="11460480" cy="877824"/>
          </a:xfrm>
          <a:prstGeom prst="rect">
            <a:avLst/>
          </a:prstGeom>
          <a:solidFill>
            <a:srgbClr val="FFFFFF"/>
          </a:solidFill>
          <a:ln w="1270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8" name="Shape 16"/>
          <p:cNvSpPr/>
          <p:nvPr/>
        </p:nvSpPr>
        <p:spPr>
          <a:xfrm>
            <a:off x="365760" y="3950208"/>
            <a:ext cx="1463040" cy="877824"/>
          </a:xfrm>
          <a:prstGeom prst="rect">
            <a:avLst/>
          </a:prstGeom>
          <a:solidFill>
            <a:srgbClr val="7C3AED"/>
          </a:solidFill>
          <a:ln w="12700">
            <a:solidFill>
              <a:srgbClr val="7C3AED"/>
            </a:solidFill>
            <a:prstDash val="solid"/>
          </a:ln>
        </p:spPr>
        <p:txBody>
          <a:bodyPr/>
          <a:lstStyle/>
          <a:p>
            <a:pPr defTabSz="1219170"/>
            <a:endParaRPr lang="en-AU" sz="2400">
              <a:solidFill>
                <a:prstClr val="black"/>
              </a:solidFill>
              <a:latin typeface="Calibri" panose="020F0502020204030204"/>
            </a:endParaRPr>
          </a:p>
        </p:txBody>
      </p:sp>
      <p:sp>
        <p:nvSpPr>
          <p:cNvPr id="19" name="Text 17"/>
          <p:cNvSpPr/>
          <p:nvPr/>
        </p:nvSpPr>
        <p:spPr>
          <a:xfrm>
            <a:off x="365760" y="3950208"/>
            <a:ext cx="1463040" cy="877824"/>
          </a:xfrm>
          <a:prstGeom prst="rect">
            <a:avLst/>
          </a:prstGeom>
          <a:noFill/>
          <a:ln/>
        </p:spPr>
        <p:txBody>
          <a:bodyPr wrap="square" rtlCol="0" anchor="ctr"/>
          <a:lstStyle/>
          <a:p>
            <a:pPr algn="ctr" defTabSz="1219170"/>
            <a:r>
              <a:rPr lang="en-US" sz="2133" b="1" dirty="0">
                <a:solidFill>
                  <a:srgbClr val="FFFFFF"/>
                </a:solidFill>
                <a:latin typeface="Calibri" pitchFamily="34" charset="0"/>
                <a:ea typeface="Calibri" pitchFamily="34" charset="-122"/>
                <a:cs typeface="Calibri" pitchFamily="34" charset="-120"/>
              </a:rPr>
              <a:t>Analyse</a:t>
            </a:r>
            <a:endParaRPr lang="en-US" sz="2133" dirty="0">
              <a:solidFill>
                <a:prstClr val="black"/>
              </a:solidFill>
              <a:latin typeface="Calibri" panose="020F0502020204030204"/>
            </a:endParaRPr>
          </a:p>
        </p:txBody>
      </p:sp>
      <p:sp>
        <p:nvSpPr>
          <p:cNvPr id="20" name="Text 18"/>
          <p:cNvSpPr/>
          <p:nvPr/>
        </p:nvSpPr>
        <p:spPr>
          <a:xfrm>
            <a:off x="1950720" y="4096512"/>
            <a:ext cx="9631680" cy="609600"/>
          </a:xfrm>
          <a:prstGeom prst="rect">
            <a:avLst/>
          </a:prstGeom>
          <a:noFill/>
          <a:ln/>
        </p:spPr>
        <p:txBody>
          <a:bodyPr wrap="square" rtlCol="0" anchor="ctr"/>
          <a:lstStyle/>
          <a:p>
            <a:pPr defTabSz="1219170"/>
            <a:r>
              <a:rPr lang="en-US" sz="1667" dirty="0">
                <a:solidFill>
                  <a:srgbClr val="374151"/>
                </a:solidFill>
                <a:latin typeface="Calibri" pitchFamily="34" charset="0"/>
                <a:ea typeface="Calibri" pitchFamily="34" charset="-122"/>
                <a:cs typeface="Calibri" pitchFamily="34" charset="-120"/>
              </a:rPr>
              <a:t>Break the issue into its components. Identify causes, effects, and the relationship between them in the given context.</a:t>
            </a:r>
            <a:endParaRPr lang="en-US" sz="1667" dirty="0">
              <a:solidFill>
                <a:prstClr val="black"/>
              </a:solidFill>
              <a:latin typeface="Calibri" panose="020F0502020204030204"/>
            </a:endParaRPr>
          </a:p>
        </p:txBody>
      </p:sp>
      <p:sp>
        <p:nvSpPr>
          <p:cNvPr id="21" name="Shape 19"/>
          <p:cNvSpPr/>
          <p:nvPr/>
        </p:nvSpPr>
        <p:spPr>
          <a:xfrm>
            <a:off x="365760" y="5120640"/>
            <a:ext cx="11460480" cy="877824"/>
          </a:xfrm>
          <a:prstGeom prst="rect">
            <a:avLst/>
          </a:prstGeom>
          <a:solidFill>
            <a:srgbClr val="FEF3C7"/>
          </a:solidFill>
          <a:ln w="12700">
            <a:solidFill>
              <a:srgbClr val="D97706"/>
            </a:solidFill>
            <a:prstDash val="solid"/>
          </a:ln>
        </p:spPr>
        <p:txBody>
          <a:bodyPr/>
          <a:lstStyle/>
          <a:p>
            <a:pPr defTabSz="1219170"/>
            <a:endParaRPr lang="en-AU" sz="2400">
              <a:solidFill>
                <a:prstClr val="black"/>
              </a:solidFill>
              <a:latin typeface="Calibri" panose="020F0502020204030204"/>
            </a:endParaRPr>
          </a:p>
        </p:txBody>
      </p:sp>
      <p:sp>
        <p:nvSpPr>
          <p:cNvPr id="22" name="Text 20"/>
          <p:cNvSpPr/>
          <p:nvPr/>
        </p:nvSpPr>
        <p:spPr>
          <a:xfrm>
            <a:off x="609600" y="5169408"/>
            <a:ext cx="2194560" cy="304800"/>
          </a:xfrm>
          <a:prstGeom prst="rect">
            <a:avLst/>
          </a:prstGeom>
          <a:noFill/>
          <a:ln/>
        </p:spPr>
        <p:txBody>
          <a:bodyPr wrap="square" rtlCol="0" anchor="ctr"/>
          <a:lstStyle/>
          <a:p>
            <a:pPr defTabSz="1219170"/>
            <a:r>
              <a:rPr lang="en-US" sz="1533" b="1" dirty="0">
                <a:solidFill>
                  <a:srgbClr val="D97706"/>
                </a:solidFill>
                <a:latin typeface="Calibri" pitchFamily="34" charset="0"/>
                <a:ea typeface="Calibri" pitchFamily="34" charset="-122"/>
                <a:cs typeface="Calibri" pitchFamily="34" charset="-120"/>
              </a:rPr>
              <a:t>Critical reminder:</a:t>
            </a:r>
            <a:endParaRPr lang="en-US" sz="1533" dirty="0">
              <a:solidFill>
                <a:prstClr val="black"/>
              </a:solidFill>
              <a:latin typeface="Calibri" panose="020F0502020204030204"/>
            </a:endParaRPr>
          </a:p>
        </p:txBody>
      </p:sp>
      <p:sp>
        <p:nvSpPr>
          <p:cNvPr id="23" name="Text 21"/>
          <p:cNvSpPr/>
          <p:nvPr/>
        </p:nvSpPr>
        <p:spPr>
          <a:xfrm>
            <a:off x="609600" y="5486400"/>
            <a:ext cx="11094720" cy="463296"/>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Always connect social/ethical issues directly to the specific solution in the question. Generic statements about 'software in general' will not attract marks. Address both social AND ethical issues unless the question specifies otherwise.</a:t>
            </a:r>
            <a:endParaRPr lang="en-US" sz="1467" dirty="0">
              <a:solidFill>
                <a:prstClr val="black"/>
              </a:solidFill>
              <a:latin typeface="Calibri" panose="020F0502020204030204"/>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731520" y="2194560"/>
            <a:ext cx="10728960" cy="1828800"/>
          </a:xfrm>
          <a:prstGeom prst="rect">
            <a:avLst/>
          </a:prstGeom>
          <a:noFill/>
          <a:ln/>
        </p:spPr>
        <p:txBody>
          <a:bodyPr wrap="square" rtlCol="0" anchor="ctr"/>
          <a:lstStyle/>
          <a:p>
            <a:pPr algn="ctr" defTabSz="1219170"/>
            <a:r>
              <a:rPr lang="en-US" sz="5333" b="1" dirty="0">
                <a:solidFill>
                  <a:srgbClr val="FFFFFF"/>
                </a:solidFill>
                <a:latin typeface="Calibri" pitchFamily="34" charset="0"/>
                <a:ea typeface="Calibri" pitchFamily="34" charset="-122"/>
                <a:cs typeface="Calibri" pitchFamily="34" charset="-120"/>
              </a:rPr>
              <a:t>6-Mark Model Response</a:t>
            </a:r>
            <a:endParaRPr lang="en-US" sz="5333" dirty="0">
              <a:solidFill>
                <a:prstClr val="black"/>
              </a:solidFill>
              <a:latin typeface="Calibri" panose="020F0502020204030204"/>
            </a:endParaRPr>
          </a:p>
        </p:txBody>
      </p:sp>
      <p:sp>
        <p:nvSpPr>
          <p:cNvPr id="4" name="Text 2"/>
          <p:cNvSpPr/>
          <p:nvPr/>
        </p:nvSpPr>
        <p:spPr>
          <a:xfrm>
            <a:off x="731520" y="4267200"/>
            <a:ext cx="10728960" cy="975360"/>
          </a:xfrm>
          <a:prstGeom prst="rect">
            <a:avLst/>
          </a:prstGeom>
          <a:noFill/>
          <a:ln/>
        </p:spPr>
        <p:txBody>
          <a:bodyPr wrap="square" rtlCol="0" anchor="ctr"/>
          <a:lstStyle/>
          <a:p>
            <a:pPr algn="ctr" defTabSz="1219170"/>
            <a:r>
              <a:rPr lang="en-US" sz="2400" dirty="0">
                <a:solidFill>
                  <a:srgbClr val="A8C8E0"/>
                </a:solidFill>
                <a:latin typeface="Calibri" pitchFamily="34" charset="0"/>
                <a:ea typeface="Calibri" pitchFamily="34" charset="-122"/>
                <a:cs typeface="Calibri" pitchFamily="34" charset="-120"/>
              </a:rPr>
              <a:t>Analyse the social and ethical issues a developer must consider when developing</a:t>
            </a:r>
            <a:endParaRPr lang="en-US" sz="2400" dirty="0">
              <a:solidFill>
                <a:prstClr val="black"/>
              </a:solidFill>
              <a:latin typeface="Calibri" panose="020F0502020204030204"/>
            </a:endParaRPr>
          </a:p>
          <a:p>
            <a:pPr algn="ctr" defTabSz="1219170"/>
            <a:r>
              <a:rPr lang="en-US" sz="2400" dirty="0">
                <a:solidFill>
                  <a:srgbClr val="A8C8E0"/>
                </a:solidFill>
                <a:latin typeface="Calibri" pitchFamily="34" charset="0"/>
                <a:ea typeface="Calibri" pitchFamily="34" charset="-122"/>
                <a:cs typeface="Calibri" pitchFamily="34" charset="-120"/>
              </a:rPr>
              <a:t>a software engineering solution for a community health organisation.</a:t>
            </a:r>
            <a:endParaRPr lang="en-US" sz="2400"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A8C8E0"/>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Model Response — Social Issues</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6-mark response</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21920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19200"/>
            <a:ext cx="219456" cy="1609344"/>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9" name="Text 7"/>
          <p:cNvSpPr/>
          <p:nvPr/>
        </p:nvSpPr>
        <p:spPr>
          <a:xfrm>
            <a:off x="682752" y="1292352"/>
            <a:ext cx="2194560" cy="316992"/>
          </a:xfrm>
          <a:prstGeom prst="rect">
            <a:avLst/>
          </a:prstGeom>
          <a:noFill/>
          <a:ln/>
        </p:spPr>
        <p:txBody>
          <a:bodyPr wrap="square" rtlCol="0" anchor="ctr"/>
          <a:lstStyle/>
          <a:p>
            <a:pPr defTabSz="1219170"/>
            <a:r>
              <a:rPr lang="en-US" sz="1600" b="1" dirty="0">
                <a:solidFill>
                  <a:srgbClr val="065A82"/>
                </a:solidFill>
                <a:latin typeface="Calibri" pitchFamily="34" charset="0"/>
                <a:ea typeface="Calibri" pitchFamily="34" charset="-122"/>
                <a:cs typeface="Calibri" pitchFamily="34" charset="-120"/>
              </a:rPr>
              <a:t>Context</a:t>
            </a:r>
            <a:endParaRPr lang="en-US" sz="1600" dirty="0">
              <a:solidFill>
                <a:prstClr val="black"/>
              </a:solidFill>
              <a:latin typeface="Calibri" panose="020F0502020204030204"/>
            </a:endParaRPr>
          </a:p>
        </p:txBody>
      </p:sp>
      <p:sp>
        <p:nvSpPr>
          <p:cNvPr id="10" name="Text 8"/>
          <p:cNvSpPr/>
          <p:nvPr/>
        </p:nvSpPr>
        <p:spPr>
          <a:xfrm>
            <a:off x="682752" y="163372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Developing a software solution for a community health organisation requires careful analysis of both social and ethical issues, as the sensitivity of patient data and the vulnerability of the user population significantly raise the stakes of development decisions.</a:t>
            </a:r>
            <a:endParaRPr lang="en-US" sz="1467" dirty="0">
              <a:solidFill>
                <a:prstClr val="black"/>
              </a:solidFill>
              <a:latin typeface="Calibri" panose="020F0502020204030204"/>
            </a:endParaRPr>
          </a:p>
        </p:txBody>
      </p:sp>
      <p:sp>
        <p:nvSpPr>
          <p:cNvPr id="11" name="Shape 9"/>
          <p:cNvSpPr/>
          <p:nvPr/>
        </p:nvSpPr>
        <p:spPr>
          <a:xfrm>
            <a:off x="365760" y="298704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2" name="Shape 10"/>
          <p:cNvSpPr/>
          <p:nvPr/>
        </p:nvSpPr>
        <p:spPr>
          <a:xfrm>
            <a:off x="365760" y="2987040"/>
            <a:ext cx="219456" cy="1609344"/>
          </a:xfrm>
          <a:prstGeom prst="rect">
            <a:avLst/>
          </a:prstGeom>
          <a:solidFill>
            <a:srgbClr val="0369A1"/>
          </a:solidFill>
          <a:ln w="12700">
            <a:solidFill>
              <a:srgbClr val="0369A1"/>
            </a:solidFill>
            <a:prstDash val="solid"/>
          </a:ln>
        </p:spPr>
        <p:txBody>
          <a:bodyPr/>
          <a:lstStyle/>
          <a:p>
            <a:pPr defTabSz="1219170"/>
            <a:endParaRPr lang="en-AU" sz="2400">
              <a:solidFill>
                <a:prstClr val="black"/>
              </a:solidFill>
              <a:latin typeface="Calibri" panose="020F0502020204030204"/>
            </a:endParaRPr>
          </a:p>
        </p:txBody>
      </p:sp>
      <p:sp>
        <p:nvSpPr>
          <p:cNvPr id="13" name="Text 11"/>
          <p:cNvSpPr/>
          <p:nvPr/>
        </p:nvSpPr>
        <p:spPr>
          <a:xfrm>
            <a:off x="682752" y="3060192"/>
            <a:ext cx="2194560" cy="316992"/>
          </a:xfrm>
          <a:prstGeom prst="rect">
            <a:avLst/>
          </a:prstGeom>
          <a:noFill/>
          <a:ln/>
        </p:spPr>
        <p:txBody>
          <a:bodyPr wrap="square" rtlCol="0" anchor="ctr"/>
          <a:lstStyle/>
          <a:p>
            <a:pPr defTabSz="1219170"/>
            <a:r>
              <a:rPr lang="en-US" sz="1600" b="1" dirty="0">
                <a:solidFill>
                  <a:srgbClr val="0369A1"/>
                </a:solidFill>
                <a:latin typeface="Calibri" pitchFamily="34" charset="0"/>
                <a:ea typeface="Calibri" pitchFamily="34" charset="-122"/>
                <a:cs typeface="Calibri" pitchFamily="34" charset="-120"/>
              </a:rPr>
              <a:t>Equality</a:t>
            </a:r>
            <a:endParaRPr lang="en-US" sz="1600" dirty="0">
              <a:solidFill>
                <a:prstClr val="black"/>
              </a:solidFill>
              <a:latin typeface="Calibri" panose="020F0502020204030204"/>
            </a:endParaRPr>
          </a:p>
        </p:txBody>
      </p:sp>
      <p:sp>
        <p:nvSpPr>
          <p:cNvPr id="14" name="Text 12"/>
          <p:cNvSpPr/>
          <p:nvPr/>
        </p:nvSpPr>
        <p:spPr>
          <a:xfrm>
            <a:off x="682752" y="340156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The most significant social issue is equality of access. A health application requiring a smartphone or high digital literacy will systematically exclude elderly patients, those from low socioeconomic backgrounds, and individuals with limited English proficiency — often the most in-need populations. The developer must design to WCAG standards and consider alternative access methods such as telephone support or paper-based processes.</a:t>
            </a:r>
            <a:endParaRPr lang="en-US" sz="1467" dirty="0">
              <a:solidFill>
                <a:prstClr val="black"/>
              </a:solidFill>
              <a:latin typeface="Calibri" panose="020F0502020204030204"/>
            </a:endParaRPr>
          </a:p>
        </p:txBody>
      </p:sp>
      <p:sp>
        <p:nvSpPr>
          <p:cNvPr id="15" name="Shape 13"/>
          <p:cNvSpPr/>
          <p:nvPr/>
        </p:nvSpPr>
        <p:spPr>
          <a:xfrm>
            <a:off x="365760" y="475488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6" name="Shape 14"/>
          <p:cNvSpPr/>
          <p:nvPr/>
        </p:nvSpPr>
        <p:spPr>
          <a:xfrm>
            <a:off x="365760" y="4754880"/>
            <a:ext cx="219456" cy="1609344"/>
          </a:xfrm>
          <a:prstGeom prst="rect">
            <a:avLst/>
          </a:prstGeom>
          <a:solidFill>
            <a:srgbClr val="065F46"/>
          </a:solidFill>
          <a:ln w="12700">
            <a:solidFill>
              <a:srgbClr val="065F46"/>
            </a:solidFill>
            <a:prstDash val="solid"/>
          </a:ln>
        </p:spPr>
        <p:txBody>
          <a:bodyPr/>
          <a:lstStyle/>
          <a:p>
            <a:pPr defTabSz="1219170"/>
            <a:endParaRPr lang="en-AU" sz="2400">
              <a:solidFill>
                <a:prstClr val="black"/>
              </a:solidFill>
              <a:latin typeface="Calibri" panose="020F0502020204030204"/>
            </a:endParaRPr>
          </a:p>
        </p:txBody>
      </p:sp>
      <p:sp>
        <p:nvSpPr>
          <p:cNvPr id="17" name="Text 15"/>
          <p:cNvSpPr/>
          <p:nvPr/>
        </p:nvSpPr>
        <p:spPr>
          <a:xfrm>
            <a:off x="682752" y="4828032"/>
            <a:ext cx="2194560" cy="316992"/>
          </a:xfrm>
          <a:prstGeom prst="rect">
            <a:avLst/>
          </a:prstGeom>
          <a:noFill/>
          <a:ln/>
        </p:spPr>
        <p:txBody>
          <a:bodyPr wrap="square" rtlCol="0" anchor="ctr"/>
          <a:lstStyle/>
          <a:p>
            <a:pPr defTabSz="1219170"/>
            <a:r>
              <a:rPr lang="en-US" sz="1600" b="1" dirty="0">
                <a:solidFill>
                  <a:srgbClr val="065F46"/>
                </a:solidFill>
                <a:latin typeface="Calibri" pitchFamily="34" charset="0"/>
                <a:ea typeface="Calibri" pitchFamily="34" charset="-122"/>
                <a:cs typeface="Calibri" pitchFamily="34" charset="-120"/>
              </a:rPr>
              <a:t>Employment</a:t>
            </a:r>
            <a:endParaRPr lang="en-US" sz="1600" dirty="0">
              <a:solidFill>
                <a:prstClr val="black"/>
              </a:solidFill>
              <a:latin typeface="Calibri" panose="020F0502020204030204"/>
            </a:endParaRPr>
          </a:p>
        </p:txBody>
      </p:sp>
      <p:sp>
        <p:nvSpPr>
          <p:cNvPr id="18" name="Text 16"/>
          <p:cNvSpPr/>
          <p:nvPr/>
        </p:nvSpPr>
        <p:spPr>
          <a:xfrm>
            <a:off x="682752" y="516940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Employment is a further social consideration. A digital patient management system may reduce manual data entry roles. While this improves operational efficiency, it creates an obligation for the organisation to consider affected staff — which the developer should raise during stakeholder consultation.</a:t>
            </a:r>
            <a:endParaRPr lang="en-US" sz="1467" dirty="0">
              <a:solidFill>
                <a:prstClr val="black"/>
              </a:solidFill>
              <a:latin typeface="Calibri" panose="020F0502020204030204"/>
            </a:endParaRPr>
          </a:p>
        </p:txBody>
      </p:sp>
      <p:sp>
        <p:nvSpPr>
          <p:cNvPr id="19" name="Text 17"/>
          <p:cNvSpPr/>
          <p:nvPr/>
        </p:nvSpPr>
        <p:spPr>
          <a:xfrm>
            <a:off x="8534400" y="6217920"/>
            <a:ext cx="3413760" cy="243840"/>
          </a:xfrm>
          <a:prstGeom prst="rect">
            <a:avLst/>
          </a:prstGeom>
          <a:noFill/>
          <a:ln/>
        </p:spPr>
        <p:txBody>
          <a:bodyPr wrap="square" rtlCol="0" anchor="ctr"/>
          <a:lstStyle/>
          <a:p>
            <a:pPr algn="r" defTabSz="1219170"/>
            <a:r>
              <a:rPr lang="en-US" sz="1333" dirty="0">
                <a:solidFill>
                  <a:srgbClr val="9CA3AF"/>
                </a:solidFill>
                <a:latin typeface="Calibri" pitchFamily="34" charset="0"/>
                <a:ea typeface="Calibri" pitchFamily="34" charset="-122"/>
                <a:cs typeface="Calibri" pitchFamily="34" charset="-120"/>
              </a:rPr>
              <a:t>Continued on next slide →</a:t>
            </a:r>
            <a:endParaRPr lang="en-US" sz="1333" dirty="0">
              <a:solidFill>
                <a:prstClr val="black"/>
              </a:solidFill>
              <a:latin typeface="Calibri" panose="020F0502020204030204"/>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B3A6B"/>
          </a:solidFill>
          <a:ln w="12700">
            <a:solidFill>
              <a:srgbClr val="1B3A6B"/>
            </a:solidFill>
            <a:prstDash val="solid"/>
          </a:ln>
        </p:spPr>
        <p:txBody>
          <a:bodyPr/>
          <a:lstStyle/>
          <a:p>
            <a:pPr defTabSz="1219170"/>
            <a:endParaRPr lang="en-AU" sz="2400">
              <a:solidFill>
                <a:prstClr val="black"/>
              </a:solidFill>
              <a:latin typeface="Calibri" panose="020F0502020204030204"/>
            </a:endParaRPr>
          </a:p>
        </p:txBody>
      </p:sp>
      <p:sp>
        <p:nvSpPr>
          <p:cNvPr id="3" name="Text 1"/>
          <p:cNvSpPr/>
          <p:nvPr/>
        </p:nvSpPr>
        <p:spPr>
          <a:xfrm>
            <a:off x="487680" y="0"/>
            <a:ext cx="9997440" cy="1036320"/>
          </a:xfrm>
          <a:prstGeom prst="rect">
            <a:avLst/>
          </a:prstGeom>
          <a:noFill/>
          <a:ln/>
        </p:spPr>
        <p:txBody>
          <a:bodyPr wrap="square" rtlCol="0" anchor="ctr"/>
          <a:lstStyle/>
          <a:p>
            <a:pPr defTabSz="1219170"/>
            <a:r>
              <a:rPr lang="en-US" sz="3200" b="1" dirty="0">
                <a:solidFill>
                  <a:srgbClr val="FFFFFF"/>
                </a:solidFill>
                <a:latin typeface="Calibri" pitchFamily="34" charset="0"/>
                <a:ea typeface="Calibri" pitchFamily="34" charset="-122"/>
                <a:cs typeface="Calibri" pitchFamily="34" charset="-120"/>
              </a:rPr>
              <a:t>Model Response — Ethical Issues</a:t>
            </a:r>
            <a:endParaRPr lang="en-US" sz="3200" dirty="0">
              <a:solidFill>
                <a:prstClr val="black"/>
              </a:solidFill>
              <a:latin typeface="Calibri" panose="020F0502020204030204"/>
            </a:endParaRPr>
          </a:p>
        </p:txBody>
      </p:sp>
      <p:sp>
        <p:nvSpPr>
          <p:cNvPr id="4" name="Text 2"/>
          <p:cNvSpPr/>
          <p:nvPr/>
        </p:nvSpPr>
        <p:spPr>
          <a:xfrm>
            <a:off x="10119360" y="0"/>
            <a:ext cx="1828800" cy="1036320"/>
          </a:xfrm>
          <a:prstGeom prst="rect">
            <a:avLst/>
          </a:prstGeom>
          <a:noFill/>
          <a:ln/>
        </p:spPr>
        <p:txBody>
          <a:bodyPr wrap="square" rtlCol="0" anchor="ctr"/>
          <a:lstStyle/>
          <a:p>
            <a:pPr algn="r" defTabSz="1219170"/>
            <a:r>
              <a:rPr lang="en-US" sz="1333" dirty="0">
                <a:solidFill>
                  <a:srgbClr val="A8C8E0"/>
                </a:solidFill>
                <a:latin typeface="Calibri" pitchFamily="34" charset="0"/>
                <a:ea typeface="Calibri" pitchFamily="34" charset="-122"/>
                <a:cs typeface="Calibri" pitchFamily="34" charset="-120"/>
              </a:rPr>
              <a:t>6-mark response</a:t>
            </a:r>
            <a:endParaRPr lang="en-US" sz="1333" dirty="0">
              <a:solidFill>
                <a:prstClr val="black"/>
              </a:solidFill>
              <a:latin typeface="Calibri" panose="020F0502020204030204"/>
            </a:endParaRPr>
          </a:p>
        </p:txBody>
      </p:sp>
      <p:sp>
        <p:nvSpPr>
          <p:cNvPr id="5" name="Shape 3"/>
          <p:cNvSpPr/>
          <p:nvPr/>
        </p:nvSpPr>
        <p:spPr>
          <a:xfrm>
            <a:off x="0" y="6644640"/>
            <a:ext cx="12192000" cy="213360"/>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6" name="Text 4"/>
          <p:cNvSpPr/>
          <p:nvPr/>
        </p:nvSpPr>
        <p:spPr>
          <a:xfrm>
            <a:off x="365760" y="6644640"/>
            <a:ext cx="11460480" cy="213360"/>
          </a:xfrm>
          <a:prstGeom prst="rect">
            <a:avLst/>
          </a:prstGeom>
          <a:noFill/>
          <a:ln/>
        </p:spPr>
        <p:txBody>
          <a:bodyPr wrap="square" rtlCol="0" anchor="ctr"/>
          <a:lstStyle/>
          <a:p>
            <a:pPr algn="ctr" defTabSz="1219170"/>
            <a:r>
              <a:rPr lang="en-US" sz="1200" dirty="0">
                <a:solidFill>
                  <a:srgbClr val="FFFFFF"/>
                </a:solidFill>
                <a:latin typeface="Calibri" pitchFamily="34" charset="0"/>
                <a:ea typeface="Calibri" pitchFamily="34" charset="-122"/>
                <a:cs typeface="Calibri" pitchFamily="34" charset="-120"/>
              </a:rPr>
              <a:t>NSW HSC Software Engineering  |  SE-12-05</a:t>
            </a:r>
            <a:endParaRPr lang="en-US" sz="1200" dirty="0">
              <a:solidFill>
                <a:prstClr val="black"/>
              </a:solidFill>
              <a:latin typeface="Calibri" panose="020F0502020204030204"/>
            </a:endParaRPr>
          </a:p>
        </p:txBody>
      </p:sp>
      <p:sp>
        <p:nvSpPr>
          <p:cNvPr id="7" name="Shape 5"/>
          <p:cNvSpPr/>
          <p:nvPr/>
        </p:nvSpPr>
        <p:spPr>
          <a:xfrm>
            <a:off x="365760" y="121920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8" name="Shape 6"/>
          <p:cNvSpPr/>
          <p:nvPr/>
        </p:nvSpPr>
        <p:spPr>
          <a:xfrm>
            <a:off x="365760" y="1219200"/>
            <a:ext cx="219456" cy="1609344"/>
          </a:xfrm>
          <a:prstGeom prst="rect">
            <a:avLst/>
          </a:prstGeom>
          <a:solidFill>
            <a:srgbClr val="7C3AED"/>
          </a:solidFill>
          <a:ln w="12700">
            <a:solidFill>
              <a:srgbClr val="7C3AED"/>
            </a:solidFill>
            <a:prstDash val="solid"/>
          </a:ln>
        </p:spPr>
        <p:txBody>
          <a:bodyPr/>
          <a:lstStyle/>
          <a:p>
            <a:pPr defTabSz="1219170"/>
            <a:endParaRPr lang="en-AU" sz="2400">
              <a:solidFill>
                <a:prstClr val="black"/>
              </a:solidFill>
              <a:latin typeface="Calibri" panose="020F0502020204030204"/>
            </a:endParaRPr>
          </a:p>
        </p:txBody>
      </p:sp>
      <p:sp>
        <p:nvSpPr>
          <p:cNvPr id="9" name="Text 7"/>
          <p:cNvSpPr/>
          <p:nvPr/>
        </p:nvSpPr>
        <p:spPr>
          <a:xfrm>
            <a:off x="682752" y="1292352"/>
            <a:ext cx="2194560" cy="316992"/>
          </a:xfrm>
          <a:prstGeom prst="rect">
            <a:avLst/>
          </a:prstGeom>
          <a:noFill/>
          <a:ln/>
        </p:spPr>
        <p:txBody>
          <a:bodyPr wrap="square" rtlCol="0" anchor="ctr"/>
          <a:lstStyle/>
          <a:p>
            <a:pPr defTabSz="1219170"/>
            <a:r>
              <a:rPr lang="en-US" sz="1600" b="1" dirty="0">
                <a:solidFill>
                  <a:srgbClr val="7C3AED"/>
                </a:solidFill>
                <a:latin typeface="Calibri" pitchFamily="34" charset="0"/>
                <a:ea typeface="Calibri" pitchFamily="34" charset="-122"/>
                <a:cs typeface="Calibri" pitchFamily="34" charset="-120"/>
              </a:rPr>
              <a:t>Accountability</a:t>
            </a:r>
            <a:endParaRPr lang="en-US" sz="1600" dirty="0">
              <a:solidFill>
                <a:prstClr val="black"/>
              </a:solidFill>
              <a:latin typeface="Calibri" panose="020F0502020204030204"/>
            </a:endParaRPr>
          </a:p>
        </p:txBody>
      </p:sp>
      <p:sp>
        <p:nvSpPr>
          <p:cNvPr id="10" name="Text 8"/>
          <p:cNvSpPr/>
          <p:nvPr/>
        </p:nvSpPr>
        <p:spPr>
          <a:xfrm>
            <a:off x="682752" y="163372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Under the Australian Privacy Act 1988 and the Australian Privacy Principles, the developer is obligated to collect only necessary data, store it securely, and ensure informed consent. All decisions relating to data storage, access controls, and encryption must be documented so that responsibility for a potential breach can be clearly attributed.</a:t>
            </a:r>
            <a:endParaRPr lang="en-US" sz="1467" dirty="0">
              <a:solidFill>
                <a:prstClr val="black"/>
              </a:solidFill>
              <a:latin typeface="Calibri" panose="020F0502020204030204"/>
            </a:endParaRPr>
          </a:p>
        </p:txBody>
      </p:sp>
      <p:sp>
        <p:nvSpPr>
          <p:cNvPr id="11" name="Shape 9"/>
          <p:cNvSpPr/>
          <p:nvPr/>
        </p:nvSpPr>
        <p:spPr>
          <a:xfrm>
            <a:off x="365760" y="298704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2" name="Shape 10"/>
          <p:cNvSpPr/>
          <p:nvPr/>
        </p:nvSpPr>
        <p:spPr>
          <a:xfrm>
            <a:off x="365760" y="2987040"/>
            <a:ext cx="219456" cy="1609344"/>
          </a:xfrm>
          <a:prstGeom prst="rect">
            <a:avLst/>
          </a:prstGeom>
          <a:solidFill>
            <a:srgbClr val="9B1C1C"/>
          </a:solidFill>
          <a:ln w="12700">
            <a:solidFill>
              <a:srgbClr val="9B1C1C"/>
            </a:solidFill>
            <a:prstDash val="solid"/>
          </a:ln>
        </p:spPr>
        <p:txBody>
          <a:bodyPr/>
          <a:lstStyle/>
          <a:p>
            <a:pPr defTabSz="1219170"/>
            <a:endParaRPr lang="en-AU" sz="2400">
              <a:solidFill>
                <a:prstClr val="black"/>
              </a:solidFill>
              <a:latin typeface="Calibri" panose="020F0502020204030204"/>
            </a:endParaRPr>
          </a:p>
        </p:txBody>
      </p:sp>
      <p:sp>
        <p:nvSpPr>
          <p:cNvPr id="13" name="Text 11"/>
          <p:cNvSpPr/>
          <p:nvPr/>
        </p:nvSpPr>
        <p:spPr>
          <a:xfrm>
            <a:off x="682752" y="3060192"/>
            <a:ext cx="2194560" cy="316992"/>
          </a:xfrm>
          <a:prstGeom prst="rect">
            <a:avLst/>
          </a:prstGeom>
          <a:noFill/>
          <a:ln/>
        </p:spPr>
        <p:txBody>
          <a:bodyPr wrap="square" rtlCol="0" anchor="ctr"/>
          <a:lstStyle/>
          <a:p>
            <a:pPr defTabSz="1219170"/>
            <a:r>
              <a:rPr lang="en-US" sz="1600" b="1" dirty="0">
                <a:solidFill>
                  <a:srgbClr val="9B1C1C"/>
                </a:solidFill>
                <a:latin typeface="Calibri" pitchFamily="34" charset="0"/>
                <a:ea typeface="Calibri" pitchFamily="34" charset="-122"/>
                <a:cs typeface="Calibri" pitchFamily="34" charset="-120"/>
              </a:rPr>
              <a:t>Bias</a:t>
            </a:r>
            <a:endParaRPr lang="en-US" sz="1600" dirty="0">
              <a:solidFill>
                <a:prstClr val="black"/>
              </a:solidFill>
              <a:latin typeface="Calibri" panose="020F0502020204030204"/>
            </a:endParaRPr>
          </a:p>
        </p:txBody>
      </p:sp>
      <p:sp>
        <p:nvSpPr>
          <p:cNvPr id="14" name="Text 12"/>
          <p:cNvSpPr/>
          <p:nvPr/>
        </p:nvSpPr>
        <p:spPr>
          <a:xfrm>
            <a:off x="682752" y="340156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If the system uses automated triage or priority-scoring, the developer must test rigorously across demographic groups. Even in a non-AI system, form design that fails to accommodate non-Western names or presents culturally specific questions may produce inaccurate patient records.</a:t>
            </a:r>
            <a:endParaRPr lang="en-US" sz="1467" dirty="0">
              <a:solidFill>
                <a:prstClr val="black"/>
              </a:solidFill>
              <a:latin typeface="Calibri" panose="020F0502020204030204"/>
            </a:endParaRPr>
          </a:p>
        </p:txBody>
      </p:sp>
      <p:sp>
        <p:nvSpPr>
          <p:cNvPr id="15" name="Shape 13"/>
          <p:cNvSpPr/>
          <p:nvPr/>
        </p:nvSpPr>
        <p:spPr>
          <a:xfrm>
            <a:off x="365760" y="4754880"/>
            <a:ext cx="11460480" cy="1609344"/>
          </a:xfrm>
          <a:prstGeom prst="rect">
            <a:avLst/>
          </a:prstGeom>
          <a:solidFill>
            <a:srgbClr val="FFFFFF"/>
          </a:solidFill>
          <a:ln w="6350">
            <a:solidFill>
              <a:srgbClr val="E5E7EB"/>
            </a:solidFill>
            <a:prstDash val="solid"/>
          </a:ln>
          <a:effectLst>
            <a:outerShdw blurRad="76200" dist="25400" dir="8100000" algn="bl" rotWithShape="0">
              <a:srgbClr val="000000">
                <a:alpha val="12000"/>
              </a:srgbClr>
            </a:outerShdw>
          </a:effectLst>
        </p:spPr>
        <p:txBody>
          <a:bodyPr/>
          <a:lstStyle/>
          <a:p>
            <a:pPr defTabSz="1219170"/>
            <a:endParaRPr lang="en-AU" sz="2400">
              <a:solidFill>
                <a:prstClr val="black"/>
              </a:solidFill>
              <a:latin typeface="Calibri" panose="020F0502020204030204"/>
            </a:endParaRPr>
          </a:p>
        </p:txBody>
      </p:sp>
      <p:sp>
        <p:nvSpPr>
          <p:cNvPr id="16" name="Shape 14"/>
          <p:cNvSpPr/>
          <p:nvPr/>
        </p:nvSpPr>
        <p:spPr>
          <a:xfrm>
            <a:off x="365760" y="4754880"/>
            <a:ext cx="219456" cy="1609344"/>
          </a:xfrm>
          <a:prstGeom prst="rect">
            <a:avLst/>
          </a:prstGeom>
          <a:solidFill>
            <a:srgbClr val="065A82"/>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17" name="Text 15"/>
          <p:cNvSpPr/>
          <p:nvPr/>
        </p:nvSpPr>
        <p:spPr>
          <a:xfrm>
            <a:off x="682752" y="4828032"/>
            <a:ext cx="2194560" cy="316992"/>
          </a:xfrm>
          <a:prstGeom prst="rect">
            <a:avLst/>
          </a:prstGeom>
          <a:noFill/>
          <a:ln/>
        </p:spPr>
        <p:txBody>
          <a:bodyPr wrap="square" rtlCol="0" anchor="ctr"/>
          <a:lstStyle/>
          <a:p>
            <a:pPr defTabSz="1219170"/>
            <a:r>
              <a:rPr lang="en-US" sz="1600" b="1" dirty="0">
                <a:solidFill>
                  <a:srgbClr val="065A82"/>
                </a:solidFill>
                <a:latin typeface="Calibri" pitchFamily="34" charset="0"/>
                <a:ea typeface="Calibri" pitchFamily="34" charset="-122"/>
                <a:cs typeface="Calibri" pitchFamily="34" charset="-120"/>
              </a:rPr>
              <a:t>Conclusion</a:t>
            </a:r>
            <a:endParaRPr lang="en-US" sz="1600" dirty="0">
              <a:solidFill>
                <a:prstClr val="black"/>
              </a:solidFill>
              <a:latin typeface="Calibri" panose="020F0502020204030204"/>
            </a:endParaRPr>
          </a:p>
        </p:txBody>
      </p:sp>
      <p:sp>
        <p:nvSpPr>
          <p:cNvPr id="18" name="Text 16"/>
          <p:cNvSpPr/>
          <p:nvPr/>
        </p:nvSpPr>
        <p:spPr>
          <a:xfrm>
            <a:off x="682752" y="5169408"/>
            <a:ext cx="10972800" cy="1097280"/>
          </a:xfrm>
          <a:prstGeom prst="rect">
            <a:avLst/>
          </a:prstGeom>
          <a:noFill/>
          <a:ln/>
        </p:spPr>
        <p:txBody>
          <a:bodyPr wrap="square" rtlCol="0" anchor="ctr"/>
          <a:lstStyle/>
          <a:p>
            <a:pPr defTabSz="1219170"/>
            <a:r>
              <a:rPr lang="en-US" sz="1467" dirty="0">
                <a:solidFill>
                  <a:srgbClr val="374151"/>
                </a:solidFill>
                <a:latin typeface="Calibri" pitchFamily="34" charset="0"/>
                <a:ea typeface="Calibri" pitchFamily="34" charset="-122"/>
                <a:cs typeface="Calibri" pitchFamily="34" charset="-120"/>
              </a:rPr>
              <a:t>Together, these social and ethical considerations demonstrate that responsible software development requires the developer to look beyond technical correctness and evaluate the broader human impact of their design decisions throughout the entire development life cycle.</a:t>
            </a:r>
            <a:endParaRPr lang="en-US" sz="1467" dirty="0">
              <a:solidFill>
                <a:prstClr val="black"/>
              </a:solidFill>
              <a:latin typeface="Calibri" panose="020F0502020204030204"/>
            </a:endParaRPr>
          </a:p>
        </p:txBody>
      </p:sp>
      <p:sp>
        <p:nvSpPr>
          <p:cNvPr id="19" name="Shape 17"/>
          <p:cNvSpPr/>
          <p:nvPr/>
        </p:nvSpPr>
        <p:spPr>
          <a:xfrm>
            <a:off x="365760" y="6156960"/>
            <a:ext cx="11460480" cy="341376"/>
          </a:xfrm>
          <a:prstGeom prst="rect">
            <a:avLst/>
          </a:prstGeom>
          <a:solidFill>
            <a:srgbClr val="D5E8F0"/>
          </a:solidFill>
          <a:ln w="12700">
            <a:solidFill>
              <a:srgbClr val="065A82"/>
            </a:solidFill>
            <a:prstDash val="solid"/>
          </a:ln>
        </p:spPr>
        <p:txBody>
          <a:bodyPr/>
          <a:lstStyle/>
          <a:p>
            <a:pPr defTabSz="1219170"/>
            <a:endParaRPr lang="en-AU" sz="2400">
              <a:solidFill>
                <a:prstClr val="black"/>
              </a:solidFill>
              <a:latin typeface="Calibri" panose="020F0502020204030204"/>
            </a:endParaRPr>
          </a:p>
        </p:txBody>
      </p:sp>
      <p:sp>
        <p:nvSpPr>
          <p:cNvPr id="20" name="Text 18"/>
          <p:cNvSpPr/>
          <p:nvPr/>
        </p:nvSpPr>
        <p:spPr>
          <a:xfrm>
            <a:off x="548640" y="6169152"/>
            <a:ext cx="11094720" cy="316992"/>
          </a:xfrm>
          <a:prstGeom prst="rect">
            <a:avLst/>
          </a:prstGeom>
          <a:noFill/>
          <a:ln/>
        </p:spPr>
        <p:txBody>
          <a:bodyPr wrap="square" rtlCol="0" anchor="ctr"/>
          <a:lstStyle/>
          <a:p>
            <a:pPr defTabSz="1219170"/>
            <a:r>
              <a:rPr lang="en-US" sz="1267" b="1" dirty="0">
                <a:solidFill>
                  <a:srgbClr val="1B3A6B"/>
                </a:solidFill>
                <a:latin typeface="Calibri" pitchFamily="34" charset="0"/>
                <a:ea typeface="Calibri" pitchFamily="34" charset="-122"/>
                <a:cs typeface="Calibri" pitchFamily="34" charset="-120"/>
              </a:rPr>
              <a:t>Band 6 tip: Reference specific legislation (Privacy Act 1988), guidelines (WCAG), and use precise terminology (APPs, triage, demographic) to demonstrate depth.</a:t>
            </a:r>
            <a:endParaRPr lang="en-US" sz="1267"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498F1F8388FE47BDFE6C6EBC9FBC97" ma:contentTypeVersion="12" ma:contentTypeDescription="Create a new document." ma:contentTypeScope="" ma:versionID="3427986c250e7afe9158bc5715926d56">
  <xsd:schema xmlns:xsd="http://www.w3.org/2001/XMLSchema" xmlns:xs="http://www.w3.org/2001/XMLSchema" xmlns:p="http://schemas.microsoft.com/office/2006/metadata/properties" xmlns:ns2="a18c8287-e67d-4153-9c7a-3211f93ba17c" xmlns:ns3="b184bd36-9bc1-425f-a269-985a55be00b0" targetNamespace="http://schemas.microsoft.com/office/2006/metadata/properties" ma:root="true" ma:fieldsID="35970ea7f66336c0b1829e04b3611d28" ns2:_="" ns3:_="">
    <xsd:import namespace="a18c8287-e67d-4153-9c7a-3211f93ba17c"/>
    <xsd:import namespace="b184bd36-9bc1-425f-a269-985a55be00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8c8287-e67d-4153-9c7a-3211f93ba1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03cb54f-a539-4214-b742-115fcddb040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84bd36-9bc1-425f-a269-985a55be00b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1e25aba-d57d-4f75-9c5c-87460aebaadd}" ma:internalName="TaxCatchAll" ma:showField="CatchAllData" ma:web="b184bd36-9bc1-425f-a269-985a55be00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8c8287-e67d-4153-9c7a-3211f93ba17c">
      <Terms xmlns="http://schemas.microsoft.com/office/infopath/2007/PartnerControls"/>
    </lcf76f155ced4ddcb4097134ff3c332f>
    <TaxCatchAll xmlns="b184bd36-9bc1-425f-a269-985a55be00b0" xsi:nil="true"/>
  </documentManagement>
</p:properties>
</file>

<file path=customXml/itemProps1.xml><?xml version="1.0" encoding="utf-8"?>
<ds:datastoreItem xmlns:ds="http://schemas.openxmlformats.org/officeDocument/2006/customXml" ds:itemID="{F6E57F3B-8998-471F-B648-CD37793EB0C6}"/>
</file>

<file path=customXml/itemProps2.xml><?xml version="1.0" encoding="utf-8"?>
<ds:datastoreItem xmlns:ds="http://schemas.openxmlformats.org/officeDocument/2006/customXml" ds:itemID="{88BD1E40-5BAE-42F2-82AC-86E366A9B2F2}"/>
</file>

<file path=customXml/itemProps3.xml><?xml version="1.0" encoding="utf-8"?>
<ds:datastoreItem xmlns:ds="http://schemas.openxmlformats.org/officeDocument/2006/customXml" ds:itemID="{B29FA589-4646-4AD6-B6CE-90F2B0D84AA0}"/>
</file>

<file path=docProps/app.xml><?xml version="1.0" encoding="utf-8"?>
<Properties xmlns="http://schemas.openxmlformats.org/officeDocument/2006/extended-properties" xmlns:vt="http://schemas.openxmlformats.org/officeDocument/2006/docPropsVTypes">
  <TotalTime>192</TotalTime>
  <Words>11336</Words>
  <Application>Microsoft Macintosh PowerPoint</Application>
  <PresentationFormat>Widescreen</PresentationFormat>
  <Paragraphs>1183</Paragraphs>
  <Slides>107</Slides>
  <Notes>54</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107</vt:i4>
      </vt:variant>
    </vt:vector>
  </HeadingPairs>
  <TitlesOfParts>
    <vt:vector size="117" baseType="lpstr">
      <vt:lpstr>Arial Unicode MS</vt:lpstr>
      <vt:lpstr>等线</vt:lpstr>
      <vt:lpstr>Aptos</vt:lpstr>
      <vt:lpstr>Aptos Display</vt:lpstr>
      <vt:lpstr>Arial</vt:lpstr>
      <vt:lpstr>Calibri</vt:lpstr>
      <vt:lpstr>Consolas</vt:lpstr>
      <vt:lpstr>Courier New</vt:lpstr>
      <vt:lpstr>Office Theme</vt:lpstr>
      <vt:lpstr>1_Office Theme</vt:lpstr>
      <vt:lpstr>Software Engineering Project</vt:lpstr>
      <vt:lpstr>Introduction – the Design Process</vt:lpstr>
      <vt:lpstr>1 Identifying and Defining</vt:lpstr>
      <vt:lpstr>1.1 Define and analyse the requirements of a problem</vt:lpstr>
      <vt:lpstr>1.1.1 Demonstrating Need(s) or Opportunities</vt:lpstr>
      <vt:lpstr>1.1.1 Demonstrating need(s)</vt:lpstr>
      <vt:lpstr>1.1.1 Example of Needs</vt:lpstr>
      <vt:lpstr>1.1.1 How to demonstrate need(s)</vt:lpstr>
      <vt:lpstr>1.1.1 demonstrating opportunities</vt:lpstr>
      <vt:lpstr>1.1.1 Examples of an Opportunity</vt:lpstr>
      <vt:lpstr>1.1.1 How to demonstrate Opportunity</vt:lpstr>
      <vt:lpstr>1.1.1 Difference</vt:lpstr>
      <vt:lpstr>1.1.2 Assess the scheduling financial feasibility</vt:lpstr>
      <vt:lpstr>1.1.2 Scheduling Feasibility</vt:lpstr>
      <vt:lpstr>1.1.2 Financial Feasibility</vt:lpstr>
      <vt:lpstr>1.1.3 Generating Requirements Including Functionality and Performance</vt:lpstr>
      <vt:lpstr>1.1.3 Functional Requirements</vt:lpstr>
      <vt:lpstr>1.1.3 Performance (Non-Functional) Requirements</vt:lpstr>
      <vt:lpstr>1.1.3 Compare and Contrast</vt:lpstr>
      <vt:lpstr>1.1.4 defining data structures and data types</vt:lpstr>
      <vt:lpstr>1.1.4 Data Types</vt:lpstr>
      <vt:lpstr>1.1.4 Data Structures</vt:lpstr>
      <vt:lpstr>1.1.4 Tool: Data Dictionary</vt:lpstr>
      <vt:lpstr>1.1.5 Defining Boundaries</vt:lpstr>
      <vt:lpstr>1.1.5 Boundaries</vt:lpstr>
      <vt:lpstr>1.1 Why This Stage Is Critical</vt:lpstr>
      <vt:lpstr>1.1 Summary</vt:lpstr>
      <vt:lpstr>1.2 Explore tools used to develop ideas and generate solutions</vt:lpstr>
      <vt:lpstr>1.2.1 brainstorming, mind-mapping and storyboards</vt:lpstr>
      <vt:lpstr>1.2.1 Brainstorming</vt:lpstr>
      <vt:lpstr>1.2.1 Brainstorming Tools</vt:lpstr>
      <vt:lpstr>1.2.1 Mind-mapping</vt:lpstr>
      <vt:lpstr>1.2.1 Mind-mapping Tools</vt:lpstr>
      <vt:lpstr>1.2.1 Storyboards</vt:lpstr>
      <vt:lpstr>1.2.1 Storyboards Tools</vt:lpstr>
      <vt:lpstr>Why it matters</vt:lpstr>
      <vt:lpstr>1.2.2 data dictionaries, including selecting appropriate data types</vt:lpstr>
      <vt:lpstr>1.2.2 Data Dictionary Includes</vt:lpstr>
      <vt:lpstr>Example Data Dictionary</vt:lpstr>
      <vt:lpstr>1.2.2 Example Including an Array</vt:lpstr>
      <vt:lpstr>1.2.3 algorithm design</vt:lpstr>
      <vt:lpstr>1.2.3 Examples of Tools and Descriptions</vt:lpstr>
      <vt:lpstr>1.2.4 code generation</vt:lpstr>
      <vt:lpstr>1.2.4 code generation tools</vt:lpstr>
      <vt:lpstr>1.2.5 testing and debugging tools</vt:lpstr>
      <vt:lpstr>1.2.6 Installation tools</vt:lpstr>
      <vt:lpstr>1.2.7 Maintenance</vt:lpstr>
      <vt:lpstr>Explain the role of installation and maintenance tools in a software engineering project.</vt:lpstr>
      <vt:lpstr>2 Research and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Table</vt:lpstr>
      <vt:lpstr>Collaboration Tool – GitHub</vt:lpstr>
      <vt:lpstr>Other Tools</vt:lpstr>
      <vt:lpstr>Social and Ethical Issues Associated with Project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Wenshuo Li</dc:creator>
  <cp:lastModifiedBy>Wenshuo Li</cp:lastModifiedBy>
  <cp:revision>1</cp:revision>
  <dcterms:created xsi:type="dcterms:W3CDTF">2026-02-03T21:03:01Z</dcterms:created>
  <dcterms:modified xsi:type="dcterms:W3CDTF">2026-02-25T00:23:58Z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0x01010071498F1F8388FE47BDFE6C6EBC9FBC97</vt:lpwstr>
  </property>
</Properties>
</file>